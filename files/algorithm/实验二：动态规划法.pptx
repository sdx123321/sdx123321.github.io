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9" r:id="rId4"/>
    <p:sldId id="261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07066" y="2404534"/>
            <a:ext cx="8818461" cy="1646302"/>
          </a:xfrm>
        </p:spPr>
        <p:txBody>
          <a:bodyPr/>
          <a:lstStyle/>
          <a:p>
            <a:pPr algn="ctr"/>
            <a:r>
              <a:rPr lang="zh-CN" altLang="en-US" dirty="0"/>
              <a:t>动态规划法</a:t>
            </a:r>
            <a:br>
              <a:rPr lang="en-US" altLang="zh-CN" dirty="0"/>
            </a:br>
            <a:r>
              <a:rPr lang="en-US" altLang="zh-CN" dirty="0"/>
              <a:t>—</a:t>
            </a:r>
            <a:r>
              <a:rPr lang="zh-CN" altLang="en-US" sz="2000" dirty="0"/>
              <a:t>基于动态规划算法的最长公共子序列 </a:t>
            </a:r>
            <a:r>
              <a:rPr lang="en-US" altLang="zh-CN" sz="2000" dirty="0"/>
              <a:t>(LCS) </a:t>
            </a:r>
            <a:r>
              <a:rPr lang="zh-CN" altLang="en-US" sz="2000" dirty="0"/>
              <a:t>求解与验证实验</a:t>
            </a:r>
          </a:p>
        </p:txBody>
      </p:sp>
    </p:spTree>
    <p:extLst>
      <p:ext uri="{BB962C8B-B14F-4D97-AF65-F5344CB8AC3E}">
        <p14:creationId xmlns:p14="http://schemas.microsoft.com/office/powerpoint/2010/main" val="3940202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5F90C-1CCF-4FF2-8D19-12263E7A8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一、实验目的</a:t>
            </a:r>
            <a:b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B36C0F-0635-4682-8C30-0F0032A4F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42090"/>
            <a:ext cx="9966693" cy="3880773"/>
          </a:xfrm>
        </p:spPr>
        <p:txBody>
          <a:bodyPr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ui-sans-serif"/>
              </a:rPr>
              <a:t>.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ui-sans-serif"/>
              </a:rPr>
              <a:t>掌握动态规划算法核心思想</a:t>
            </a:r>
            <a:endParaRPr lang="zh-CN" altLang="en-US" sz="2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400" b="0" dirty="0">
                <a:solidFill>
                  <a:srgbClr val="000000"/>
                </a:solidFill>
                <a:effectLst/>
                <a:latin typeface="ui-sans-serif"/>
              </a:rPr>
              <a:t>深入理解动态规划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ui-sans-serif"/>
              </a:rPr>
              <a:t>最优子结构、重叠子问题两</a:t>
            </a:r>
            <a:r>
              <a:rPr lang="zh-CN" altLang="en-US" sz="2400" b="0" dirty="0">
                <a:solidFill>
                  <a:srgbClr val="000000"/>
                </a:solidFill>
                <a:effectLst/>
                <a:latin typeface="ui-sans-serif"/>
              </a:rPr>
              <a:t>大特征，掌握动态规划问题的分析方法：状态定义、状态转移方程推导、初始状态设置、结果回溯求解。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ui-sans-serif"/>
              </a:rPr>
              <a:t>2.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ui-sans-serif"/>
              </a:rPr>
              <a:t>算法落地认知</a:t>
            </a:r>
            <a:endParaRPr lang="zh-CN" altLang="en-US" sz="2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400" b="0" dirty="0">
                <a:solidFill>
                  <a:srgbClr val="000000"/>
                </a:solidFill>
                <a:effectLst/>
                <a:latin typeface="ui-sans-serif"/>
              </a:rPr>
              <a:t>掌握 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ui-sans-serif"/>
              </a:rPr>
              <a:t>LCS </a:t>
            </a:r>
            <a:r>
              <a:rPr lang="zh-CN" altLang="en-US" sz="2400" b="0" dirty="0">
                <a:solidFill>
                  <a:srgbClr val="000000"/>
                </a:solidFill>
                <a:effectLst/>
                <a:latin typeface="ui-sans-serif"/>
              </a:rPr>
              <a:t>编码实现，利用小样例校验程序，知晓序列比对实际用途。了解 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ui-sans-serif"/>
              </a:rPr>
              <a:t>LCS </a:t>
            </a:r>
            <a:r>
              <a:rPr lang="zh-CN" altLang="en-US" sz="2400" b="0" dirty="0">
                <a:solidFill>
                  <a:srgbClr val="000000"/>
                </a:solidFill>
                <a:effectLst/>
                <a:latin typeface="ui-sans-serif"/>
              </a:rPr>
              <a:t>在基因测序、文本查重等工程领域应用。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9312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5F90C-1CCF-4FF2-8D19-12263E7A8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二、实验内容</a:t>
            </a:r>
            <a:br>
              <a:rPr lang="zh-CN" altLang="en-US" b="0" dirty="0">
                <a:solidFill>
                  <a:srgbClr val="000000"/>
                </a:solidFill>
                <a:effectLst/>
                <a:latin typeface="ui-sans-serif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B36C0F-0635-4682-8C30-0F0032A4F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966693" cy="3880773"/>
          </a:xfrm>
        </p:spPr>
        <p:txBody>
          <a:bodyPr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ui-sans-serif"/>
              </a:rPr>
              <a:t>.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ui-sans-serif"/>
              </a:rPr>
              <a:t> 动态规划算法模型构建</a:t>
            </a:r>
            <a:endParaRPr lang="zh-CN" altLang="en-US" sz="2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400" b="0" dirty="0">
                <a:solidFill>
                  <a:srgbClr val="000000"/>
                </a:solidFill>
                <a:effectLst/>
                <a:latin typeface="ui-sans-serif"/>
              </a:rPr>
              <a:t>剖析 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ui-sans-serif"/>
              </a:rPr>
              <a:t>LCS </a:t>
            </a:r>
            <a:r>
              <a:rPr lang="zh-CN" altLang="en-US" sz="2400" b="0" dirty="0">
                <a:solidFill>
                  <a:srgbClr val="000000"/>
                </a:solidFill>
                <a:effectLst/>
                <a:latin typeface="ui-sans-serif"/>
              </a:rPr>
              <a:t>问题特点，定义 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ui-sans-serif"/>
              </a:rPr>
              <a:t>DP </a:t>
            </a:r>
            <a:r>
              <a:rPr lang="zh-CN" altLang="en-US" sz="2400" b="0" dirty="0">
                <a:solidFill>
                  <a:srgbClr val="000000"/>
                </a:solidFill>
                <a:effectLst/>
                <a:latin typeface="ui-sans-serif"/>
              </a:rPr>
              <a:t>数组，推导转移方程并正向填充 </a:t>
            </a:r>
            <a:r>
              <a:rPr lang="en-US" altLang="zh-CN" sz="2400" b="0" dirty="0">
                <a:solidFill>
                  <a:srgbClr val="000000"/>
                </a:solidFill>
                <a:effectLst/>
                <a:latin typeface="ui-sans-serif"/>
              </a:rPr>
              <a:t>DP </a:t>
            </a:r>
            <a:r>
              <a:rPr lang="zh-CN" altLang="en-US" sz="2400" b="0" dirty="0">
                <a:solidFill>
                  <a:srgbClr val="000000"/>
                </a:solidFill>
                <a:effectLst/>
                <a:latin typeface="ui-sans-serif"/>
              </a:rPr>
              <a:t>表格。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400" b="1" dirty="0">
                <a:solidFill>
                  <a:srgbClr val="000000"/>
                </a:solidFill>
                <a:effectLst/>
                <a:latin typeface="ui-sans-serif"/>
              </a:rPr>
              <a:t>2. 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ui-sans-serif"/>
              </a:rPr>
              <a:t>编码与验证</a:t>
            </a:r>
            <a:endParaRPr lang="zh-CN" altLang="en-US" sz="2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400" b="0" dirty="0">
                <a:solidFill>
                  <a:srgbClr val="000000"/>
                </a:solidFill>
                <a:effectLst/>
                <a:latin typeface="ui-sans-serif"/>
              </a:rPr>
              <a:t>编程实现填表与回溯算法，设计多组测试用例，对照手算结果核验正确性。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1689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65F90C-1CCF-4FF2-8D19-12263E7A8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三、实验要求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B36C0F-0635-4682-8C30-0F0032A4F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28108"/>
            <a:ext cx="9966693" cy="5085708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zh-CN" b="1" dirty="0">
                <a:solidFill>
                  <a:srgbClr val="000000"/>
                </a:solidFill>
                <a:effectLst/>
                <a:latin typeface="ui-sans-serif"/>
              </a:rPr>
              <a:t>1</a:t>
            </a:r>
            <a:r>
              <a:rPr lang="en-US" altLang="zh-CN" sz="2400" b="1" dirty="0">
                <a:solidFill>
                  <a:srgbClr val="000000"/>
                </a:solidFill>
                <a:effectLst/>
                <a:latin typeface="ui-sans-serif"/>
              </a:rPr>
              <a:t>.</a:t>
            </a:r>
            <a:r>
              <a:rPr lang="zh-CN" altLang="en-US" sz="2400" b="1" dirty="0">
                <a:solidFill>
                  <a:srgbClr val="000000"/>
                </a:solidFill>
                <a:effectLst/>
                <a:latin typeface="ui-sans-serif"/>
              </a:rPr>
              <a:t> </a:t>
            </a:r>
            <a:r>
              <a:rPr lang="zh-CN" altLang="en-US" sz="3400" b="1" dirty="0">
                <a:solidFill>
                  <a:srgbClr val="000000"/>
                </a:solidFill>
                <a:effectLst/>
                <a:latin typeface="ui-sans-serif"/>
              </a:rPr>
              <a:t>程序功能规范</a:t>
            </a:r>
            <a:endParaRPr lang="zh-CN" altLang="en-US" sz="3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400" b="0" dirty="0">
                <a:solidFill>
                  <a:srgbClr val="000000"/>
                </a:solidFill>
                <a:effectLst/>
                <a:latin typeface="ui-sans-serif"/>
              </a:rPr>
              <a:t>程序可自定义输入两组字符 </a:t>
            </a:r>
            <a:r>
              <a:rPr lang="en-US" altLang="zh-CN" sz="3400" b="0" dirty="0">
                <a:solidFill>
                  <a:srgbClr val="000000"/>
                </a:solidFill>
                <a:effectLst/>
                <a:latin typeface="ui-sans-serif"/>
              </a:rPr>
              <a:t>/ </a:t>
            </a:r>
            <a:r>
              <a:rPr lang="zh-CN" altLang="en-US" sz="3400" b="0" dirty="0">
                <a:solidFill>
                  <a:srgbClr val="000000"/>
                </a:solidFill>
                <a:effectLst/>
                <a:latin typeface="ui-sans-serif"/>
              </a:rPr>
              <a:t>数字序列；</a:t>
            </a:r>
            <a:endParaRPr lang="en-US" altLang="zh-CN" sz="3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400" b="0" dirty="0">
                <a:solidFill>
                  <a:srgbClr val="000000"/>
                </a:solidFill>
                <a:effectLst/>
                <a:latin typeface="ui-sans-serif"/>
              </a:rPr>
              <a:t>程序输出最长公共子序列长度；</a:t>
            </a:r>
            <a:endParaRPr lang="en-US" altLang="zh-CN" sz="3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400" b="0" dirty="0">
                <a:solidFill>
                  <a:srgbClr val="000000"/>
                </a:solidFill>
                <a:effectLst/>
                <a:latin typeface="ui-sans-serif"/>
              </a:rPr>
              <a:t>程序回溯输出具体的最长公共子序列字符串。</a:t>
            </a:r>
            <a:endParaRPr lang="en-US" altLang="zh-CN" sz="3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3400" b="1" dirty="0">
                <a:solidFill>
                  <a:srgbClr val="000000"/>
                </a:solidFill>
                <a:effectLst/>
                <a:latin typeface="ui-sans-serif"/>
              </a:rPr>
              <a:t>2. </a:t>
            </a:r>
            <a:r>
              <a:rPr lang="zh-CN" altLang="en-US" sz="3400" b="1" dirty="0">
                <a:solidFill>
                  <a:srgbClr val="000000"/>
                </a:solidFill>
                <a:effectLst/>
                <a:latin typeface="ui-sans-serif"/>
              </a:rPr>
              <a:t>原理总结掌握</a:t>
            </a:r>
            <a:endParaRPr lang="zh-CN" altLang="en-US" sz="3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457200" indent="-457200" algn="l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400" b="0" dirty="0">
                <a:solidFill>
                  <a:srgbClr val="000000"/>
                </a:solidFill>
                <a:effectLst/>
                <a:latin typeface="ui-sans-serif"/>
              </a:rPr>
              <a:t>能够解释 </a:t>
            </a:r>
            <a:r>
              <a:rPr lang="en-US" altLang="zh-CN" sz="3400" b="0" dirty="0">
                <a:solidFill>
                  <a:srgbClr val="000000"/>
                </a:solidFill>
                <a:effectLst/>
                <a:latin typeface="ui-sans-serif"/>
              </a:rPr>
              <a:t>LCS </a:t>
            </a:r>
            <a:r>
              <a:rPr lang="zh-CN" altLang="en-US" sz="3400" b="0" dirty="0">
                <a:solidFill>
                  <a:srgbClr val="000000"/>
                </a:solidFill>
                <a:effectLst/>
                <a:latin typeface="ui-sans-serif"/>
              </a:rPr>
              <a:t>问题适合动态规划、不适合暴力递归的原因；</a:t>
            </a:r>
            <a:endParaRPr lang="en-US" altLang="zh-CN" sz="3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457200" indent="-457200" algn="l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400" b="0" dirty="0">
                <a:solidFill>
                  <a:srgbClr val="000000"/>
                </a:solidFill>
                <a:effectLst/>
                <a:latin typeface="ui-sans-serif"/>
              </a:rPr>
              <a:t>总结动态规划通用解题思路；</a:t>
            </a:r>
            <a:endParaRPr lang="en-US" altLang="zh-CN" sz="3400" b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457200" indent="-457200" algn="l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400" b="0" dirty="0">
                <a:solidFill>
                  <a:srgbClr val="000000"/>
                </a:solidFill>
                <a:effectLst/>
                <a:latin typeface="ui-sans-serif"/>
              </a:rPr>
              <a:t>结合实验简述动态规划在实际工程中的应用场景。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501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实验室地点：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文科楼</a:t>
            </a:r>
            <a:r>
              <a:rPr lang="en-US" altLang="zh-CN" sz="2800" dirty="0"/>
              <a:t>235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90797704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90</TotalTime>
  <Words>238</Words>
  <Application>Microsoft Office PowerPoint</Application>
  <PresentationFormat>宽屏</PresentationFormat>
  <Paragraphs>22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ui-sans-serif</vt:lpstr>
      <vt:lpstr>Arial</vt:lpstr>
      <vt:lpstr>Trebuchet MS</vt:lpstr>
      <vt:lpstr>Wingdings 3</vt:lpstr>
      <vt:lpstr>平面</vt:lpstr>
      <vt:lpstr>动态规划法 —基于动态规划算法的最长公共子序列 (LCS) 求解与验证实验</vt:lpstr>
      <vt:lpstr>一、实验目的 </vt:lpstr>
      <vt:lpstr>二、实验内容 </vt:lpstr>
      <vt:lpstr>三、实验要求</vt:lpstr>
      <vt:lpstr>实验室地点：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分治算法的设计与分析</dc:title>
  <dc:creator>liuxh</dc:creator>
  <cp:lastModifiedBy>xiaohua Liu</cp:lastModifiedBy>
  <cp:revision>14</cp:revision>
  <dcterms:created xsi:type="dcterms:W3CDTF">2024-04-23T00:59:24Z</dcterms:created>
  <dcterms:modified xsi:type="dcterms:W3CDTF">2026-06-05T00:23:47Z</dcterms:modified>
</cp:coreProperties>
</file>