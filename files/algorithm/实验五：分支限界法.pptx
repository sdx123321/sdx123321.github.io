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分支限界法</a:t>
            </a:r>
          </a:p>
        </p:txBody>
      </p:sp>
    </p:spTree>
    <p:extLst>
      <p:ext uri="{BB962C8B-B14F-4D97-AF65-F5344CB8AC3E}">
        <p14:creationId xmlns:p14="http://schemas.microsoft.com/office/powerpoint/2010/main" val="3940202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247650"/>
            <a:ext cx="8596668" cy="1320800"/>
          </a:xfrm>
        </p:spPr>
        <p:txBody>
          <a:bodyPr/>
          <a:lstStyle/>
          <a:p>
            <a:r>
              <a:rPr lang="zh-CN" altLang="en-US" dirty="0"/>
              <a:t>实验内容：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77335" y="1112146"/>
                <a:ext cx="9209616" cy="549820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FF0000"/>
                    </a:solidFill>
                  </a:rPr>
                  <a:t>问题背景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：</a:t>
                </a:r>
                <a:r>
                  <a:rPr lang="zh-CN" altLang="en-US" sz="2000" dirty="0"/>
                  <a:t>视频后期合成流水线分为两道工序：视频渲染、音频混音。所有素材必须先完成渲染，再进行混音。两台机器分别负责两道工序，安排素材处理顺序，让全部素材完成制作的总时长最短。</a:t>
                </a:r>
                <a:endParaRPr lang="en-US" altLang="zh-CN" sz="20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FF0000"/>
                    </a:solidFill>
                  </a:rPr>
                  <a:t>问题描述：</a:t>
                </a:r>
                <a:endParaRPr lang="en-US" altLang="zh-CN" b="1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000" dirty="0"/>
                  <a:t>试设计一个用优先队列式分支限界法搜索排列空间树的函数。该函数的参数包括结点可行性判定函数和上界函数等必要的函数，并将此函数用于解批处理作业调度问题。</a:t>
                </a:r>
                <a:r>
                  <a:rPr lang="en-US" altLang="zh-CN" sz="2000" dirty="0"/>
                  <a:t>n </a:t>
                </a:r>
                <a:r>
                  <a:rPr lang="zh-CN" altLang="en-US" sz="2000" dirty="0"/>
                  <a:t>个音视频素材</a:t>
                </a:r>
                <a:r>
                  <a:rPr lang="en-US" altLang="zh-CN" sz="2000" dirty="0"/>
                  <a:t>J = {J1 , J2 , …, Jn } </a:t>
                </a:r>
                <a:r>
                  <a:rPr lang="zh-CN" altLang="en-US" sz="2000" dirty="0"/>
                  <a:t>，第</a:t>
                </a:r>
                <a:r>
                  <a:rPr lang="en-US" altLang="zh-CN" sz="2000" dirty="0" err="1"/>
                  <a:t>i</a:t>
                </a:r>
                <a:r>
                  <a:rPr lang="zh-CN" altLang="en-US" sz="2000" dirty="0"/>
                  <a:t>个素材在机器</a:t>
                </a:r>
                <a:r>
                  <a:rPr lang="en-US" altLang="zh-CN" sz="2000" dirty="0"/>
                  <a:t>j</a:t>
                </a:r>
                <a:r>
                  <a:rPr lang="zh-CN" altLang="en-US" sz="2000" dirty="0"/>
                  <a:t>的耗时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000" dirty="0"/>
                  <a:t>，</a:t>
                </a:r>
                <a:r>
                  <a:rPr lang="en-US" altLang="zh-CN" sz="2000" dirty="0" err="1"/>
                  <a:t>i</a:t>
                </a:r>
                <a:r>
                  <a:rPr lang="en-US" altLang="zh-CN" sz="2000" dirty="0"/>
                  <a:t>=1,2,…,n</a:t>
                </a:r>
                <a:r>
                  <a:rPr lang="zh-CN" altLang="en-US" sz="2000" dirty="0"/>
                  <a:t>；</a:t>
                </a:r>
                <a:r>
                  <a:rPr lang="en-US" altLang="zh-CN" sz="2000" dirty="0"/>
                  <a:t>j=1,2</a:t>
                </a:r>
                <a:r>
                  <a:rPr lang="zh-CN" altLang="en-US" sz="2000" dirty="0"/>
                  <a:t>。遵循  「先渲染、后混音」规则，用优先队列式分支限界法规划加工顺序，求出最短总完工时间及素材处理顺序编号。</a:t>
                </a: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5" y="1112146"/>
                <a:ext cx="9209616" cy="5498204"/>
              </a:xfrm>
              <a:blipFill>
                <a:blip r:embed="rId2"/>
                <a:stretch>
                  <a:fillRect l="-662" r="-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7678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81BF39A-AA0F-485F-9D82-6D976AD79A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635" y="482886"/>
            <a:ext cx="9750603" cy="5568084"/>
          </a:xfrm>
        </p:spPr>
      </p:pic>
    </p:spTree>
    <p:extLst>
      <p:ext uri="{BB962C8B-B14F-4D97-AF65-F5344CB8AC3E}">
        <p14:creationId xmlns:p14="http://schemas.microsoft.com/office/powerpoint/2010/main" val="1245959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实验室地点：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文科楼</a:t>
            </a:r>
            <a:r>
              <a:rPr lang="en-US" altLang="zh-CN" sz="2800" dirty="0"/>
              <a:t>235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90797704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79</TotalTime>
  <Words>188</Words>
  <Application>Microsoft Office PowerPoint</Application>
  <PresentationFormat>宽屏</PresentationFormat>
  <Paragraphs>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Arial</vt:lpstr>
      <vt:lpstr>Cambria Math</vt:lpstr>
      <vt:lpstr>Trebuchet MS</vt:lpstr>
      <vt:lpstr>Wingdings 3</vt:lpstr>
      <vt:lpstr>平面</vt:lpstr>
      <vt:lpstr>分支限界法</vt:lpstr>
      <vt:lpstr>实验内容：</vt:lpstr>
      <vt:lpstr>PowerPoint 演示文稿</vt:lpstr>
      <vt:lpstr>实验室地点：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分治算法的设计与分析</dc:title>
  <dc:creator>liuxh</dc:creator>
  <cp:lastModifiedBy>xiaohua Liu</cp:lastModifiedBy>
  <cp:revision>16</cp:revision>
  <dcterms:created xsi:type="dcterms:W3CDTF">2024-04-23T00:59:24Z</dcterms:created>
  <dcterms:modified xsi:type="dcterms:W3CDTF">2026-05-31T23:14:09Z</dcterms:modified>
</cp:coreProperties>
</file>