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9" r:id="rId1"/>
    <p:sldMasterId id="2147483917" r:id="rId2"/>
    <p:sldMasterId id="2147483929" r:id="rId3"/>
  </p:sldMasterIdLst>
  <p:notesMasterIdLst>
    <p:notesMasterId r:id="rId88"/>
  </p:notesMasterIdLst>
  <p:handoutMasterIdLst>
    <p:handoutMasterId r:id="rId89"/>
  </p:handoutMasterIdLst>
  <p:sldIdLst>
    <p:sldId id="428" r:id="rId4"/>
    <p:sldId id="429" r:id="rId5"/>
    <p:sldId id="445" r:id="rId6"/>
    <p:sldId id="430" r:id="rId7"/>
    <p:sldId id="431" r:id="rId8"/>
    <p:sldId id="432" r:id="rId9"/>
    <p:sldId id="433" r:id="rId10"/>
    <p:sldId id="434" r:id="rId11"/>
    <p:sldId id="442" r:id="rId12"/>
    <p:sldId id="435" r:id="rId13"/>
    <p:sldId id="436" r:id="rId14"/>
    <p:sldId id="437" r:id="rId15"/>
    <p:sldId id="438" r:id="rId16"/>
    <p:sldId id="489" r:id="rId17"/>
    <p:sldId id="490" r:id="rId18"/>
    <p:sldId id="622" r:id="rId19"/>
    <p:sldId id="621" r:id="rId20"/>
    <p:sldId id="492" r:id="rId21"/>
    <p:sldId id="623" r:id="rId22"/>
    <p:sldId id="494" r:id="rId23"/>
    <p:sldId id="495" r:id="rId24"/>
    <p:sldId id="496" r:id="rId25"/>
    <p:sldId id="497" r:id="rId26"/>
    <p:sldId id="498" r:id="rId27"/>
    <p:sldId id="499" r:id="rId28"/>
    <p:sldId id="501" r:id="rId29"/>
    <p:sldId id="624" r:id="rId30"/>
    <p:sldId id="502" r:id="rId31"/>
    <p:sldId id="503" r:id="rId32"/>
    <p:sldId id="311" r:id="rId33"/>
    <p:sldId id="299" r:id="rId34"/>
    <p:sldId id="302" r:id="rId35"/>
    <p:sldId id="300" r:id="rId36"/>
    <p:sldId id="506" r:id="rId37"/>
    <p:sldId id="620" r:id="rId38"/>
    <p:sldId id="625" r:id="rId39"/>
    <p:sldId id="512" r:id="rId40"/>
    <p:sldId id="627" r:id="rId41"/>
    <p:sldId id="513" r:id="rId42"/>
    <p:sldId id="522" r:id="rId43"/>
    <p:sldId id="523" r:id="rId44"/>
    <p:sldId id="528" r:id="rId45"/>
    <p:sldId id="529" r:id="rId46"/>
    <p:sldId id="530" r:id="rId47"/>
    <p:sldId id="531" r:id="rId48"/>
    <p:sldId id="532" r:id="rId49"/>
    <p:sldId id="533" r:id="rId50"/>
    <p:sldId id="534" r:id="rId51"/>
    <p:sldId id="535" r:id="rId52"/>
    <p:sldId id="536" r:id="rId53"/>
    <p:sldId id="537" r:id="rId54"/>
    <p:sldId id="538" r:id="rId55"/>
    <p:sldId id="539" r:id="rId56"/>
    <p:sldId id="540" r:id="rId57"/>
    <p:sldId id="541" r:id="rId58"/>
    <p:sldId id="542" r:id="rId59"/>
    <p:sldId id="543" r:id="rId60"/>
    <p:sldId id="544" r:id="rId61"/>
    <p:sldId id="545" r:id="rId62"/>
    <p:sldId id="546" r:id="rId63"/>
    <p:sldId id="547" r:id="rId64"/>
    <p:sldId id="548" r:id="rId65"/>
    <p:sldId id="549" r:id="rId66"/>
    <p:sldId id="550" r:id="rId67"/>
    <p:sldId id="551" r:id="rId68"/>
    <p:sldId id="628" r:id="rId69"/>
    <p:sldId id="552" r:id="rId70"/>
    <p:sldId id="553" r:id="rId71"/>
    <p:sldId id="554" r:id="rId72"/>
    <p:sldId id="555" r:id="rId73"/>
    <p:sldId id="556" r:id="rId74"/>
    <p:sldId id="557" r:id="rId75"/>
    <p:sldId id="558" r:id="rId76"/>
    <p:sldId id="559" r:id="rId77"/>
    <p:sldId id="560" r:id="rId78"/>
    <p:sldId id="562" r:id="rId79"/>
    <p:sldId id="563" r:id="rId80"/>
    <p:sldId id="565" r:id="rId81"/>
    <p:sldId id="566" r:id="rId82"/>
    <p:sldId id="567" r:id="rId83"/>
    <p:sldId id="626" r:id="rId84"/>
    <p:sldId id="573" r:id="rId85"/>
    <p:sldId id="574" r:id="rId86"/>
    <p:sldId id="527" r:id="rId87"/>
  </p:sldIdLst>
  <p:sldSz cx="9144000" cy="6858000" type="screen4x3"/>
  <p:notesSz cx="7102475" cy="10233025"/>
  <p:defaultTextStyle>
    <a:defPPr>
      <a:defRPr lang="zh-TW"/>
    </a:defPPr>
    <a:lvl1pPr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FF3300"/>
    <a:srgbClr val="00CC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13" autoAdjust="0"/>
    <p:restoredTop sz="94658" autoAdjust="0"/>
  </p:normalViewPr>
  <p:slideViewPr>
    <p:cSldViewPr>
      <p:cViewPr varScale="1">
        <p:scale>
          <a:sx n="82" d="100"/>
          <a:sy n="82" d="100"/>
        </p:scale>
        <p:origin x="1483"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9114"/>
    </p:cViewPr>
  </p:sorterViewPr>
  <p:notesViewPr>
    <p:cSldViewPr>
      <p:cViewPr varScale="1">
        <p:scale>
          <a:sx n="56" d="100"/>
          <a:sy n="56" d="100"/>
        </p:scale>
        <p:origin x="-1242" y="-96"/>
      </p:cViewPr>
      <p:guideLst>
        <p:guide orient="horz" pos="3223"/>
        <p:guide pos="2237"/>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handoutMaster" Target="handoutMasters/handoutMaster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presProps" Target="presProp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bwMode="auto">
          <a:xfrm>
            <a:off x="0" y="0"/>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t" anchorCtr="0" compatLnSpc="1">
            <a:prstTxWarp prst="textNoShape">
              <a:avLst/>
            </a:prstTxWarp>
          </a:bodyPr>
          <a:lstStyle>
            <a:lvl1pPr eaLnBrk="1" hangingPunct="1">
              <a:defRPr kumimoji="1" sz="1300">
                <a:latin typeface="Arial" charset="0"/>
                <a:ea typeface="PMingLiU" pitchFamily="18" charset="-120"/>
              </a:defRPr>
            </a:lvl1pPr>
          </a:lstStyle>
          <a:p>
            <a:pPr>
              <a:defRPr/>
            </a:pPr>
            <a:endParaRPr lang="zh-CN" altLang="en-US"/>
          </a:p>
        </p:txBody>
      </p:sp>
      <p:sp>
        <p:nvSpPr>
          <p:cNvPr id="94211" name="Rectangle 3"/>
          <p:cNvSpPr>
            <a:spLocks noGrp="1" noChangeArrowheads="1"/>
          </p:cNvSpPr>
          <p:nvPr>
            <p:ph type="dt" sz="quarter" idx="1"/>
          </p:nvPr>
        </p:nvSpPr>
        <p:spPr bwMode="auto">
          <a:xfrm>
            <a:off x="4023092" y="0"/>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t" anchorCtr="0" compatLnSpc="1">
            <a:prstTxWarp prst="textNoShape">
              <a:avLst/>
            </a:prstTxWarp>
          </a:bodyPr>
          <a:lstStyle>
            <a:lvl1pPr algn="r" eaLnBrk="1" hangingPunct="1">
              <a:defRPr kumimoji="1" sz="1300">
                <a:latin typeface="Arial" charset="0"/>
                <a:ea typeface="PMingLiU" pitchFamily="18" charset="-120"/>
              </a:defRPr>
            </a:lvl1pPr>
          </a:lstStyle>
          <a:p>
            <a:pPr>
              <a:defRPr/>
            </a:pPr>
            <a:endParaRPr lang="en-US" altLang="zh-CN"/>
          </a:p>
        </p:txBody>
      </p:sp>
      <p:sp>
        <p:nvSpPr>
          <p:cNvPr id="94212" name="Rectangle 4"/>
          <p:cNvSpPr>
            <a:spLocks noGrp="1" noChangeArrowheads="1"/>
          </p:cNvSpPr>
          <p:nvPr>
            <p:ph type="ftr" sz="quarter" idx="2"/>
          </p:nvPr>
        </p:nvSpPr>
        <p:spPr bwMode="auto">
          <a:xfrm>
            <a:off x="0" y="9719598"/>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b" anchorCtr="0" compatLnSpc="1">
            <a:prstTxWarp prst="textNoShape">
              <a:avLst/>
            </a:prstTxWarp>
          </a:bodyPr>
          <a:lstStyle>
            <a:lvl1pPr eaLnBrk="1" hangingPunct="1">
              <a:defRPr kumimoji="1" sz="1300">
                <a:latin typeface="Arial" charset="0"/>
                <a:ea typeface="PMingLiU" pitchFamily="18" charset="-120"/>
              </a:defRPr>
            </a:lvl1pPr>
          </a:lstStyle>
          <a:p>
            <a:pPr>
              <a:defRPr/>
            </a:pPr>
            <a:endParaRPr lang="en-US" altLang="zh-CN"/>
          </a:p>
        </p:txBody>
      </p:sp>
      <p:sp>
        <p:nvSpPr>
          <p:cNvPr id="94213" name="Rectangle 5"/>
          <p:cNvSpPr>
            <a:spLocks noGrp="1" noChangeArrowheads="1"/>
          </p:cNvSpPr>
          <p:nvPr>
            <p:ph type="sldNum" sz="quarter" idx="3"/>
          </p:nvPr>
        </p:nvSpPr>
        <p:spPr bwMode="auto">
          <a:xfrm>
            <a:off x="4023092" y="9719598"/>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b" anchorCtr="0" compatLnSpc="1">
            <a:prstTxWarp prst="textNoShape">
              <a:avLst/>
            </a:prstTxWarp>
          </a:bodyPr>
          <a:lstStyle>
            <a:lvl1pPr algn="r" eaLnBrk="1" hangingPunct="1">
              <a:defRPr kumimoji="1" sz="1300">
                <a:latin typeface="Arial" panose="020B0604020202020204" pitchFamily="34" charset="0"/>
                <a:ea typeface="PMingLiU" panose="02020500000000000000" pitchFamily="18" charset="-120"/>
              </a:defRPr>
            </a:lvl1pPr>
          </a:lstStyle>
          <a:p>
            <a:fld id="{056B376E-F8D8-461B-AD60-7A19F46C54D6}"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t" anchorCtr="0" compatLnSpc="1">
            <a:prstTxWarp prst="textNoShape">
              <a:avLst/>
            </a:prstTxWarp>
          </a:bodyPr>
          <a:lstStyle>
            <a:lvl1pPr eaLnBrk="1" hangingPunct="1">
              <a:defRPr kumimoji="1" sz="1300">
                <a:latin typeface="Arial" charset="0"/>
                <a:ea typeface="PMingLiU" pitchFamily="18" charset="-120"/>
              </a:defRPr>
            </a:lvl1pPr>
          </a:lstStyle>
          <a:p>
            <a:pPr>
              <a:defRPr/>
            </a:pPr>
            <a:endParaRPr lang="zh-CN" altLang="en-US"/>
          </a:p>
        </p:txBody>
      </p:sp>
      <p:sp>
        <p:nvSpPr>
          <p:cNvPr id="131075" name="Rectangle 3"/>
          <p:cNvSpPr>
            <a:spLocks noGrp="1" noChangeArrowheads="1"/>
          </p:cNvSpPr>
          <p:nvPr>
            <p:ph type="dt" idx="1"/>
          </p:nvPr>
        </p:nvSpPr>
        <p:spPr bwMode="auto">
          <a:xfrm>
            <a:off x="4023092" y="0"/>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t" anchorCtr="0" compatLnSpc="1">
            <a:prstTxWarp prst="textNoShape">
              <a:avLst/>
            </a:prstTxWarp>
          </a:bodyPr>
          <a:lstStyle>
            <a:lvl1pPr algn="r" eaLnBrk="1" hangingPunct="1">
              <a:defRPr kumimoji="1" sz="1300">
                <a:latin typeface="Arial" charset="0"/>
                <a:ea typeface="PMingLiU" pitchFamily="18" charset="-120"/>
              </a:defRPr>
            </a:lvl1pPr>
          </a:lstStyle>
          <a:p>
            <a:pPr>
              <a:defRPr/>
            </a:pPr>
            <a:endParaRPr lang="en-US" altLang="zh-CN"/>
          </a:p>
        </p:txBody>
      </p:sp>
      <p:sp>
        <p:nvSpPr>
          <p:cNvPr id="38916" name="Rectangle 4"/>
          <p:cNvSpPr>
            <a:spLocks noGrp="1" noRot="1" noChangeAspect="1" noChangeArrowheads="1" noTextEdit="1"/>
          </p:cNvSpPr>
          <p:nvPr>
            <p:ph type="sldImg" idx="2"/>
          </p:nvPr>
        </p:nvSpPr>
        <p:spPr bwMode="auto">
          <a:xfrm>
            <a:off x="992188" y="766763"/>
            <a:ext cx="5118100" cy="38385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1077" name="Rectangle 5"/>
          <p:cNvSpPr>
            <a:spLocks noGrp="1" noChangeArrowheads="1"/>
          </p:cNvSpPr>
          <p:nvPr>
            <p:ph type="body" sz="quarter" idx="3"/>
          </p:nvPr>
        </p:nvSpPr>
        <p:spPr bwMode="auto">
          <a:xfrm>
            <a:off x="710248" y="4860687"/>
            <a:ext cx="5681980" cy="4604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31078" name="Rectangle 6"/>
          <p:cNvSpPr>
            <a:spLocks noGrp="1" noChangeArrowheads="1"/>
          </p:cNvSpPr>
          <p:nvPr>
            <p:ph type="ftr" sz="quarter" idx="4"/>
          </p:nvPr>
        </p:nvSpPr>
        <p:spPr bwMode="auto">
          <a:xfrm>
            <a:off x="0" y="9719598"/>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b" anchorCtr="0" compatLnSpc="1">
            <a:prstTxWarp prst="textNoShape">
              <a:avLst/>
            </a:prstTxWarp>
          </a:bodyPr>
          <a:lstStyle>
            <a:lvl1pPr eaLnBrk="1" hangingPunct="1">
              <a:defRPr kumimoji="1" sz="1300">
                <a:latin typeface="Arial" charset="0"/>
                <a:ea typeface="PMingLiU" pitchFamily="18" charset="-120"/>
              </a:defRPr>
            </a:lvl1pPr>
          </a:lstStyle>
          <a:p>
            <a:pPr>
              <a:defRPr/>
            </a:pPr>
            <a:endParaRPr lang="en-US" altLang="zh-CN"/>
          </a:p>
        </p:txBody>
      </p:sp>
      <p:sp>
        <p:nvSpPr>
          <p:cNvPr id="131079" name="Rectangle 7"/>
          <p:cNvSpPr>
            <a:spLocks noGrp="1" noChangeArrowheads="1"/>
          </p:cNvSpPr>
          <p:nvPr>
            <p:ph type="sldNum" sz="quarter" idx="5"/>
          </p:nvPr>
        </p:nvSpPr>
        <p:spPr bwMode="auto">
          <a:xfrm>
            <a:off x="4023092" y="9719598"/>
            <a:ext cx="3077739" cy="511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57" tIns="49528" rIns="99057" bIns="49528" numCol="1" anchor="b" anchorCtr="0" compatLnSpc="1">
            <a:prstTxWarp prst="textNoShape">
              <a:avLst/>
            </a:prstTxWarp>
          </a:bodyPr>
          <a:lstStyle>
            <a:lvl1pPr algn="r" eaLnBrk="1" hangingPunct="1">
              <a:defRPr kumimoji="1" sz="1300">
                <a:latin typeface="Arial" panose="020B0604020202020204" pitchFamily="34" charset="0"/>
                <a:ea typeface="PMingLiU" panose="02020500000000000000" pitchFamily="18" charset="-120"/>
              </a:defRPr>
            </a:lvl1pPr>
          </a:lstStyle>
          <a:p>
            <a:fld id="{AF1A803D-D698-46AD-AF67-D7ECD8A4F95C}"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PMingLiU"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936503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0071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3201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3353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552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DF2A954-9966-4829-A153-7907F1C2BF4F}" type="datetimeFigureOut">
              <a:rPr lang="zh-CN" altLang="en-US" smtClean="0"/>
              <a:t>2025/3/2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F13E33-43CC-4E0F-85E5-C719C013D5F2}" type="slidenum">
              <a:rPr lang="zh-CN" altLang="en-US" smtClean="0"/>
              <a:t>‹#›</a:t>
            </a:fld>
            <a:endParaRPr lang="zh-CN" altLang="en-US"/>
          </a:p>
        </p:txBody>
      </p:sp>
    </p:spTree>
    <p:extLst>
      <p:ext uri="{BB962C8B-B14F-4D97-AF65-F5344CB8AC3E}">
        <p14:creationId xmlns:p14="http://schemas.microsoft.com/office/powerpoint/2010/main" val="134411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DF2A954-9966-4829-A153-7907F1C2BF4F}" type="datetimeFigureOut">
              <a:rPr lang="zh-CN" altLang="en-US" smtClean="0"/>
              <a:t>2025/3/2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F13E33-43CC-4E0F-85E5-C719C013D5F2}" type="slidenum">
              <a:rPr lang="zh-CN" altLang="en-US" smtClean="0"/>
              <a:t>‹#›</a:t>
            </a:fld>
            <a:endParaRPr lang="zh-CN" altLang="en-US"/>
          </a:p>
        </p:txBody>
      </p:sp>
    </p:spTree>
    <p:extLst>
      <p:ext uri="{BB962C8B-B14F-4D97-AF65-F5344CB8AC3E}">
        <p14:creationId xmlns:p14="http://schemas.microsoft.com/office/powerpoint/2010/main" val="488166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3634154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2599113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332352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1529395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3150772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2903242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3035770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68613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42664835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24501593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B717B4-4078-4176-9966-43778C93659F}" type="datetimeFigureOut">
              <a:rPr lang="zh-CN" altLang="en-US" smtClean="0"/>
              <a:t>2025/3/2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42258494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grpSp>
          <p:nvGrpSpPr>
            <p:cNvPr id="6" name="Group 4"/>
            <p:cNvGrpSpPr>
              <a:grpSpLocks/>
            </p:cNvGrpSpPr>
            <p:nvPr userDrawn="1"/>
          </p:nvGrpSpPr>
          <p:grpSpPr bwMode="auto">
            <a:xfrm>
              <a:off x="0" y="-12"/>
              <a:ext cx="5760" cy="1045"/>
              <a:chOff x="0" y="-9"/>
              <a:chExt cx="5760" cy="1045"/>
            </a:xfrm>
          </p:grpSpPr>
          <p:sp>
            <p:nvSpPr>
              <p:cNvPr id="8" name="Freeform 5"/>
              <p:cNvSpPr>
                <a:spLocks/>
              </p:cNvSpPr>
              <p:nvPr userDrawn="1"/>
            </p:nvSpPr>
            <p:spPr bwMode="ltGray">
              <a:xfrm>
                <a:off x="0" y="4"/>
                <a:ext cx="5760" cy="1032"/>
              </a:xfrm>
              <a:custGeom>
                <a:avLst/>
                <a:gdLst>
                  <a:gd name="T0" fmla="*/ 76435 w 4848"/>
                  <a:gd name="T1" fmla="*/ 485940542 h 432"/>
                  <a:gd name="T2" fmla="*/ 0 w 4848"/>
                  <a:gd name="T3" fmla="*/ 485940542 h 432"/>
                  <a:gd name="T4" fmla="*/ 0 w 4848"/>
                  <a:gd name="T5" fmla="*/ 0 h 432"/>
                  <a:gd name="T6" fmla="*/ 76435 w 4848"/>
                  <a:gd name="T7" fmla="*/ 0 h 432"/>
                  <a:gd name="T8" fmla="*/ 76435 w 4848"/>
                  <a:gd name="T9" fmla="*/ 48594054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ffectLst/>
              <a:extLst>
                <a:ext uri="{91240B29-F687-4F45-9708-019B960494DF}">
                  <a14:hiddenLine xmlns:a14="http://schemas.microsoft.com/office/drawing/2010/main" w="9525">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7 w 15"/>
                    <a:gd name="T1" fmla="*/ 3 h 23"/>
                    <a:gd name="T2" fmla="*/ 110 w 15"/>
                    <a:gd name="T3" fmla="*/ 3 h 23"/>
                    <a:gd name="T4" fmla="*/ 97 w 15"/>
                    <a:gd name="T5" fmla="*/ 3 h 23"/>
                    <a:gd name="T6" fmla="*/ 37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8"/>
                <p:cNvSpPr>
                  <a:spLocks/>
                </p:cNvSpPr>
                <p:nvPr userDrawn="1"/>
              </p:nvSpPr>
              <p:spPr bwMode="ltGray">
                <a:xfrm>
                  <a:off x="3406" y="1015"/>
                  <a:ext cx="21" cy="20"/>
                </a:xfrm>
                <a:custGeom>
                  <a:avLst/>
                  <a:gdLst>
                    <a:gd name="T0" fmla="*/ 3 w 20"/>
                    <a:gd name="T1" fmla="*/ 3 h 23"/>
                    <a:gd name="T2" fmla="*/ 27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9"/>
                <p:cNvSpPr>
                  <a:spLocks/>
                </p:cNvSpPr>
                <p:nvPr userDrawn="1"/>
              </p:nvSpPr>
              <p:spPr bwMode="ltGray">
                <a:xfrm>
                  <a:off x="2909" y="908"/>
                  <a:ext cx="31" cy="34"/>
                </a:xfrm>
                <a:custGeom>
                  <a:avLst/>
                  <a:gdLst>
                    <a:gd name="T0" fmla="*/ 32 w 30"/>
                    <a:gd name="T1" fmla="*/ 2 h 42"/>
                    <a:gd name="T2" fmla="*/ 8 w 30"/>
                    <a:gd name="T3" fmla="*/ 2 h 42"/>
                    <a:gd name="T4" fmla="*/ 0 w 30"/>
                    <a:gd name="T5" fmla="*/ 2 h 42"/>
                    <a:gd name="T6" fmla="*/ 32 w 30"/>
                    <a:gd name="T7" fmla="*/ 2 h 42"/>
                    <a:gd name="T8" fmla="*/ 47 w 30"/>
                    <a:gd name="T9" fmla="*/ 2 h 42"/>
                    <a:gd name="T10" fmla="*/ 44 w 30"/>
                    <a:gd name="T11" fmla="*/ 2 h 42"/>
                    <a:gd name="T12" fmla="*/ 32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6 w 69"/>
                    <a:gd name="T5" fmla="*/ 1 h 47"/>
                    <a:gd name="T6" fmla="*/ 48 w 69"/>
                    <a:gd name="T7" fmla="*/ 2 h 47"/>
                    <a:gd name="T8" fmla="*/ 34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3 h 277"/>
                    <a:gd name="T10" fmla="*/ 122 w 355"/>
                    <a:gd name="T11" fmla="*/ 5 h 277"/>
                    <a:gd name="T12" fmla="*/ 136 w 355"/>
                    <a:gd name="T13" fmla="*/ 6 h 277"/>
                    <a:gd name="T14" fmla="*/ 148 w 355"/>
                    <a:gd name="T15" fmla="*/ 6 h 277"/>
                    <a:gd name="T16" fmla="*/ 154 w 355"/>
                    <a:gd name="T17" fmla="*/ 7 h 277"/>
                    <a:gd name="T18" fmla="*/ 176 w 355"/>
                    <a:gd name="T19" fmla="*/ 7 h 277"/>
                    <a:gd name="T20" fmla="*/ 170 w 355"/>
                    <a:gd name="T21" fmla="*/ 9 h 277"/>
                    <a:gd name="T22" fmla="*/ 177 w 355"/>
                    <a:gd name="T23" fmla="*/ 10 h 277"/>
                    <a:gd name="T24" fmla="*/ 182 w 355"/>
                    <a:gd name="T25" fmla="*/ 10 h 277"/>
                    <a:gd name="T26" fmla="*/ 200 w 355"/>
                    <a:gd name="T27" fmla="*/ 10 h 277"/>
                    <a:gd name="T28" fmla="*/ 220 w 355"/>
                    <a:gd name="T29" fmla="*/ 11 h 277"/>
                    <a:gd name="T30" fmla="*/ 238 w 355"/>
                    <a:gd name="T31" fmla="*/ 11 h 277"/>
                    <a:gd name="T32" fmla="*/ 256 w 355"/>
                    <a:gd name="T33" fmla="*/ 11 h 277"/>
                    <a:gd name="T34" fmla="*/ 280 w 355"/>
                    <a:gd name="T35" fmla="*/ 12 h 277"/>
                    <a:gd name="T36" fmla="*/ 298 w 355"/>
                    <a:gd name="T37" fmla="*/ 12 h 277"/>
                    <a:gd name="T38" fmla="*/ 336 w 355"/>
                    <a:gd name="T39" fmla="*/ 12 h 277"/>
                    <a:gd name="T40" fmla="*/ 326 w 355"/>
                    <a:gd name="T41" fmla="*/ 12 h 277"/>
                    <a:gd name="T42" fmla="*/ 306 w 355"/>
                    <a:gd name="T43" fmla="*/ 12 h 277"/>
                    <a:gd name="T44" fmla="*/ 284 w 355"/>
                    <a:gd name="T45" fmla="*/ 12 h 277"/>
                    <a:gd name="T46" fmla="*/ 272 w 355"/>
                    <a:gd name="T47" fmla="*/ 12 h 277"/>
                    <a:gd name="T48" fmla="*/ 236 w 355"/>
                    <a:gd name="T49" fmla="*/ 12 h 277"/>
                    <a:gd name="T50" fmla="*/ 218 w 355"/>
                    <a:gd name="T51" fmla="*/ 12 h 277"/>
                    <a:gd name="T52" fmla="*/ 172 w 355"/>
                    <a:gd name="T53" fmla="*/ 11 h 277"/>
                    <a:gd name="T54" fmla="*/ 160 w 355"/>
                    <a:gd name="T55" fmla="*/ 10 h 277"/>
                    <a:gd name="T56" fmla="*/ 126 w 355"/>
                    <a:gd name="T57" fmla="*/ 9 h 277"/>
                    <a:gd name="T58" fmla="*/ 108 w 355"/>
                    <a:gd name="T59" fmla="*/ 8 h 277"/>
                    <a:gd name="T60" fmla="*/ 94 w 355"/>
                    <a:gd name="T61" fmla="*/ 7 h 277"/>
                    <a:gd name="T62" fmla="*/ 68 w 355"/>
                    <a:gd name="T63" fmla="*/ 5 h 277"/>
                    <a:gd name="T64" fmla="*/ 64 w 355"/>
                    <a:gd name="T65" fmla="*/ 5 h 277"/>
                    <a:gd name="T66" fmla="*/ 58 w 355"/>
                    <a:gd name="T67" fmla="*/ 5 h 277"/>
                    <a:gd name="T68" fmla="*/ 54 w 355"/>
                    <a:gd name="T69" fmla="*/ 4 h 277"/>
                    <a:gd name="T70" fmla="*/ 38 w 355"/>
                    <a:gd name="T71" fmla="*/ 2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6 w 156"/>
                    <a:gd name="T7" fmla="*/ 2 h 206"/>
                    <a:gd name="T8" fmla="*/ 122 w 156"/>
                    <a:gd name="T9" fmla="*/ 2 h 206"/>
                    <a:gd name="T10" fmla="*/ 128 w 156"/>
                    <a:gd name="T11" fmla="*/ 2 h 206"/>
                    <a:gd name="T12" fmla="*/ 140 w 156"/>
                    <a:gd name="T13" fmla="*/ 0 h 206"/>
                    <a:gd name="T14" fmla="*/ 166 w 156"/>
                    <a:gd name="T15" fmla="*/ 2 h 206"/>
                    <a:gd name="T16" fmla="*/ 162 w 156"/>
                    <a:gd name="T17" fmla="*/ 2 h 206"/>
                    <a:gd name="T18" fmla="*/ 142 w 156"/>
                    <a:gd name="T19" fmla="*/ 2 h 206"/>
                    <a:gd name="T20" fmla="*/ 148 w 156"/>
                    <a:gd name="T21" fmla="*/ 3 h 206"/>
                    <a:gd name="T22" fmla="*/ 158 w 156"/>
                    <a:gd name="T23" fmla="*/ 4 h 206"/>
                    <a:gd name="T24" fmla="*/ 162 w 156"/>
                    <a:gd name="T25" fmla="*/ 4 h 206"/>
                    <a:gd name="T26" fmla="*/ 144 w 156"/>
                    <a:gd name="T27" fmla="*/ 4 h 206"/>
                    <a:gd name="T28" fmla="*/ 132 w 156"/>
                    <a:gd name="T29" fmla="*/ 5 h 206"/>
                    <a:gd name="T30" fmla="*/ 120 w 156"/>
                    <a:gd name="T31" fmla="*/ 5 h 206"/>
                    <a:gd name="T32" fmla="*/ 116 w 156"/>
                    <a:gd name="T33" fmla="*/ 6 h 206"/>
                    <a:gd name="T34" fmla="*/ 104 w 156"/>
                    <a:gd name="T35" fmla="*/ 7 h 206"/>
                    <a:gd name="T36" fmla="*/ 98 w 156"/>
                    <a:gd name="T37" fmla="*/ 7 h 206"/>
                    <a:gd name="T38" fmla="*/ 76 w 156"/>
                    <a:gd name="T39" fmla="*/ 7 h 206"/>
                    <a:gd name="T40" fmla="*/ 72 w 156"/>
                    <a:gd name="T41" fmla="*/ 6 h 206"/>
                    <a:gd name="T42" fmla="*/ 60 w 156"/>
                    <a:gd name="T43" fmla="*/ 6 h 206"/>
                    <a:gd name="T44" fmla="*/ 42 w 156"/>
                    <a:gd name="T45" fmla="*/ 6 h 206"/>
                    <a:gd name="T46" fmla="*/ 28 w 156"/>
                    <a:gd name="T47" fmla="*/ 6 h 206"/>
                    <a:gd name="T48" fmla="*/ 10 w 156"/>
                    <a:gd name="T49" fmla="*/ 5 h 206"/>
                    <a:gd name="T50" fmla="*/ 4 w 156"/>
                    <a:gd name="T51" fmla="*/ 4 h 206"/>
                    <a:gd name="T52" fmla="*/ 0 w 156"/>
                    <a:gd name="T53" fmla="*/ 4 h 206"/>
                    <a:gd name="T54" fmla="*/ 20 w 156"/>
                    <a:gd name="T55" fmla="*/ 3 h 206"/>
                    <a:gd name="T56" fmla="*/ 32 w 156"/>
                    <a:gd name="T57" fmla="*/ 3 h 206"/>
                    <a:gd name="T58" fmla="*/ 34 w 156"/>
                    <a:gd name="T59" fmla="*/ 2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8 w 109"/>
                    <a:gd name="T7" fmla="*/ 3 h 38"/>
                    <a:gd name="T8" fmla="*/ 106 w 109"/>
                    <a:gd name="T9" fmla="*/ 0 h 38"/>
                    <a:gd name="T10" fmla="*/ 92 w 109"/>
                    <a:gd name="T11" fmla="*/ 3 h 38"/>
                    <a:gd name="T12" fmla="*/ 76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6 w 76"/>
                    <a:gd name="T7" fmla="*/ 2 h 104"/>
                    <a:gd name="T8" fmla="*/ 38 w 76"/>
                    <a:gd name="T9" fmla="*/ 2 h 104"/>
                    <a:gd name="T10" fmla="*/ 38 w 76"/>
                    <a:gd name="T11" fmla="*/ 2 h 104"/>
                    <a:gd name="T12" fmla="*/ 42 w 76"/>
                    <a:gd name="T13" fmla="*/ 2 h 104"/>
                    <a:gd name="T14" fmla="*/ 38 w 76"/>
                    <a:gd name="T15" fmla="*/ 2 h 104"/>
                    <a:gd name="T16" fmla="*/ 34 w 76"/>
                    <a:gd name="T17" fmla="*/ 2 h 104"/>
                    <a:gd name="T18" fmla="*/ 22 w 76"/>
                    <a:gd name="T19" fmla="*/ 2 h 104"/>
                    <a:gd name="T20" fmla="*/ 28 w 76"/>
                    <a:gd name="T21" fmla="*/ 2 h 104"/>
                    <a:gd name="T22" fmla="*/ 30 w 76"/>
                    <a:gd name="T23" fmla="*/ 2 h 104"/>
                    <a:gd name="T24" fmla="*/ 20 w 76"/>
                    <a:gd name="T25" fmla="*/ 3 h 104"/>
                    <a:gd name="T26" fmla="*/ 12 w 76"/>
                    <a:gd name="T27" fmla="*/ 3 h 104"/>
                    <a:gd name="T28" fmla="*/ 8 w 76"/>
                    <a:gd name="T29" fmla="*/ 3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8"/>
                <p:cNvSpPr>
                  <a:spLocks/>
                </p:cNvSpPr>
                <p:nvPr userDrawn="1"/>
              </p:nvSpPr>
              <p:spPr bwMode="ltGray">
                <a:xfrm>
                  <a:off x="2506" y="869"/>
                  <a:ext cx="47" cy="24"/>
                </a:xfrm>
                <a:custGeom>
                  <a:avLst/>
                  <a:gdLst>
                    <a:gd name="T0" fmla="*/ 7 w 49"/>
                    <a:gd name="T1" fmla="*/ 0 h 29"/>
                    <a:gd name="T2" fmla="*/ 13 w 49"/>
                    <a:gd name="T3" fmla="*/ 0 h 29"/>
                    <a:gd name="T4" fmla="*/ 26 w 49"/>
                    <a:gd name="T5" fmla="*/ 2 h 29"/>
                    <a:gd name="T6" fmla="*/ 19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19"/>
                <p:cNvSpPr>
                  <a:spLocks/>
                </p:cNvSpPr>
                <p:nvPr userDrawn="1"/>
              </p:nvSpPr>
              <p:spPr bwMode="ltGray">
                <a:xfrm>
                  <a:off x="2555" y="832"/>
                  <a:ext cx="61" cy="42"/>
                </a:xfrm>
                <a:custGeom>
                  <a:avLst/>
                  <a:gdLst>
                    <a:gd name="T0" fmla="*/ 21 w 61"/>
                    <a:gd name="T1" fmla="*/ 4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4 h 48"/>
                    <a:gd name="T18" fmla="*/ 23 w 61"/>
                    <a:gd name="T19" fmla="*/ 6 h 48"/>
                    <a:gd name="T20" fmla="*/ 21 w 61"/>
                    <a:gd name="T21" fmla="*/ 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2 h 182"/>
                    <a:gd name="T12" fmla="*/ 24 w 286"/>
                    <a:gd name="T13" fmla="*/ 2 h 182"/>
                    <a:gd name="T14" fmla="*/ 30 w 286"/>
                    <a:gd name="T15" fmla="*/ 2 h 182"/>
                    <a:gd name="T16" fmla="*/ 48 w 286"/>
                    <a:gd name="T17" fmla="*/ 2 h 182"/>
                    <a:gd name="T18" fmla="*/ 70 w 286"/>
                    <a:gd name="T19" fmla="*/ 2 h 182"/>
                    <a:gd name="T20" fmla="*/ 88 w 286"/>
                    <a:gd name="T21" fmla="*/ 2 h 182"/>
                    <a:gd name="T22" fmla="*/ 106 w 286"/>
                    <a:gd name="T23" fmla="*/ 4 h 182"/>
                    <a:gd name="T24" fmla="*/ 104 w 286"/>
                    <a:gd name="T25" fmla="*/ 5 h 182"/>
                    <a:gd name="T26" fmla="*/ 98 w 286"/>
                    <a:gd name="T27" fmla="*/ 6 h 182"/>
                    <a:gd name="T28" fmla="*/ 122 w 286"/>
                    <a:gd name="T29" fmla="*/ 5 h 182"/>
                    <a:gd name="T30" fmla="*/ 140 w 286"/>
                    <a:gd name="T31" fmla="*/ 6 h 182"/>
                    <a:gd name="T32" fmla="*/ 168 w 286"/>
                    <a:gd name="T33" fmla="*/ 6 h 182"/>
                    <a:gd name="T34" fmla="*/ 174 w 286"/>
                    <a:gd name="T35" fmla="*/ 6 h 182"/>
                    <a:gd name="T36" fmla="*/ 168 w 286"/>
                    <a:gd name="T37" fmla="*/ 6 h 182"/>
                    <a:gd name="T38" fmla="*/ 178 w 286"/>
                    <a:gd name="T39" fmla="*/ 6 h 182"/>
                    <a:gd name="T40" fmla="*/ 186 w 286"/>
                    <a:gd name="T41" fmla="*/ 5 h 182"/>
                    <a:gd name="T42" fmla="*/ 202 w 286"/>
                    <a:gd name="T43" fmla="*/ 5 h 182"/>
                    <a:gd name="T44" fmla="*/ 214 w 286"/>
                    <a:gd name="T45" fmla="*/ 5 h 182"/>
                    <a:gd name="T46" fmla="*/ 244 w 286"/>
                    <a:gd name="T47" fmla="*/ 7 h 182"/>
                    <a:gd name="T48" fmla="*/ 262 w 286"/>
                    <a:gd name="T49" fmla="*/ 7 h 182"/>
                    <a:gd name="T50" fmla="*/ 284 w 286"/>
                    <a:gd name="T51" fmla="*/ 7 h 182"/>
                    <a:gd name="T52" fmla="*/ 268 w 286"/>
                    <a:gd name="T53" fmla="*/ 6 h 182"/>
                    <a:gd name="T54" fmla="*/ 256 w 286"/>
                    <a:gd name="T55" fmla="*/ 6 h 182"/>
                    <a:gd name="T56" fmla="*/ 250 w 286"/>
                    <a:gd name="T57" fmla="*/ 5 h 182"/>
                    <a:gd name="T58" fmla="*/ 248 w 286"/>
                    <a:gd name="T59" fmla="*/ 5 h 182"/>
                    <a:gd name="T60" fmla="*/ 236 w 286"/>
                    <a:gd name="T61" fmla="*/ 5 h 182"/>
                    <a:gd name="T62" fmla="*/ 240 w 286"/>
                    <a:gd name="T63" fmla="*/ 4 h 182"/>
                    <a:gd name="T64" fmla="*/ 220 w 286"/>
                    <a:gd name="T65" fmla="*/ 3 h 182"/>
                    <a:gd name="T66" fmla="*/ 210 w 286"/>
                    <a:gd name="T67" fmla="*/ 2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2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3 h 78"/>
                    <a:gd name="T18" fmla="*/ 9 w 78"/>
                    <a:gd name="T19" fmla="*/ 2 h 78"/>
                    <a:gd name="T20" fmla="*/ 3 w 78"/>
                    <a:gd name="T21" fmla="*/ 2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2 h 80"/>
                    <a:gd name="T14" fmla="*/ 54 w 80"/>
                    <a:gd name="T15" fmla="*/ 3 h 80"/>
                    <a:gd name="T16" fmla="*/ 48 w 80"/>
                    <a:gd name="T17" fmla="*/ 4 h 80"/>
                    <a:gd name="T18" fmla="*/ 32 w 80"/>
                    <a:gd name="T19" fmla="*/ 3 h 80"/>
                    <a:gd name="T20" fmla="*/ 38 w 80"/>
                    <a:gd name="T21" fmla="*/ 2 h 80"/>
                    <a:gd name="T22" fmla="*/ 30 w 80"/>
                    <a:gd name="T23" fmla="*/ 2 h 80"/>
                    <a:gd name="T24" fmla="*/ 20 w 80"/>
                    <a:gd name="T25" fmla="*/ 2 h 80"/>
                    <a:gd name="T26" fmla="*/ 8 w 80"/>
                    <a:gd name="T27" fmla="*/ 2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Freeform 27"/>
                <p:cNvSpPr>
                  <a:spLocks/>
                </p:cNvSpPr>
                <p:nvPr userDrawn="1"/>
              </p:nvSpPr>
              <p:spPr bwMode="ltGray">
                <a:xfrm>
                  <a:off x="2391" y="541"/>
                  <a:ext cx="94" cy="142"/>
                </a:xfrm>
                <a:custGeom>
                  <a:avLst/>
                  <a:gdLst>
                    <a:gd name="T0" fmla="*/ 14 w 94"/>
                    <a:gd name="T1" fmla="*/ 4 h 174"/>
                    <a:gd name="T2" fmla="*/ 26 w 94"/>
                    <a:gd name="T3" fmla="*/ 5 h 174"/>
                    <a:gd name="T4" fmla="*/ 32 w 94"/>
                    <a:gd name="T5" fmla="*/ 4 h 174"/>
                    <a:gd name="T6" fmla="*/ 52 w 94"/>
                    <a:gd name="T7" fmla="*/ 4 h 174"/>
                    <a:gd name="T8" fmla="*/ 46 w 94"/>
                    <a:gd name="T9" fmla="*/ 5 h 174"/>
                    <a:gd name="T10" fmla="*/ 66 w 94"/>
                    <a:gd name="T11" fmla="*/ 5 h 174"/>
                    <a:gd name="T12" fmla="*/ 76 w 94"/>
                    <a:gd name="T13" fmla="*/ 6 h 174"/>
                    <a:gd name="T14" fmla="*/ 58 w 94"/>
                    <a:gd name="T15" fmla="*/ 6 h 174"/>
                    <a:gd name="T16" fmla="*/ 74 w 94"/>
                    <a:gd name="T17" fmla="*/ 7 h 174"/>
                    <a:gd name="T18" fmla="*/ 84 w 94"/>
                    <a:gd name="T19" fmla="*/ 6 h 174"/>
                    <a:gd name="T20" fmla="*/ 82 w 94"/>
                    <a:gd name="T21" fmla="*/ 5 h 174"/>
                    <a:gd name="T22" fmla="*/ 60 w 94"/>
                    <a:gd name="T23" fmla="*/ 4 h 174"/>
                    <a:gd name="T24" fmla="*/ 50 w 94"/>
                    <a:gd name="T25" fmla="*/ 3 h 174"/>
                    <a:gd name="T26" fmla="*/ 34 w 94"/>
                    <a:gd name="T27" fmla="*/ 3 h 174"/>
                    <a:gd name="T28" fmla="*/ 30 w 94"/>
                    <a:gd name="T29" fmla="*/ 2 h 174"/>
                    <a:gd name="T30" fmla="*/ 42 w 94"/>
                    <a:gd name="T31" fmla="*/ 2 h 174"/>
                    <a:gd name="T32" fmla="*/ 30 w 94"/>
                    <a:gd name="T33" fmla="*/ 0 h 174"/>
                    <a:gd name="T34" fmla="*/ 18 w 94"/>
                    <a:gd name="T35" fmla="*/ 2 h 174"/>
                    <a:gd name="T36" fmla="*/ 4 w 94"/>
                    <a:gd name="T37" fmla="*/ 2 h 174"/>
                    <a:gd name="T38" fmla="*/ 14 w 94"/>
                    <a:gd name="T39" fmla="*/ 3 h 174"/>
                    <a:gd name="T40" fmla="*/ 14 w 94"/>
                    <a:gd name="T41" fmla="*/ 4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Freeform 29"/>
                <p:cNvSpPr>
                  <a:spLocks/>
                </p:cNvSpPr>
                <p:nvPr userDrawn="1"/>
              </p:nvSpPr>
              <p:spPr bwMode="ltGray">
                <a:xfrm>
                  <a:off x="2349" y="654"/>
                  <a:ext cx="45" cy="41"/>
                </a:xfrm>
                <a:custGeom>
                  <a:avLst/>
                  <a:gdLst>
                    <a:gd name="T0" fmla="*/ 0 w 43"/>
                    <a:gd name="T1" fmla="*/ 2 h 50"/>
                    <a:gd name="T2" fmla="*/ 43 w 43"/>
                    <a:gd name="T3" fmla="*/ 2 h 50"/>
                    <a:gd name="T4" fmla="*/ 75 w 43"/>
                    <a:gd name="T5" fmla="*/ 0 h 50"/>
                    <a:gd name="T6" fmla="*/ 47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Freeform 30"/>
                <p:cNvSpPr>
                  <a:spLocks/>
                </p:cNvSpPr>
                <p:nvPr userDrawn="1"/>
              </p:nvSpPr>
              <p:spPr bwMode="ltGray">
                <a:xfrm>
                  <a:off x="4808" y="597"/>
                  <a:ext cx="701" cy="438"/>
                </a:xfrm>
                <a:custGeom>
                  <a:avLst/>
                  <a:gdLst>
                    <a:gd name="T0" fmla="*/ 11889 w 471"/>
                    <a:gd name="T1" fmla="*/ 339841 h 281"/>
                    <a:gd name="T2" fmla="*/ 14008 w 471"/>
                    <a:gd name="T3" fmla="*/ 303972 h 281"/>
                    <a:gd name="T4" fmla="*/ 12861 w 471"/>
                    <a:gd name="T5" fmla="*/ 297167 h 281"/>
                    <a:gd name="T6" fmla="*/ 9412 w 471"/>
                    <a:gd name="T7" fmla="*/ 264990 h 281"/>
                    <a:gd name="T8" fmla="*/ 2262 w 471"/>
                    <a:gd name="T9" fmla="*/ 261025 h 281"/>
                    <a:gd name="T10" fmla="*/ 0 w 471"/>
                    <a:gd name="T11" fmla="*/ 231867 h 281"/>
                    <a:gd name="T12" fmla="*/ 7032 w 471"/>
                    <a:gd name="T13" fmla="*/ 219014 h 281"/>
                    <a:gd name="T14" fmla="*/ 3367 w 471"/>
                    <a:gd name="T15" fmla="*/ 200325 h 281"/>
                    <a:gd name="T16" fmla="*/ 1021 w 471"/>
                    <a:gd name="T17" fmla="*/ 193948 h 281"/>
                    <a:gd name="T18" fmla="*/ 16520 w 471"/>
                    <a:gd name="T19" fmla="*/ 145728 h 281"/>
                    <a:gd name="T20" fmla="*/ 25331 w 471"/>
                    <a:gd name="T21" fmla="*/ 117107 h 281"/>
                    <a:gd name="T22" fmla="*/ 24587 w 471"/>
                    <a:gd name="T23" fmla="*/ 84991 h 281"/>
                    <a:gd name="T24" fmla="*/ 14008 w 471"/>
                    <a:gd name="T25" fmla="*/ 52004 h 281"/>
                    <a:gd name="T26" fmla="*/ 11826 w 471"/>
                    <a:gd name="T27" fmla="*/ 39049 h 281"/>
                    <a:gd name="T28" fmla="*/ 15175 w 471"/>
                    <a:gd name="T29" fmla="*/ 43529 h 281"/>
                    <a:gd name="T30" fmla="*/ 27756 w 471"/>
                    <a:gd name="T31" fmla="*/ 43042 h 281"/>
                    <a:gd name="T32" fmla="*/ 37010 w 471"/>
                    <a:gd name="T33" fmla="*/ 13210 h 281"/>
                    <a:gd name="T34" fmla="*/ 47629 w 471"/>
                    <a:gd name="T35" fmla="*/ 0 h 281"/>
                    <a:gd name="T36" fmla="*/ 51014 w 471"/>
                    <a:gd name="T37" fmla="*/ 2549 h 281"/>
                    <a:gd name="T38" fmla="*/ 53435 w 471"/>
                    <a:gd name="T39" fmla="*/ 10914 h 281"/>
                    <a:gd name="T40" fmla="*/ 56852 w 471"/>
                    <a:gd name="T41" fmla="*/ 6193 h 281"/>
                    <a:gd name="T42" fmla="*/ 63842 w 471"/>
                    <a:gd name="T43" fmla="*/ 9653 h 281"/>
                    <a:gd name="T44" fmla="*/ 67254 w 471"/>
                    <a:gd name="T45" fmla="*/ 10914 h 281"/>
                    <a:gd name="T46" fmla="*/ 81981 w 471"/>
                    <a:gd name="T47" fmla="*/ 17012 h 281"/>
                    <a:gd name="T48" fmla="*/ 90029 w 471"/>
                    <a:gd name="T49" fmla="*/ 28800 h 281"/>
                    <a:gd name="T50" fmla="*/ 97068 w 471"/>
                    <a:gd name="T51" fmla="*/ 20591 h 281"/>
                    <a:gd name="T52" fmla="*/ 100096 w 471"/>
                    <a:gd name="T53" fmla="*/ 17012 h 281"/>
                    <a:gd name="T54" fmla="*/ 113001 w 471"/>
                    <a:gd name="T55" fmla="*/ 17012 h 281"/>
                    <a:gd name="T56" fmla="*/ 122176 w 471"/>
                    <a:gd name="T57" fmla="*/ 39049 h 281"/>
                    <a:gd name="T58" fmla="*/ 133992 w 471"/>
                    <a:gd name="T59" fmla="*/ 71537 h 281"/>
                    <a:gd name="T60" fmla="*/ 142072 w 471"/>
                    <a:gd name="T61" fmla="*/ 84991 h 281"/>
                    <a:gd name="T62" fmla="*/ 148975 w 471"/>
                    <a:gd name="T63" fmla="*/ 82452 h 281"/>
                    <a:gd name="T64" fmla="*/ 156519 w 471"/>
                    <a:gd name="T65" fmla="*/ 78469 h 281"/>
                    <a:gd name="T66" fmla="*/ 168182 w 471"/>
                    <a:gd name="T67" fmla="*/ 86626 h 281"/>
                    <a:gd name="T68" fmla="*/ 173638 w 471"/>
                    <a:gd name="T69" fmla="*/ 98182 h 281"/>
                    <a:gd name="T70" fmla="*/ 178483 w 471"/>
                    <a:gd name="T71" fmla="*/ 109067 h 281"/>
                    <a:gd name="T72" fmla="*/ 184321 w 471"/>
                    <a:gd name="T73" fmla="*/ 135026 h 281"/>
                    <a:gd name="T74" fmla="*/ 186543 w 471"/>
                    <a:gd name="T75" fmla="*/ 145728 h 281"/>
                    <a:gd name="T76" fmla="*/ 187548 w 471"/>
                    <a:gd name="T77" fmla="*/ 152034 h 281"/>
                    <a:gd name="T78" fmla="*/ 179550 w 471"/>
                    <a:gd name="T79" fmla="*/ 171779 h 281"/>
                    <a:gd name="T80" fmla="*/ 186543 w 471"/>
                    <a:gd name="T81" fmla="*/ 171498 h 281"/>
                    <a:gd name="T82" fmla="*/ 198331 w 471"/>
                    <a:gd name="T83" fmla="*/ 188525 h 281"/>
                    <a:gd name="T84" fmla="*/ 211117 w 471"/>
                    <a:gd name="T85" fmla="*/ 190648 h 281"/>
                    <a:gd name="T86" fmla="*/ 220370 w 471"/>
                    <a:gd name="T87" fmla="*/ 203859 h 281"/>
                    <a:gd name="T88" fmla="*/ 221723 w 471"/>
                    <a:gd name="T89" fmla="*/ 208991 h 281"/>
                    <a:gd name="T90" fmla="*/ 221723 w 471"/>
                    <a:gd name="T91" fmla="*/ 213491 h 281"/>
                    <a:gd name="T92" fmla="*/ 228210 w 471"/>
                    <a:gd name="T93" fmla="*/ 208991 h 281"/>
                    <a:gd name="T94" fmla="*/ 231948 w 471"/>
                    <a:gd name="T95" fmla="*/ 207724 h 281"/>
                    <a:gd name="T96" fmla="*/ 254487 w 471"/>
                    <a:gd name="T97" fmla="*/ 224449 h 281"/>
                    <a:gd name="T98" fmla="*/ 258938 w 471"/>
                    <a:gd name="T99" fmla="*/ 241425 h 281"/>
                    <a:gd name="T100" fmla="*/ 269525 w 471"/>
                    <a:gd name="T101" fmla="*/ 243991 h 281"/>
                    <a:gd name="T102" fmla="*/ 272894 w 471"/>
                    <a:gd name="T103" fmla="*/ 261025 h 281"/>
                    <a:gd name="T104" fmla="*/ 261458 w 471"/>
                    <a:gd name="T105" fmla="*/ 313212 h 281"/>
                    <a:gd name="T106" fmla="*/ 251983 w 471"/>
                    <a:gd name="T107" fmla="*/ 3413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5 h 844"/>
                    <a:gd name="T8" fmla="*/ 586 w 984"/>
                    <a:gd name="T9" fmla="*/ 4 h 844"/>
                    <a:gd name="T10" fmla="*/ 606 w 984"/>
                    <a:gd name="T11" fmla="*/ 2 h 844"/>
                    <a:gd name="T12" fmla="*/ 642 w 984"/>
                    <a:gd name="T13" fmla="*/ 5 h 844"/>
                    <a:gd name="T14" fmla="*/ 682 w 984"/>
                    <a:gd name="T15" fmla="*/ 4 h 844"/>
                    <a:gd name="T16" fmla="*/ 706 w 984"/>
                    <a:gd name="T17" fmla="*/ 3 h 844"/>
                    <a:gd name="T18" fmla="*/ 762 w 984"/>
                    <a:gd name="T19" fmla="*/ 2 h 844"/>
                    <a:gd name="T20" fmla="*/ 798 w 984"/>
                    <a:gd name="T21" fmla="*/ 2 h 844"/>
                    <a:gd name="T22" fmla="*/ 798 w 984"/>
                    <a:gd name="T23" fmla="*/ 5 h 844"/>
                    <a:gd name="T24" fmla="*/ 790 w 984"/>
                    <a:gd name="T25" fmla="*/ 6 h 844"/>
                    <a:gd name="T26" fmla="*/ 766 w 984"/>
                    <a:gd name="T27" fmla="*/ 7 h 844"/>
                    <a:gd name="T28" fmla="*/ 762 w 984"/>
                    <a:gd name="T29" fmla="*/ 7 h 844"/>
                    <a:gd name="T30" fmla="*/ 802 w 984"/>
                    <a:gd name="T31" fmla="*/ 9 h 844"/>
                    <a:gd name="T32" fmla="*/ 786 w 984"/>
                    <a:gd name="T33" fmla="*/ 13 h 844"/>
                    <a:gd name="T34" fmla="*/ 830 w 984"/>
                    <a:gd name="T35" fmla="*/ 17 h 844"/>
                    <a:gd name="T36" fmla="*/ 854 w 984"/>
                    <a:gd name="T37" fmla="*/ 19 h 844"/>
                    <a:gd name="T38" fmla="*/ 830 w 984"/>
                    <a:gd name="T39" fmla="*/ 19 h 844"/>
                    <a:gd name="T40" fmla="*/ 746 w 984"/>
                    <a:gd name="T41" fmla="*/ 16 h 844"/>
                    <a:gd name="T42" fmla="*/ 678 w 984"/>
                    <a:gd name="T43" fmla="*/ 16 h 844"/>
                    <a:gd name="T44" fmla="*/ 590 w 984"/>
                    <a:gd name="T45" fmla="*/ 19 h 844"/>
                    <a:gd name="T46" fmla="*/ 642 w 984"/>
                    <a:gd name="T47" fmla="*/ 25 h 844"/>
                    <a:gd name="T48" fmla="*/ 710 w 984"/>
                    <a:gd name="T49" fmla="*/ 26 h 844"/>
                    <a:gd name="T50" fmla="*/ 738 w 984"/>
                    <a:gd name="T51" fmla="*/ 23 h 844"/>
                    <a:gd name="T52" fmla="*/ 774 w 984"/>
                    <a:gd name="T53" fmla="*/ 24 h 844"/>
                    <a:gd name="T54" fmla="*/ 766 w 984"/>
                    <a:gd name="T55" fmla="*/ 26 h 844"/>
                    <a:gd name="T56" fmla="*/ 802 w 984"/>
                    <a:gd name="T57" fmla="*/ 28 h 844"/>
                    <a:gd name="T58" fmla="*/ 838 w 984"/>
                    <a:gd name="T59" fmla="*/ 28 h 844"/>
                    <a:gd name="T60" fmla="*/ 922 w 984"/>
                    <a:gd name="T61" fmla="*/ 34 h 844"/>
                    <a:gd name="T62" fmla="*/ 942 w 984"/>
                    <a:gd name="T63" fmla="*/ 34 h 844"/>
                    <a:gd name="T64" fmla="*/ 874 w 984"/>
                    <a:gd name="T65" fmla="*/ 34 h 844"/>
                    <a:gd name="T66" fmla="*/ 830 w 984"/>
                    <a:gd name="T67" fmla="*/ 32 h 844"/>
                    <a:gd name="T68" fmla="*/ 778 w 984"/>
                    <a:gd name="T69" fmla="*/ 30 h 844"/>
                    <a:gd name="T70" fmla="*/ 702 w 984"/>
                    <a:gd name="T71" fmla="*/ 28 h 844"/>
                    <a:gd name="T72" fmla="*/ 614 w 984"/>
                    <a:gd name="T73" fmla="*/ 27 h 844"/>
                    <a:gd name="T74" fmla="*/ 506 w 984"/>
                    <a:gd name="T75" fmla="*/ 25 h 844"/>
                    <a:gd name="T76" fmla="*/ 462 w 984"/>
                    <a:gd name="T77" fmla="*/ 21 h 844"/>
                    <a:gd name="T78" fmla="*/ 430 w 984"/>
                    <a:gd name="T79" fmla="*/ 20 h 844"/>
                    <a:gd name="T80" fmla="*/ 382 w 984"/>
                    <a:gd name="T81" fmla="*/ 17 h 844"/>
                    <a:gd name="T82" fmla="*/ 342 w 984"/>
                    <a:gd name="T83" fmla="*/ 16 h 844"/>
                    <a:gd name="T84" fmla="*/ 354 w 984"/>
                    <a:gd name="T85" fmla="*/ 17 h 844"/>
                    <a:gd name="T86" fmla="*/ 418 w 984"/>
                    <a:gd name="T87" fmla="*/ 20 h 844"/>
                    <a:gd name="T88" fmla="*/ 422 w 984"/>
                    <a:gd name="T89" fmla="*/ 21 h 844"/>
                    <a:gd name="T90" fmla="*/ 394 w 984"/>
                    <a:gd name="T91" fmla="*/ 21 h 844"/>
                    <a:gd name="T92" fmla="*/ 354 w 984"/>
                    <a:gd name="T93" fmla="*/ 20 h 844"/>
                    <a:gd name="T94" fmla="*/ 314 w 984"/>
                    <a:gd name="T95" fmla="*/ 16 h 844"/>
                    <a:gd name="T96" fmla="*/ 266 w 984"/>
                    <a:gd name="T97" fmla="*/ 14 h 844"/>
                    <a:gd name="T98" fmla="*/ 210 w 984"/>
                    <a:gd name="T99" fmla="*/ 13 h 844"/>
                    <a:gd name="T100" fmla="*/ 154 w 984"/>
                    <a:gd name="T101" fmla="*/ 9 h 844"/>
                    <a:gd name="T102" fmla="*/ 66 w 984"/>
                    <a:gd name="T103" fmla="*/ 2 h 844"/>
                    <a:gd name="T104" fmla="*/ 34 w 984"/>
                    <a:gd name="T105" fmla="*/ 2 h 844"/>
                    <a:gd name="T106" fmla="*/ 46 w 984"/>
                    <a:gd name="T107" fmla="*/ 2 h 844"/>
                    <a:gd name="T108" fmla="*/ 102 w 984"/>
                    <a:gd name="T109" fmla="*/ 2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Freeform 33"/>
                <p:cNvSpPr>
                  <a:spLocks/>
                </p:cNvSpPr>
                <p:nvPr userDrawn="1"/>
              </p:nvSpPr>
              <p:spPr bwMode="ltGray">
                <a:xfrm>
                  <a:off x="3549" y="475"/>
                  <a:ext cx="38" cy="29"/>
                </a:xfrm>
                <a:custGeom>
                  <a:avLst/>
                  <a:gdLst>
                    <a:gd name="T0" fmla="*/ 0 w 36"/>
                    <a:gd name="T1" fmla="*/ 2 h 37"/>
                    <a:gd name="T2" fmla="*/ 29 w 36"/>
                    <a:gd name="T3" fmla="*/ 1 h 37"/>
                    <a:gd name="T4" fmla="*/ 84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Freeform 34"/>
                <p:cNvSpPr>
                  <a:spLocks/>
                </p:cNvSpPr>
                <p:nvPr userDrawn="1"/>
              </p:nvSpPr>
              <p:spPr bwMode="ltGray">
                <a:xfrm>
                  <a:off x="4686" y="394"/>
                  <a:ext cx="171" cy="81"/>
                </a:xfrm>
                <a:custGeom>
                  <a:avLst/>
                  <a:gdLst>
                    <a:gd name="T0" fmla="*/ 0 w 170"/>
                    <a:gd name="T1" fmla="*/ 3 h 96"/>
                    <a:gd name="T2" fmla="*/ 28 w 170"/>
                    <a:gd name="T3" fmla="*/ 3 h 96"/>
                    <a:gd name="T4" fmla="*/ 56 w 170"/>
                    <a:gd name="T5" fmla="*/ 3 h 96"/>
                    <a:gd name="T6" fmla="*/ 80 w 170"/>
                    <a:gd name="T7" fmla="*/ 3 h 96"/>
                    <a:gd name="T8" fmla="*/ 64 w 170"/>
                    <a:gd name="T9" fmla="*/ 3 h 96"/>
                    <a:gd name="T10" fmla="*/ 140 w 170"/>
                    <a:gd name="T11" fmla="*/ 3 h 96"/>
                    <a:gd name="T12" fmla="*/ 176 w 170"/>
                    <a:gd name="T13" fmla="*/ 4 h 96"/>
                    <a:gd name="T14" fmla="*/ 132 w 170"/>
                    <a:gd name="T15" fmla="*/ 5 h 96"/>
                    <a:gd name="T16" fmla="*/ 104 w 170"/>
                    <a:gd name="T17" fmla="*/ 4 h 96"/>
                    <a:gd name="T18" fmla="*/ 76 w 170"/>
                    <a:gd name="T19" fmla="*/ 3 h 96"/>
                    <a:gd name="T20" fmla="*/ 24 w 170"/>
                    <a:gd name="T21" fmla="*/ 3 h 96"/>
                    <a:gd name="T22" fmla="*/ 0 w 170"/>
                    <a:gd name="T23" fmla="*/ 3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40 w 44"/>
                    <a:gd name="T5" fmla="*/ 2 h 80"/>
                    <a:gd name="T6" fmla="*/ 52 w 44"/>
                    <a:gd name="T7" fmla="*/ 2 h 80"/>
                    <a:gd name="T8" fmla="*/ 40 w 44"/>
                    <a:gd name="T9" fmla="*/ 3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Freeform 39"/>
                <p:cNvSpPr>
                  <a:spLocks/>
                </p:cNvSpPr>
                <p:nvPr userDrawn="1"/>
              </p:nvSpPr>
              <p:spPr bwMode="ltGray">
                <a:xfrm>
                  <a:off x="4260" y="6"/>
                  <a:ext cx="480" cy="100"/>
                </a:xfrm>
                <a:custGeom>
                  <a:avLst/>
                  <a:gdLst>
                    <a:gd name="T0" fmla="*/ 124489 w 323"/>
                    <a:gd name="T1" fmla="*/ 1705 h 64"/>
                    <a:gd name="T2" fmla="*/ 130591 w 323"/>
                    <a:gd name="T3" fmla="*/ 10164 h 64"/>
                    <a:gd name="T4" fmla="*/ 132944 w 323"/>
                    <a:gd name="T5" fmla="*/ 0 h 64"/>
                    <a:gd name="T6" fmla="*/ 150120 w 323"/>
                    <a:gd name="T7" fmla="*/ 0 h 64"/>
                    <a:gd name="T8" fmla="*/ 162736 w 323"/>
                    <a:gd name="T9" fmla="*/ 21905 h 64"/>
                    <a:gd name="T10" fmla="*/ 180221 w 323"/>
                    <a:gd name="T11" fmla="*/ 12830 h 64"/>
                    <a:gd name="T12" fmla="*/ 177747 w 323"/>
                    <a:gd name="T13" fmla="*/ 36111 h 64"/>
                    <a:gd name="T14" fmla="*/ 168492 w 323"/>
                    <a:gd name="T15" fmla="*/ 58728 h 64"/>
                    <a:gd name="T16" fmla="*/ 166660 w 323"/>
                    <a:gd name="T17" fmla="*/ 36111 h 64"/>
                    <a:gd name="T18" fmla="*/ 162736 w 323"/>
                    <a:gd name="T19" fmla="*/ 38772 h 64"/>
                    <a:gd name="T20" fmla="*/ 158161 w 323"/>
                    <a:gd name="T21" fmla="*/ 36111 h 64"/>
                    <a:gd name="T22" fmla="*/ 148706 w 323"/>
                    <a:gd name="T23" fmla="*/ 26833 h 64"/>
                    <a:gd name="T24" fmla="*/ 129141 w 323"/>
                    <a:gd name="T25" fmla="*/ 47683 h 64"/>
                    <a:gd name="T26" fmla="*/ 113811 w 323"/>
                    <a:gd name="T27" fmla="*/ 55958 h 64"/>
                    <a:gd name="T28" fmla="*/ 119832 w 323"/>
                    <a:gd name="T29" fmla="*/ 71833 h 64"/>
                    <a:gd name="T30" fmla="*/ 106429 w 323"/>
                    <a:gd name="T31" fmla="*/ 78975 h 64"/>
                    <a:gd name="T32" fmla="*/ 95429 w 323"/>
                    <a:gd name="T33" fmla="*/ 76472 h 64"/>
                    <a:gd name="T34" fmla="*/ 100067 w 323"/>
                    <a:gd name="T35" fmla="*/ 71833 h 64"/>
                    <a:gd name="T36" fmla="*/ 96502 w 323"/>
                    <a:gd name="T37" fmla="*/ 50544 h 64"/>
                    <a:gd name="T38" fmla="*/ 95429 w 323"/>
                    <a:gd name="T39" fmla="*/ 38772 h 64"/>
                    <a:gd name="T40" fmla="*/ 89460 w 323"/>
                    <a:gd name="T41" fmla="*/ 29309 h 64"/>
                    <a:gd name="T42" fmla="*/ 80487 w 323"/>
                    <a:gd name="T43" fmla="*/ 34227 h 64"/>
                    <a:gd name="T44" fmla="*/ 75847 w 323"/>
                    <a:gd name="T45" fmla="*/ 34227 h 64"/>
                    <a:gd name="T46" fmla="*/ 69673 w 323"/>
                    <a:gd name="T47" fmla="*/ 31323 h 64"/>
                    <a:gd name="T48" fmla="*/ 46884 w 323"/>
                    <a:gd name="T49" fmla="*/ 2664 h 64"/>
                    <a:gd name="T50" fmla="*/ 33612 w 323"/>
                    <a:gd name="T51" fmla="*/ 17583 h 64"/>
                    <a:gd name="T52" fmla="*/ 1 w 323"/>
                    <a:gd name="T53" fmla="*/ 0 h 64"/>
                    <a:gd name="T54" fmla="*/ 124489 w 323"/>
                    <a:gd name="T55" fmla="*/ 1705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Freeform 40"/>
                <p:cNvSpPr>
                  <a:spLocks/>
                </p:cNvSpPr>
                <p:nvPr userDrawn="1"/>
              </p:nvSpPr>
              <p:spPr bwMode="ltGray">
                <a:xfrm>
                  <a:off x="3835" y="3"/>
                  <a:ext cx="446" cy="49"/>
                </a:xfrm>
                <a:custGeom>
                  <a:avLst/>
                  <a:gdLst>
                    <a:gd name="T0" fmla="*/ 59825 w 300"/>
                    <a:gd name="T1" fmla="*/ 46915 h 31"/>
                    <a:gd name="T2" fmla="*/ 17413 w 300"/>
                    <a:gd name="T3" fmla="*/ 2022 h 31"/>
                    <a:gd name="T4" fmla="*/ 162356 w 300"/>
                    <a:gd name="T5" fmla="*/ 0 h 31"/>
                    <a:gd name="T6" fmla="*/ 168398 w 300"/>
                    <a:gd name="T7" fmla="*/ 21222 h 31"/>
                    <a:gd name="T8" fmla="*/ 150219 w 300"/>
                    <a:gd name="T9" fmla="*/ 24315 h 31"/>
                    <a:gd name="T10" fmla="*/ 59825 w 300"/>
                    <a:gd name="T11" fmla="*/ 46915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Freeform 42"/>
                <p:cNvSpPr>
                  <a:spLocks/>
                </p:cNvSpPr>
                <p:nvPr userDrawn="1"/>
              </p:nvSpPr>
              <p:spPr bwMode="ltGray">
                <a:xfrm>
                  <a:off x="1704" y="3"/>
                  <a:ext cx="1022" cy="372"/>
                </a:xfrm>
                <a:custGeom>
                  <a:avLst/>
                  <a:gdLst>
                    <a:gd name="T0" fmla="*/ 60620115 w 436"/>
                    <a:gd name="T1" fmla="*/ 1342572 h 152"/>
                    <a:gd name="T2" fmla="*/ 362211035 w 436"/>
                    <a:gd name="T3" fmla="*/ 0 h 152"/>
                    <a:gd name="T4" fmla="*/ 345451203 w 436"/>
                    <a:gd name="T5" fmla="*/ 89392878 h 152"/>
                    <a:gd name="T6" fmla="*/ 329906989 w 436"/>
                    <a:gd name="T7" fmla="*/ 112334979 h 152"/>
                    <a:gd name="T8" fmla="*/ 325645129 w 436"/>
                    <a:gd name="T9" fmla="*/ 115843137 h 152"/>
                    <a:gd name="T10" fmla="*/ 311442541 w 436"/>
                    <a:gd name="T11" fmla="*/ 121159881 h 152"/>
                    <a:gd name="T12" fmla="*/ 299775579 w 436"/>
                    <a:gd name="T13" fmla="*/ 145445652 h 152"/>
                    <a:gd name="T14" fmla="*/ 300875541 w 436"/>
                    <a:gd name="T15" fmla="*/ 163721407 h 152"/>
                    <a:gd name="T16" fmla="*/ 302228238 w 436"/>
                    <a:gd name="T17" fmla="*/ 177303519 h 152"/>
                    <a:gd name="T18" fmla="*/ 304046416 w 436"/>
                    <a:gd name="T19" fmla="*/ 187458367 h 152"/>
                    <a:gd name="T20" fmla="*/ 300875541 w 436"/>
                    <a:gd name="T21" fmla="*/ 202383301 h 152"/>
                    <a:gd name="T22" fmla="*/ 291661238 w 436"/>
                    <a:gd name="T23" fmla="*/ 199097547 h 152"/>
                    <a:gd name="T24" fmla="*/ 284235110 w 436"/>
                    <a:gd name="T25" fmla="*/ 213776195 h 152"/>
                    <a:gd name="T26" fmla="*/ 288166188 w 436"/>
                    <a:gd name="T27" fmla="*/ 173889516 h 152"/>
                    <a:gd name="T28" fmla="*/ 280629597 w 436"/>
                    <a:gd name="T29" fmla="*/ 165895348 h 152"/>
                    <a:gd name="T30" fmla="*/ 285583100 w 436"/>
                    <a:gd name="T31" fmla="*/ 154363541 h 152"/>
                    <a:gd name="T32" fmla="*/ 284235110 w 436"/>
                    <a:gd name="T33" fmla="*/ 147704232 h 152"/>
                    <a:gd name="T34" fmla="*/ 265791667 w 436"/>
                    <a:gd name="T35" fmla="*/ 155704707 h 152"/>
                    <a:gd name="T36" fmla="*/ 263348264 w 436"/>
                    <a:gd name="T37" fmla="*/ 140781457 h 152"/>
                    <a:gd name="T38" fmla="*/ 246562905 w 436"/>
                    <a:gd name="T39" fmla="*/ 155704707 h 152"/>
                    <a:gd name="T40" fmla="*/ 265791667 w 436"/>
                    <a:gd name="T41" fmla="*/ 170644650 h 152"/>
                    <a:gd name="T42" fmla="*/ 253418238 w 436"/>
                    <a:gd name="T43" fmla="*/ 193556612 h 152"/>
                    <a:gd name="T44" fmla="*/ 258376499 w 436"/>
                    <a:gd name="T45" fmla="*/ 208471903 h 152"/>
                    <a:gd name="T46" fmla="*/ 261529835 w 436"/>
                    <a:gd name="T47" fmla="*/ 228700967 h 152"/>
                    <a:gd name="T48" fmla="*/ 256577371 w 436"/>
                    <a:gd name="T49" fmla="*/ 230080201 h 152"/>
                    <a:gd name="T50" fmla="*/ 260754500 w 436"/>
                    <a:gd name="T51" fmla="*/ 238111852 h 152"/>
                    <a:gd name="T52" fmla="*/ 255206430 w 436"/>
                    <a:gd name="T53" fmla="*/ 251641265 h 152"/>
                    <a:gd name="T54" fmla="*/ 0 w 436"/>
                    <a:gd name="T55" fmla="*/ 247016669 h 152"/>
                    <a:gd name="T56" fmla="*/ 60620115 w 436"/>
                    <a:gd name="T57" fmla="*/ 134257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Freeform 43"/>
                <p:cNvSpPr>
                  <a:spLocks/>
                </p:cNvSpPr>
                <p:nvPr userDrawn="1"/>
              </p:nvSpPr>
              <p:spPr bwMode="ltGray">
                <a:xfrm>
                  <a:off x="2729" y="-9"/>
                  <a:ext cx="47" cy="134"/>
                </a:xfrm>
                <a:custGeom>
                  <a:avLst/>
                  <a:gdLst>
                    <a:gd name="T0" fmla="*/ 5 w 47"/>
                    <a:gd name="T1" fmla="*/ 5 h 165"/>
                    <a:gd name="T2" fmla="*/ 15 w 47"/>
                    <a:gd name="T3" fmla="*/ 4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3 h 165"/>
                    <a:gd name="T16" fmla="*/ 31 w 47"/>
                    <a:gd name="T17" fmla="*/ 4 h 165"/>
                    <a:gd name="T18" fmla="*/ 23 w 47"/>
                    <a:gd name="T19" fmla="*/ 4 h 165"/>
                    <a:gd name="T20" fmla="*/ 21 w 47"/>
                    <a:gd name="T21" fmla="*/ 5 h 165"/>
                    <a:gd name="T22" fmla="*/ 27 w 47"/>
                    <a:gd name="T23" fmla="*/ 5 h 165"/>
                    <a:gd name="T24" fmla="*/ 31 w 47"/>
                    <a:gd name="T25" fmla="*/ 5 h 165"/>
                    <a:gd name="T26" fmla="*/ 13 w 47"/>
                    <a:gd name="T27" fmla="*/ 5 h 165"/>
                    <a:gd name="T28" fmla="*/ 7 w 47"/>
                    <a:gd name="T29" fmla="*/ 5 h 165"/>
                    <a:gd name="T30" fmla="*/ 3 w 47"/>
                    <a:gd name="T31" fmla="*/ 5 h 165"/>
                    <a:gd name="T32" fmla="*/ 5 w 47"/>
                    <a:gd name="T33" fmla="*/ 5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Freeform 44"/>
                <p:cNvSpPr>
                  <a:spLocks/>
                </p:cNvSpPr>
                <p:nvPr userDrawn="1"/>
              </p:nvSpPr>
              <p:spPr bwMode="ltGray">
                <a:xfrm>
                  <a:off x="2701" y="103"/>
                  <a:ext cx="138" cy="84"/>
                </a:xfrm>
                <a:custGeom>
                  <a:avLst/>
                  <a:gdLst>
                    <a:gd name="T0" fmla="*/ 26 w 138"/>
                    <a:gd name="T1" fmla="*/ 2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2 h 103"/>
                    <a:gd name="T22" fmla="*/ 66 w 138"/>
                    <a:gd name="T23" fmla="*/ 3 h 103"/>
                    <a:gd name="T24" fmla="*/ 48 w 138"/>
                    <a:gd name="T25" fmla="*/ 4 h 103"/>
                    <a:gd name="T26" fmla="*/ 26 w 138"/>
                    <a:gd name="T27" fmla="*/ 4 h 103"/>
                    <a:gd name="T28" fmla="*/ 20 w 138"/>
                    <a:gd name="T29" fmla="*/ 3 h 103"/>
                    <a:gd name="T30" fmla="*/ 22 w 138"/>
                    <a:gd name="T31" fmla="*/ 4 h 103"/>
                    <a:gd name="T32" fmla="*/ 0 w 138"/>
                    <a:gd name="T33" fmla="*/ 4 h 103"/>
                    <a:gd name="T34" fmla="*/ 10 w 138"/>
                    <a:gd name="T35" fmla="*/ 3 h 103"/>
                    <a:gd name="T36" fmla="*/ 26 w 138"/>
                    <a:gd name="T37" fmla="*/ 2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Freeform 45"/>
                <p:cNvSpPr>
                  <a:spLocks/>
                </p:cNvSpPr>
                <p:nvPr userDrawn="1"/>
              </p:nvSpPr>
              <p:spPr bwMode="ltGray">
                <a:xfrm>
                  <a:off x="2553" y="182"/>
                  <a:ext cx="187" cy="176"/>
                </a:xfrm>
                <a:custGeom>
                  <a:avLst/>
                  <a:gdLst>
                    <a:gd name="T0" fmla="*/ 142 w 188"/>
                    <a:gd name="T1" fmla="*/ 2 h 214"/>
                    <a:gd name="T2" fmla="*/ 144 w 188"/>
                    <a:gd name="T3" fmla="*/ 2 h 214"/>
                    <a:gd name="T4" fmla="*/ 154 w 188"/>
                    <a:gd name="T5" fmla="*/ 0 h 214"/>
                    <a:gd name="T6" fmla="*/ 166 w 188"/>
                    <a:gd name="T7" fmla="*/ 2 h 214"/>
                    <a:gd name="T8" fmla="*/ 172 w 188"/>
                    <a:gd name="T9" fmla="*/ 2 h 214"/>
                    <a:gd name="T10" fmla="*/ 162 w 188"/>
                    <a:gd name="T11" fmla="*/ 2 h 214"/>
                    <a:gd name="T12" fmla="*/ 154 w 188"/>
                    <a:gd name="T13" fmla="*/ 3 h 214"/>
                    <a:gd name="T14" fmla="*/ 146 w 188"/>
                    <a:gd name="T15" fmla="*/ 6 h 214"/>
                    <a:gd name="T16" fmla="*/ 128 w 188"/>
                    <a:gd name="T17" fmla="*/ 6 h 214"/>
                    <a:gd name="T18" fmla="*/ 104 w 188"/>
                    <a:gd name="T19" fmla="*/ 6 h 214"/>
                    <a:gd name="T20" fmla="*/ 96 w 188"/>
                    <a:gd name="T21" fmla="*/ 6 h 214"/>
                    <a:gd name="T22" fmla="*/ 94 w 188"/>
                    <a:gd name="T23" fmla="*/ 7 h 214"/>
                    <a:gd name="T24" fmla="*/ 90 w 188"/>
                    <a:gd name="T25" fmla="*/ 7 h 214"/>
                    <a:gd name="T26" fmla="*/ 80 w 188"/>
                    <a:gd name="T27" fmla="*/ 6 h 214"/>
                    <a:gd name="T28" fmla="*/ 58 w 188"/>
                    <a:gd name="T29" fmla="*/ 7 h 214"/>
                    <a:gd name="T30" fmla="*/ 76 w 188"/>
                    <a:gd name="T31" fmla="*/ 7 h 214"/>
                    <a:gd name="T32" fmla="*/ 78 w 188"/>
                    <a:gd name="T33" fmla="*/ 7 h 214"/>
                    <a:gd name="T34" fmla="*/ 58 w 188"/>
                    <a:gd name="T35" fmla="*/ 7 h 214"/>
                    <a:gd name="T36" fmla="*/ 34 w 188"/>
                    <a:gd name="T37" fmla="*/ 7 h 214"/>
                    <a:gd name="T38" fmla="*/ 36 w 188"/>
                    <a:gd name="T39" fmla="*/ 7 h 214"/>
                    <a:gd name="T40" fmla="*/ 46 w 188"/>
                    <a:gd name="T41" fmla="*/ 7 h 214"/>
                    <a:gd name="T42" fmla="*/ 34 w 188"/>
                    <a:gd name="T43" fmla="*/ 7 h 214"/>
                    <a:gd name="T44" fmla="*/ 26 w 188"/>
                    <a:gd name="T45" fmla="*/ 7 h 214"/>
                    <a:gd name="T46" fmla="*/ 30 w 188"/>
                    <a:gd name="T47" fmla="*/ 8 h 214"/>
                    <a:gd name="T48" fmla="*/ 14 w 188"/>
                    <a:gd name="T49" fmla="*/ 9 h 214"/>
                    <a:gd name="T50" fmla="*/ 0 w 188"/>
                    <a:gd name="T51" fmla="*/ 10 h 214"/>
                    <a:gd name="T52" fmla="*/ 8 w 188"/>
                    <a:gd name="T53" fmla="*/ 8 h 214"/>
                    <a:gd name="T54" fmla="*/ 0 w 188"/>
                    <a:gd name="T55" fmla="*/ 7 h 214"/>
                    <a:gd name="T56" fmla="*/ 14 w 188"/>
                    <a:gd name="T57" fmla="*/ 7 h 214"/>
                    <a:gd name="T58" fmla="*/ 32 w 188"/>
                    <a:gd name="T59" fmla="*/ 6 h 214"/>
                    <a:gd name="T60" fmla="*/ 44 w 188"/>
                    <a:gd name="T61" fmla="*/ 6 h 214"/>
                    <a:gd name="T62" fmla="*/ 72 w 188"/>
                    <a:gd name="T63" fmla="*/ 6 h 214"/>
                    <a:gd name="T64" fmla="*/ 84 w 188"/>
                    <a:gd name="T65" fmla="*/ 5 h 214"/>
                    <a:gd name="T66" fmla="*/ 98 w 188"/>
                    <a:gd name="T67" fmla="*/ 4 h 214"/>
                    <a:gd name="T68" fmla="*/ 104 w 188"/>
                    <a:gd name="T69" fmla="*/ 4 h 214"/>
                    <a:gd name="T70" fmla="*/ 116 w 188"/>
                    <a:gd name="T71" fmla="*/ 3 h 214"/>
                    <a:gd name="T72" fmla="*/ 134 w 188"/>
                    <a:gd name="T73" fmla="*/ 2 h 214"/>
                    <a:gd name="T74" fmla="*/ 138 w 188"/>
                    <a:gd name="T75" fmla="*/ 2 h 214"/>
                    <a:gd name="T76" fmla="*/ 132 w 188"/>
                    <a:gd name="T77" fmla="*/ 2 h 214"/>
                    <a:gd name="T78" fmla="*/ 136 w 188"/>
                    <a:gd name="T79" fmla="*/ 2 h 214"/>
                    <a:gd name="T80" fmla="*/ 142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Freeform 47"/>
                <p:cNvSpPr>
                  <a:spLocks/>
                </p:cNvSpPr>
                <p:nvPr userDrawn="1"/>
              </p:nvSpPr>
              <p:spPr bwMode="ltGray">
                <a:xfrm>
                  <a:off x="1627" y="353"/>
                  <a:ext cx="813" cy="462"/>
                </a:xfrm>
                <a:custGeom>
                  <a:avLst/>
                  <a:gdLst>
                    <a:gd name="T0" fmla="*/ 828 w 812"/>
                    <a:gd name="T1" fmla="*/ 2 h 564"/>
                    <a:gd name="T2" fmla="*/ 794 w 812"/>
                    <a:gd name="T3" fmla="*/ 3 h 564"/>
                    <a:gd name="T4" fmla="*/ 764 w 812"/>
                    <a:gd name="T5" fmla="*/ 5 h 564"/>
                    <a:gd name="T6" fmla="*/ 738 w 812"/>
                    <a:gd name="T7" fmla="*/ 6 h 564"/>
                    <a:gd name="T8" fmla="*/ 650 w 812"/>
                    <a:gd name="T9" fmla="*/ 7 h 564"/>
                    <a:gd name="T10" fmla="*/ 648 w 812"/>
                    <a:gd name="T11" fmla="*/ 9 h 564"/>
                    <a:gd name="T12" fmla="*/ 620 w 812"/>
                    <a:gd name="T13" fmla="*/ 9 h 564"/>
                    <a:gd name="T14" fmla="*/ 636 w 812"/>
                    <a:gd name="T15" fmla="*/ 7 h 564"/>
                    <a:gd name="T16" fmla="*/ 592 w 812"/>
                    <a:gd name="T17" fmla="*/ 7 h 564"/>
                    <a:gd name="T18" fmla="*/ 572 w 812"/>
                    <a:gd name="T19" fmla="*/ 9 h 564"/>
                    <a:gd name="T20" fmla="*/ 612 w 812"/>
                    <a:gd name="T21" fmla="*/ 11 h 564"/>
                    <a:gd name="T22" fmla="*/ 610 w 812"/>
                    <a:gd name="T23" fmla="*/ 16 h 564"/>
                    <a:gd name="T24" fmla="*/ 558 w 812"/>
                    <a:gd name="T25" fmla="*/ 16 h 564"/>
                    <a:gd name="T26" fmla="*/ 538 w 812"/>
                    <a:gd name="T27" fmla="*/ 16 h 564"/>
                    <a:gd name="T28" fmla="*/ 498 w 812"/>
                    <a:gd name="T29" fmla="*/ 14 h 564"/>
                    <a:gd name="T30" fmla="*/ 478 w 812"/>
                    <a:gd name="T31" fmla="*/ 14 h 564"/>
                    <a:gd name="T32" fmla="*/ 466 w 812"/>
                    <a:gd name="T33" fmla="*/ 16 h 564"/>
                    <a:gd name="T34" fmla="*/ 516 w 812"/>
                    <a:gd name="T35" fmla="*/ 20 h 564"/>
                    <a:gd name="T36" fmla="*/ 526 w 812"/>
                    <a:gd name="T37" fmla="*/ 21 h 564"/>
                    <a:gd name="T38" fmla="*/ 542 w 812"/>
                    <a:gd name="T39" fmla="*/ 23 h 564"/>
                    <a:gd name="T40" fmla="*/ 508 w 812"/>
                    <a:gd name="T41" fmla="*/ 23 h 564"/>
                    <a:gd name="T42" fmla="*/ 486 w 812"/>
                    <a:gd name="T43" fmla="*/ 21 h 564"/>
                    <a:gd name="T44" fmla="*/ 438 w 812"/>
                    <a:gd name="T45" fmla="*/ 17 h 564"/>
                    <a:gd name="T46" fmla="*/ 442 w 812"/>
                    <a:gd name="T47" fmla="*/ 13 h 564"/>
                    <a:gd name="T48" fmla="*/ 438 w 812"/>
                    <a:gd name="T49" fmla="*/ 11 h 564"/>
                    <a:gd name="T50" fmla="*/ 428 w 812"/>
                    <a:gd name="T51" fmla="*/ 11 h 564"/>
                    <a:gd name="T52" fmla="*/ 386 w 812"/>
                    <a:gd name="T53" fmla="*/ 11 h 564"/>
                    <a:gd name="T54" fmla="*/ 360 w 812"/>
                    <a:gd name="T55" fmla="*/ 7 h 564"/>
                    <a:gd name="T56" fmla="*/ 330 w 812"/>
                    <a:gd name="T57" fmla="*/ 7 h 564"/>
                    <a:gd name="T58" fmla="*/ 288 w 812"/>
                    <a:gd name="T59" fmla="*/ 7 h 564"/>
                    <a:gd name="T60" fmla="*/ 242 w 812"/>
                    <a:gd name="T61" fmla="*/ 9 h 564"/>
                    <a:gd name="T62" fmla="*/ 196 w 812"/>
                    <a:gd name="T63" fmla="*/ 11 h 564"/>
                    <a:gd name="T64" fmla="*/ 184 w 812"/>
                    <a:gd name="T65" fmla="*/ 11 h 564"/>
                    <a:gd name="T66" fmla="*/ 160 w 812"/>
                    <a:gd name="T67" fmla="*/ 13 h 564"/>
                    <a:gd name="T68" fmla="*/ 152 w 812"/>
                    <a:gd name="T69" fmla="*/ 14 h 564"/>
                    <a:gd name="T70" fmla="*/ 128 w 812"/>
                    <a:gd name="T71" fmla="*/ 16 h 564"/>
                    <a:gd name="T72" fmla="*/ 94 w 812"/>
                    <a:gd name="T73" fmla="*/ 16 h 564"/>
                    <a:gd name="T74" fmla="*/ 66 w 812"/>
                    <a:gd name="T75" fmla="*/ 11 h 564"/>
                    <a:gd name="T76" fmla="*/ 72 w 812"/>
                    <a:gd name="T77" fmla="*/ 6 h 564"/>
                    <a:gd name="T78" fmla="*/ 44 w 812"/>
                    <a:gd name="T79" fmla="*/ 7 h 564"/>
                    <a:gd name="T80" fmla="*/ 20 w 812"/>
                    <a:gd name="T81" fmla="*/ 6 h 564"/>
                    <a:gd name="T82" fmla="*/ 24 w 812"/>
                    <a:gd name="T83" fmla="*/ 6 h 564"/>
                    <a:gd name="T84" fmla="*/ 0 w 812"/>
                    <a:gd name="T85" fmla="*/ 4 h 564"/>
                    <a:gd name="T86" fmla="*/ 814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Freeform 48"/>
                <p:cNvSpPr>
                  <a:spLocks/>
                </p:cNvSpPr>
                <p:nvPr userDrawn="1"/>
              </p:nvSpPr>
              <p:spPr bwMode="ltGray">
                <a:xfrm>
                  <a:off x="1770" y="671"/>
                  <a:ext cx="45" cy="71"/>
                </a:xfrm>
                <a:custGeom>
                  <a:avLst/>
                  <a:gdLst>
                    <a:gd name="T0" fmla="*/ 7 w 43"/>
                    <a:gd name="T1" fmla="*/ 3 h 85"/>
                    <a:gd name="T2" fmla="*/ 33 w 43"/>
                    <a:gd name="T3" fmla="*/ 3 h 85"/>
                    <a:gd name="T4" fmla="*/ 76 w 43"/>
                    <a:gd name="T5" fmla="*/ 3 h 85"/>
                    <a:gd name="T6" fmla="*/ 37 w 43"/>
                    <a:gd name="T7" fmla="*/ 5 h 85"/>
                    <a:gd name="T8" fmla="*/ 1 w 43"/>
                    <a:gd name="T9" fmla="*/ 4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Freeform 49"/>
                <p:cNvSpPr>
                  <a:spLocks/>
                </p:cNvSpPr>
                <p:nvPr userDrawn="1"/>
              </p:nvSpPr>
              <p:spPr bwMode="ltGray">
                <a:xfrm>
                  <a:off x="2394" y="431"/>
                  <a:ext cx="42" cy="59"/>
                </a:xfrm>
                <a:custGeom>
                  <a:avLst/>
                  <a:gdLst>
                    <a:gd name="T0" fmla="*/ 11 w 44"/>
                    <a:gd name="T1" fmla="*/ 2 h 74"/>
                    <a:gd name="T2" fmla="*/ 13 w 44"/>
                    <a:gd name="T3" fmla="*/ 2 h 74"/>
                    <a:gd name="T4" fmla="*/ 22 w 44"/>
                    <a:gd name="T5" fmla="*/ 2 h 74"/>
                    <a:gd name="T6" fmla="*/ 20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Freeform 51"/>
                <p:cNvSpPr>
                  <a:spLocks/>
                </p:cNvSpPr>
                <p:nvPr userDrawn="1"/>
              </p:nvSpPr>
              <p:spPr bwMode="ltGray">
                <a:xfrm>
                  <a:off x="333" y="169"/>
                  <a:ext cx="1015" cy="866"/>
                </a:xfrm>
                <a:custGeom>
                  <a:avLst/>
                  <a:gdLst>
                    <a:gd name="T0" fmla="*/ 278652 w 682"/>
                    <a:gd name="T1" fmla="*/ 540620 h 557"/>
                    <a:gd name="T2" fmla="*/ 281433 w 682"/>
                    <a:gd name="T3" fmla="*/ 525737 h 557"/>
                    <a:gd name="T4" fmla="*/ 289695 w 682"/>
                    <a:gd name="T5" fmla="*/ 481409 h 557"/>
                    <a:gd name="T6" fmla="*/ 179179 w 682"/>
                    <a:gd name="T7" fmla="*/ 334021 h 557"/>
                    <a:gd name="T8" fmla="*/ 163457 w 682"/>
                    <a:gd name="T9" fmla="*/ 403177 h 557"/>
                    <a:gd name="T10" fmla="*/ 175574 w 682"/>
                    <a:gd name="T11" fmla="*/ 647625 h 557"/>
                    <a:gd name="T12" fmla="*/ 163457 w 682"/>
                    <a:gd name="T13" fmla="*/ 575767 h 557"/>
                    <a:gd name="T14" fmla="*/ 140277 w 682"/>
                    <a:gd name="T15" fmla="*/ 512115 h 557"/>
                    <a:gd name="T16" fmla="*/ 142027 w 682"/>
                    <a:gd name="T17" fmla="*/ 481409 h 557"/>
                    <a:gd name="T18" fmla="*/ 143349 w 682"/>
                    <a:gd name="T19" fmla="*/ 459616 h 557"/>
                    <a:gd name="T20" fmla="*/ 127417 w 682"/>
                    <a:gd name="T21" fmla="*/ 437106 h 557"/>
                    <a:gd name="T22" fmla="*/ 112451 w 682"/>
                    <a:gd name="T23" fmla="*/ 403177 h 557"/>
                    <a:gd name="T24" fmla="*/ 85614 w 682"/>
                    <a:gd name="T25" fmla="*/ 412132 h 557"/>
                    <a:gd name="T26" fmla="*/ 73290 w 682"/>
                    <a:gd name="T27" fmla="*/ 425351 h 557"/>
                    <a:gd name="T28" fmla="*/ 45173 w 682"/>
                    <a:gd name="T29" fmla="*/ 425351 h 557"/>
                    <a:gd name="T30" fmla="*/ 12860 w 682"/>
                    <a:gd name="T31" fmla="*/ 363599 h 557"/>
                    <a:gd name="T32" fmla="*/ 6324 w 682"/>
                    <a:gd name="T33" fmla="*/ 344404 h 557"/>
                    <a:gd name="T34" fmla="*/ 0 w 682"/>
                    <a:gd name="T35" fmla="*/ 307066 h 557"/>
                    <a:gd name="T36" fmla="*/ 14008 w 682"/>
                    <a:gd name="T37" fmla="*/ 248411 h 557"/>
                    <a:gd name="T38" fmla="*/ 18648 w 682"/>
                    <a:gd name="T39" fmla="*/ 210682 h 557"/>
                    <a:gd name="T40" fmla="*/ 29569 w 682"/>
                    <a:gd name="T41" fmla="*/ 166134 h 557"/>
                    <a:gd name="T42" fmla="*/ 47163 w 682"/>
                    <a:gd name="T43" fmla="*/ 134839 h 557"/>
                    <a:gd name="T44" fmla="*/ 97050 w 682"/>
                    <a:gd name="T45" fmla="*/ 78145 h 557"/>
                    <a:gd name="T46" fmla="*/ 127417 w 682"/>
                    <a:gd name="T47" fmla="*/ 35141 h 557"/>
                    <a:gd name="T48" fmla="*/ 149372 w 682"/>
                    <a:gd name="T49" fmla="*/ 6727 h 557"/>
                    <a:gd name="T50" fmla="*/ 210321 w 682"/>
                    <a:gd name="T51" fmla="*/ 2488 h 557"/>
                    <a:gd name="T52" fmla="*/ 230405 w 682"/>
                    <a:gd name="T53" fmla="*/ 0 h 557"/>
                    <a:gd name="T54" fmla="*/ 222306 w 682"/>
                    <a:gd name="T55" fmla="*/ 39307 h 557"/>
                    <a:gd name="T56" fmla="*/ 256575 w 682"/>
                    <a:gd name="T57" fmla="*/ 98293 h 557"/>
                    <a:gd name="T58" fmla="*/ 288020 w 682"/>
                    <a:gd name="T59" fmla="*/ 86241 h 557"/>
                    <a:gd name="T60" fmla="*/ 306345 w 682"/>
                    <a:gd name="T61" fmla="*/ 95016 h 557"/>
                    <a:gd name="T62" fmla="*/ 323657 w 682"/>
                    <a:gd name="T63" fmla="*/ 113177 h 557"/>
                    <a:gd name="T64" fmla="*/ 331467 w 682"/>
                    <a:gd name="T65" fmla="*/ 219031 h 557"/>
                    <a:gd name="T66" fmla="*/ 331467 w 682"/>
                    <a:gd name="T67" fmla="*/ 279710 h 557"/>
                    <a:gd name="T68" fmla="*/ 346737 w 682"/>
                    <a:gd name="T69" fmla="*/ 329817 h 557"/>
                    <a:gd name="T70" fmla="*/ 373846 w 682"/>
                    <a:gd name="T71" fmla="*/ 349528 h 557"/>
                    <a:gd name="T72" fmla="*/ 393747 w 682"/>
                    <a:gd name="T73" fmla="*/ 344404 h 557"/>
                    <a:gd name="T74" fmla="*/ 384477 w 682"/>
                    <a:gd name="T75" fmla="*/ 396418 h 557"/>
                    <a:gd name="T76" fmla="*/ 346737 w 682"/>
                    <a:gd name="T77" fmla="*/ 474632 h 557"/>
                    <a:gd name="T78" fmla="*/ 317510 w 682"/>
                    <a:gd name="T79" fmla="*/ 565308 h 557"/>
                    <a:gd name="T80" fmla="*/ 322071 w 682"/>
                    <a:gd name="T81" fmla="*/ 592137 h 557"/>
                    <a:gd name="T82" fmla="*/ 251855 w 682"/>
                    <a:gd name="T83" fmla="*/ 647625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52"/>
                <p:cNvSpPr>
                  <a:spLocks/>
                </p:cNvSpPr>
                <p:nvPr userDrawn="1"/>
              </p:nvSpPr>
              <p:spPr bwMode="ltGray">
                <a:xfrm>
                  <a:off x="727" y="495"/>
                  <a:ext cx="382" cy="540"/>
                </a:xfrm>
                <a:custGeom>
                  <a:avLst/>
                  <a:gdLst>
                    <a:gd name="T0" fmla="*/ 137892 w 257"/>
                    <a:gd name="T1" fmla="*/ 410266 h 347"/>
                    <a:gd name="T2" fmla="*/ 132123 w 257"/>
                    <a:gd name="T3" fmla="*/ 355701 h 347"/>
                    <a:gd name="T4" fmla="*/ 123347 w 257"/>
                    <a:gd name="T5" fmla="*/ 340561 h 347"/>
                    <a:gd name="T6" fmla="*/ 122395 w 257"/>
                    <a:gd name="T7" fmla="*/ 318818 h 347"/>
                    <a:gd name="T8" fmla="*/ 118750 w 257"/>
                    <a:gd name="T9" fmla="*/ 300386 h 347"/>
                    <a:gd name="T10" fmla="*/ 118750 w 257"/>
                    <a:gd name="T11" fmla="*/ 270608 h 347"/>
                    <a:gd name="T12" fmla="*/ 117717 w 257"/>
                    <a:gd name="T13" fmla="*/ 252935 h 347"/>
                    <a:gd name="T14" fmla="*/ 129412 w 257"/>
                    <a:gd name="T15" fmla="*/ 238889 h 347"/>
                    <a:gd name="T16" fmla="*/ 145918 w 257"/>
                    <a:gd name="T17" fmla="*/ 233585 h 347"/>
                    <a:gd name="T18" fmla="*/ 145918 w 257"/>
                    <a:gd name="T19" fmla="*/ 161334 h 347"/>
                    <a:gd name="T20" fmla="*/ 30606 w 257"/>
                    <a:gd name="T21" fmla="*/ 113482 h 347"/>
                    <a:gd name="T22" fmla="*/ 18364 w 257"/>
                    <a:gd name="T23" fmla="*/ 116084 h 347"/>
                    <a:gd name="T24" fmla="*/ 9320 w 257"/>
                    <a:gd name="T25" fmla="*/ 120705 h 347"/>
                    <a:gd name="T26" fmla="*/ 0 w 257"/>
                    <a:gd name="T27" fmla="*/ 176600 h 347"/>
                    <a:gd name="T28" fmla="*/ 52628 w 257"/>
                    <a:gd name="T29" fmla="*/ 409038 h 347"/>
                    <a:gd name="T30" fmla="*/ 137892 w 257"/>
                    <a:gd name="T31" fmla="*/ 410266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a:extLst>
                  <a:ext uri="{91240B29-F687-4F45-9708-019B960494DF}">
                    <a14:hiddenLine xmlns:a14="http://schemas.microsoft.com/office/drawing/2010/main" w="9525">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Freeform 55"/>
                <p:cNvSpPr>
                  <a:spLocks/>
                </p:cNvSpPr>
                <p:nvPr userDrawn="1"/>
              </p:nvSpPr>
              <p:spPr bwMode="ltGray">
                <a:xfrm>
                  <a:off x="453" y="275"/>
                  <a:ext cx="58" cy="24"/>
                </a:xfrm>
                <a:custGeom>
                  <a:avLst/>
                  <a:gdLst>
                    <a:gd name="T0" fmla="*/ 24 w 57"/>
                    <a:gd name="T1" fmla="*/ 2 h 30"/>
                    <a:gd name="T2" fmla="*/ 48 w 57"/>
                    <a:gd name="T3" fmla="*/ 2 h 30"/>
                    <a:gd name="T4" fmla="*/ 52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Freeform 56"/>
                <p:cNvSpPr>
                  <a:spLocks/>
                </p:cNvSpPr>
                <p:nvPr userDrawn="1"/>
              </p:nvSpPr>
              <p:spPr bwMode="ltGray">
                <a:xfrm>
                  <a:off x="1161" y="50"/>
                  <a:ext cx="691" cy="569"/>
                </a:xfrm>
                <a:custGeom>
                  <a:avLst/>
                  <a:gdLst>
                    <a:gd name="T0" fmla="*/ 457 w 693"/>
                    <a:gd name="T1" fmla="*/ 19 h 696"/>
                    <a:gd name="T2" fmla="*/ 377 w 693"/>
                    <a:gd name="T3" fmla="*/ 18 h 696"/>
                    <a:gd name="T4" fmla="*/ 309 w 693"/>
                    <a:gd name="T5" fmla="*/ 16 h 696"/>
                    <a:gd name="T6" fmla="*/ 249 w 693"/>
                    <a:gd name="T7" fmla="*/ 16 h 696"/>
                    <a:gd name="T8" fmla="*/ 221 w 693"/>
                    <a:gd name="T9" fmla="*/ 16 h 696"/>
                    <a:gd name="T10" fmla="*/ 245 w 693"/>
                    <a:gd name="T11" fmla="*/ 16 h 696"/>
                    <a:gd name="T12" fmla="*/ 277 w 693"/>
                    <a:gd name="T13" fmla="*/ 19 h 696"/>
                    <a:gd name="T14" fmla="*/ 305 w 693"/>
                    <a:gd name="T15" fmla="*/ 20 h 696"/>
                    <a:gd name="T16" fmla="*/ 317 w 693"/>
                    <a:gd name="T17" fmla="*/ 20 h 696"/>
                    <a:gd name="T18" fmla="*/ 297 w 693"/>
                    <a:gd name="T19" fmla="*/ 22 h 696"/>
                    <a:gd name="T20" fmla="*/ 245 w 693"/>
                    <a:gd name="T21" fmla="*/ 25 h 696"/>
                    <a:gd name="T22" fmla="*/ 209 w 693"/>
                    <a:gd name="T23" fmla="*/ 25 h 696"/>
                    <a:gd name="T24" fmla="*/ 97 w 693"/>
                    <a:gd name="T25" fmla="*/ 28 h 696"/>
                    <a:gd name="T26" fmla="*/ 77 w 693"/>
                    <a:gd name="T27" fmla="*/ 25 h 696"/>
                    <a:gd name="T28" fmla="*/ 45 w 693"/>
                    <a:gd name="T29" fmla="*/ 20 h 696"/>
                    <a:gd name="T30" fmla="*/ 33 w 693"/>
                    <a:gd name="T31" fmla="*/ 18 h 696"/>
                    <a:gd name="T32" fmla="*/ 53 w 693"/>
                    <a:gd name="T33" fmla="*/ 13 h 696"/>
                    <a:gd name="T34" fmla="*/ 17 w 693"/>
                    <a:gd name="T35" fmla="*/ 16 h 696"/>
                    <a:gd name="T36" fmla="*/ 81 w 693"/>
                    <a:gd name="T37" fmla="*/ 11 h 696"/>
                    <a:gd name="T38" fmla="*/ 113 w 693"/>
                    <a:gd name="T39" fmla="*/ 9 h 696"/>
                    <a:gd name="T40" fmla="*/ 37 w 693"/>
                    <a:gd name="T41" fmla="*/ 9 h 696"/>
                    <a:gd name="T42" fmla="*/ 1 w 693"/>
                    <a:gd name="T43" fmla="*/ 7 h 696"/>
                    <a:gd name="T44" fmla="*/ 25 w 693"/>
                    <a:gd name="T45" fmla="*/ 6 h 696"/>
                    <a:gd name="T46" fmla="*/ 97 w 693"/>
                    <a:gd name="T47" fmla="*/ 5 h 696"/>
                    <a:gd name="T48" fmla="*/ 205 w 693"/>
                    <a:gd name="T49" fmla="*/ 5 h 696"/>
                    <a:gd name="T50" fmla="*/ 213 w 693"/>
                    <a:gd name="T51" fmla="*/ 2 h 696"/>
                    <a:gd name="T52" fmla="*/ 245 w 693"/>
                    <a:gd name="T53" fmla="*/ 0 h 696"/>
                    <a:gd name="T54" fmla="*/ 341 w 693"/>
                    <a:gd name="T55" fmla="*/ 2 h 696"/>
                    <a:gd name="T56" fmla="*/ 313 w 693"/>
                    <a:gd name="T57" fmla="*/ 3 h 696"/>
                    <a:gd name="T58" fmla="*/ 285 w 693"/>
                    <a:gd name="T59" fmla="*/ 7 h 696"/>
                    <a:gd name="T60" fmla="*/ 345 w 693"/>
                    <a:gd name="T61" fmla="*/ 7 h 696"/>
                    <a:gd name="T62" fmla="*/ 357 w 693"/>
                    <a:gd name="T63" fmla="*/ 6 h 696"/>
                    <a:gd name="T64" fmla="*/ 401 w 693"/>
                    <a:gd name="T65" fmla="*/ 4 h 696"/>
                    <a:gd name="T66" fmla="*/ 481 w 693"/>
                    <a:gd name="T67" fmla="*/ 3 h 696"/>
                    <a:gd name="T68" fmla="*/ 508 w 693"/>
                    <a:gd name="T69" fmla="*/ 2 h 696"/>
                    <a:gd name="T70" fmla="*/ 514 w 693"/>
                    <a:gd name="T71" fmla="*/ 19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Freeform 57"/>
                <p:cNvSpPr>
                  <a:spLocks/>
                </p:cNvSpPr>
                <p:nvPr userDrawn="1"/>
              </p:nvSpPr>
              <p:spPr bwMode="ltGray">
                <a:xfrm>
                  <a:off x="689" y="6"/>
                  <a:ext cx="1386" cy="232"/>
                </a:xfrm>
                <a:custGeom>
                  <a:avLst/>
                  <a:gdLst>
                    <a:gd name="T0" fmla="*/ 480089 w 931"/>
                    <a:gd name="T1" fmla="*/ 0 h 149"/>
                    <a:gd name="T2" fmla="*/ 83370 w 931"/>
                    <a:gd name="T3" fmla="*/ 34587 h 149"/>
                    <a:gd name="T4" fmla="*/ 52726 w 931"/>
                    <a:gd name="T5" fmla="*/ 49620 h 149"/>
                    <a:gd name="T6" fmla="*/ 36020 w 931"/>
                    <a:gd name="T7" fmla="*/ 49620 h 149"/>
                    <a:gd name="T8" fmla="*/ 12894 w 931"/>
                    <a:gd name="T9" fmla="*/ 91992 h 149"/>
                    <a:gd name="T10" fmla="*/ 0 w 931"/>
                    <a:gd name="T11" fmla="*/ 124961 h 149"/>
                    <a:gd name="T12" fmla="*/ 34375 w 931"/>
                    <a:gd name="T13" fmla="*/ 137381 h 149"/>
                    <a:gd name="T14" fmla="*/ 56315 w 931"/>
                    <a:gd name="T15" fmla="*/ 114071 h 149"/>
                    <a:gd name="T16" fmla="*/ 62995 w 931"/>
                    <a:gd name="T17" fmla="*/ 100484 h 149"/>
                    <a:gd name="T18" fmla="*/ 97404 w 931"/>
                    <a:gd name="T19" fmla="*/ 61977 h 149"/>
                    <a:gd name="T20" fmla="*/ 125148 w 931"/>
                    <a:gd name="T21" fmla="*/ 55024 h 149"/>
                    <a:gd name="T22" fmla="*/ 138177 w 931"/>
                    <a:gd name="T23" fmla="*/ 111643 h 149"/>
                    <a:gd name="T24" fmla="*/ 109509 w 931"/>
                    <a:gd name="T25" fmla="*/ 130563 h 149"/>
                    <a:gd name="T26" fmla="*/ 134368 w 931"/>
                    <a:gd name="T27" fmla="*/ 135018 h 149"/>
                    <a:gd name="T28" fmla="*/ 145506 w 931"/>
                    <a:gd name="T29" fmla="*/ 107214 h 149"/>
                    <a:gd name="T30" fmla="*/ 154921 w 931"/>
                    <a:gd name="T31" fmla="*/ 109619 h 149"/>
                    <a:gd name="T32" fmla="*/ 147264 w 931"/>
                    <a:gd name="T33" fmla="*/ 64535 h 149"/>
                    <a:gd name="T34" fmla="*/ 154921 w 931"/>
                    <a:gd name="T35" fmla="*/ 52823 h 149"/>
                    <a:gd name="T36" fmla="*/ 161042 w 931"/>
                    <a:gd name="T37" fmla="*/ 104954 h 149"/>
                    <a:gd name="T38" fmla="*/ 154921 w 931"/>
                    <a:gd name="T39" fmla="*/ 135018 h 149"/>
                    <a:gd name="T40" fmla="*/ 172635 w 931"/>
                    <a:gd name="T41" fmla="*/ 154979 h 149"/>
                    <a:gd name="T42" fmla="*/ 173966 w 931"/>
                    <a:gd name="T43" fmla="*/ 109619 h 149"/>
                    <a:gd name="T44" fmla="*/ 192792 w 931"/>
                    <a:gd name="T45" fmla="*/ 122655 h 149"/>
                    <a:gd name="T46" fmla="*/ 222409 w 931"/>
                    <a:gd name="T47" fmla="*/ 87506 h 149"/>
                    <a:gd name="T48" fmla="*/ 238190 w 931"/>
                    <a:gd name="T49" fmla="*/ 59478 h 149"/>
                    <a:gd name="T50" fmla="*/ 255877 w 931"/>
                    <a:gd name="T51" fmla="*/ 66433 h 149"/>
                    <a:gd name="T52" fmla="*/ 264867 w 931"/>
                    <a:gd name="T53" fmla="*/ 59478 h 149"/>
                    <a:gd name="T54" fmla="*/ 250996 w 931"/>
                    <a:gd name="T55" fmla="*/ 52823 h 149"/>
                    <a:gd name="T56" fmla="*/ 276130 w 931"/>
                    <a:gd name="T57" fmla="*/ 41447 h 149"/>
                    <a:gd name="T58" fmla="*/ 316665 w 931"/>
                    <a:gd name="T59" fmla="*/ 64535 h 149"/>
                    <a:gd name="T60" fmla="*/ 338287 w 931"/>
                    <a:gd name="T61" fmla="*/ 49620 h 149"/>
                    <a:gd name="T62" fmla="*/ 339761 w 931"/>
                    <a:gd name="T63" fmla="*/ 75358 h 149"/>
                    <a:gd name="T64" fmla="*/ 330657 w 931"/>
                    <a:gd name="T65" fmla="*/ 120299 h 149"/>
                    <a:gd name="T66" fmla="*/ 355930 w 931"/>
                    <a:gd name="T67" fmla="*/ 104954 h 149"/>
                    <a:gd name="T68" fmla="*/ 363242 w 931"/>
                    <a:gd name="T69" fmla="*/ 95958 h 149"/>
                    <a:gd name="T70" fmla="*/ 377378 w 931"/>
                    <a:gd name="T71" fmla="*/ 72618 h 149"/>
                    <a:gd name="T72" fmla="*/ 462235 w 931"/>
                    <a:gd name="T73" fmla="*/ 1004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Freeform 58"/>
                <p:cNvSpPr>
                  <a:spLocks/>
                </p:cNvSpPr>
                <p:nvPr userDrawn="1"/>
              </p:nvSpPr>
              <p:spPr bwMode="ltGray">
                <a:xfrm>
                  <a:off x="971" y="91"/>
                  <a:ext cx="30" cy="25"/>
                </a:xfrm>
                <a:custGeom>
                  <a:avLst/>
                  <a:gdLst>
                    <a:gd name="T0" fmla="*/ 3 w 31"/>
                    <a:gd name="T1" fmla="*/ 3 h 30"/>
                    <a:gd name="T2" fmla="*/ 15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Freeform 59"/>
                <p:cNvSpPr>
                  <a:spLocks/>
                </p:cNvSpPr>
                <p:nvPr userDrawn="1"/>
              </p:nvSpPr>
              <p:spPr bwMode="ltGray">
                <a:xfrm>
                  <a:off x="935" y="125"/>
                  <a:ext cx="45" cy="27"/>
                </a:xfrm>
                <a:custGeom>
                  <a:avLst/>
                  <a:gdLst>
                    <a:gd name="T0" fmla="*/ 6 w 44"/>
                    <a:gd name="T1" fmla="*/ 3 h 32"/>
                    <a:gd name="T2" fmla="*/ 38 w 44"/>
                    <a:gd name="T3" fmla="*/ 0 h 32"/>
                    <a:gd name="T4" fmla="*/ 54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Freeform 62"/>
                <p:cNvSpPr>
                  <a:spLocks/>
                </p:cNvSpPr>
                <p:nvPr userDrawn="1"/>
              </p:nvSpPr>
              <p:spPr bwMode="ltGray">
                <a:xfrm>
                  <a:off x="865" y="123"/>
                  <a:ext cx="33" cy="24"/>
                </a:xfrm>
                <a:custGeom>
                  <a:avLst/>
                  <a:gdLst>
                    <a:gd name="T0" fmla="*/ 7 w 31"/>
                    <a:gd name="T1" fmla="*/ 2 h 30"/>
                    <a:gd name="T2" fmla="*/ 83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Group 63"/>
              <p:cNvGrpSpPr>
                <a:grpSpLocks/>
              </p:cNvGrpSpPr>
              <p:nvPr userDrawn="1"/>
            </p:nvGrpSpPr>
            <p:grpSpPr bwMode="auto">
              <a:xfrm>
                <a:off x="7" y="6"/>
                <a:ext cx="5739" cy="1022"/>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75"/>
              <p:cNvGrpSpPr>
                <a:grpSpLocks/>
              </p:cNvGrpSpPr>
              <p:nvPr userDrawn="1"/>
            </p:nvGrpSpPr>
            <p:grpSpPr bwMode="auto">
              <a:xfrm>
                <a:off x="363" y="1"/>
                <a:ext cx="4919" cy="1034"/>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3196" name="Rectangle 92"/>
          <p:cNvSpPr>
            <a:spLocks noGrp="1" noChangeArrowheads="1"/>
          </p:cNvSpPr>
          <p:nvPr>
            <p:ph type="ctrTitle"/>
          </p:nvPr>
        </p:nvSpPr>
        <p:spPr>
          <a:xfrm>
            <a:off x="1828800" y="1828800"/>
            <a:ext cx="6934200" cy="2362200"/>
          </a:xfrm>
        </p:spPr>
        <p:txBody>
          <a:bodyPr/>
          <a:lstStyle>
            <a:lvl1pPr>
              <a:defRPr/>
            </a:lvl1pPr>
          </a:lstStyle>
          <a:p>
            <a:pPr lvl="0"/>
            <a:r>
              <a:rPr lang="zh-CN" altLang="en-US" noProof="0"/>
              <a:t>单击此处编辑母版标题样式</a:t>
            </a:r>
          </a:p>
        </p:txBody>
      </p:sp>
      <p:sp>
        <p:nvSpPr>
          <p:cNvPr id="303197"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pPr lvl="0"/>
            <a:r>
              <a:rPr lang="zh-CN" altLang="en-US" noProof="0"/>
              <a:t>单击此处编辑母版副标题样式</a:t>
            </a:r>
          </a:p>
        </p:txBody>
      </p:sp>
      <p:sp>
        <p:nvSpPr>
          <p:cNvPr id="94" name="Rectangle 94"/>
          <p:cNvSpPr>
            <a:spLocks noGrp="1" noChangeArrowheads="1"/>
          </p:cNvSpPr>
          <p:nvPr>
            <p:ph type="dt" sz="half" idx="10"/>
          </p:nvPr>
        </p:nvSpPr>
        <p:spPr>
          <a:xfrm>
            <a:off x="533400" y="6324600"/>
            <a:ext cx="1905000" cy="457200"/>
          </a:xfrm>
        </p:spPr>
        <p:txBody>
          <a:bodyPr/>
          <a:lstStyle>
            <a:lvl1pPr>
              <a:defRPr/>
            </a:lvl1pPr>
          </a:lstStyle>
          <a:p>
            <a:pPr>
              <a:defRPr/>
            </a:pPr>
            <a:endParaRPr lang="en-US" altLang="zh-CN"/>
          </a:p>
        </p:txBody>
      </p:sp>
      <p:sp>
        <p:nvSpPr>
          <p:cNvPr id="95" name="Rectangle 95"/>
          <p:cNvSpPr>
            <a:spLocks noGrp="1" noChangeArrowheads="1"/>
          </p:cNvSpPr>
          <p:nvPr>
            <p:ph type="ftr" sz="quarter" idx="11"/>
          </p:nvPr>
        </p:nvSpPr>
        <p:spPr>
          <a:xfrm>
            <a:off x="3200400" y="6324600"/>
            <a:ext cx="2895600" cy="457200"/>
          </a:xfrm>
        </p:spPr>
        <p:txBody>
          <a:bodyPr/>
          <a:lstStyle>
            <a:lvl1pPr>
              <a:defRPr/>
            </a:lvl1pPr>
          </a:lstStyle>
          <a:p>
            <a:pPr>
              <a:defRPr/>
            </a:pPr>
            <a:endParaRPr lang="en-US" altLang="zh-CN"/>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D6E7986B-6AB3-4113-9973-CFE634324781}" type="slidenum">
              <a:rPr lang="zh-CN" altLang="en-US"/>
              <a:pPr/>
              <a:t>‹#›</a:t>
            </a:fld>
            <a:endParaRPr lang="en-US" altLang="zh-CN"/>
          </a:p>
        </p:txBody>
      </p:sp>
    </p:spTree>
    <p:extLst>
      <p:ext uri="{BB962C8B-B14F-4D97-AF65-F5344CB8AC3E}">
        <p14:creationId xmlns:p14="http://schemas.microsoft.com/office/powerpoint/2010/main" val="3921947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28A84F9D-C75E-4E1C-B02D-E7F277041DF7}" type="slidenum">
              <a:rPr lang="zh-CN" altLang="en-US"/>
              <a:pPr/>
              <a:t>‹#›</a:t>
            </a:fld>
            <a:endParaRPr lang="en-US" altLang="zh-CN"/>
          </a:p>
        </p:txBody>
      </p:sp>
    </p:spTree>
    <p:extLst>
      <p:ext uri="{BB962C8B-B14F-4D97-AF65-F5344CB8AC3E}">
        <p14:creationId xmlns:p14="http://schemas.microsoft.com/office/powerpoint/2010/main" val="28087826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B4B48DE1-9BAB-473E-9EAC-AD10C061AA6A}" type="slidenum">
              <a:rPr lang="zh-CN" altLang="en-US"/>
              <a:pPr/>
              <a:t>‹#›</a:t>
            </a:fld>
            <a:endParaRPr lang="en-US" altLang="zh-CN"/>
          </a:p>
        </p:txBody>
      </p:sp>
    </p:spTree>
    <p:extLst>
      <p:ext uri="{BB962C8B-B14F-4D97-AF65-F5344CB8AC3E}">
        <p14:creationId xmlns:p14="http://schemas.microsoft.com/office/powerpoint/2010/main" val="13461058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F4C7E8A7-F1B0-4BB3-89DC-A5DA01F92911}" type="slidenum">
              <a:rPr lang="zh-CN" altLang="en-US"/>
              <a:pPr/>
              <a:t>‹#›</a:t>
            </a:fld>
            <a:endParaRPr lang="en-US" altLang="zh-CN"/>
          </a:p>
        </p:txBody>
      </p:sp>
    </p:spTree>
    <p:extLst>
      <p:ext uri="{BB962C8B-B14F-4D97-AF65-F5344CB8AC3E}">
        <p14:creationId xmlns:p14="http://schemas.microsoft.com/office/powerpoint/2010/main" val="12395856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fld id="{1BB37639-B612-4C81-BBFF-6C9DBADC8E16}" type="slidenum">
              <a:rPr lang="zh-CN" altLang="en-US"/>
              <a:pPr/>
              <a:t>‹#›</a:t>
            </a:fld>
            <a:endParaRPr lang="en-US" altLang="zh-CN"/>
          </a:p>
        </p:txBody>
      </p:sp>
    </p:spTree>
    <p:extLst>
      <p:ext uri="{BB962C8B-B14F-4D97-AF65-F5344CB8AC3E}">
        <p14:creationId xmlns:p14="http://schemas.microsoft.com/office/powerpoint/2010/main" val="42848990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fld id="{18880BE2-ADC2-47C1-892E-DC98840054B2}" type="slidenum">
              <a:rPr lang="zh-CN" altLang="en-US"/>
              <a:pPr/>
              <a:t>‹#›</a:t>
            </a:fld>
            <a:endParaRPr lang="en-US" altLang="zh-CN"/>
          </a:p>
        </p:txBody>
      </p:sp>
    </p:spTree>
    <p:extLst>
      <p:ext uri="{BB962C8B-B14F-4D97-AF65-F5344CB8AC3E}">
        <p14:creationId xmlns:p14="http://schemas.microsoft.com/office/powerpoint/2010/main" val="6470312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fld id="{70469112-43D0-48E0-9DFB-F773BED7F1D0}" type="slidenum">
              <a:rPr lang="zh-CN" altLang="en-US"/>
              <a:pPr/>
              <a:t>‹#›</a:t>
            </a:fld>
            <a:endParaRPr lang="en-US" altLang="zh-CN"/>
          </a:p>
        </p:txBody>
      </p:sp>
    </p:spTree>
    <p:extLst>
      <p:ext uri="{BB962C8B-B14F-4D97-AF65-F5344CB8AC3E}">
        <p14:creationId xmlns:p14="http://schemas.microsoft.com/office/powerpoint/2010/main" val="1757145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0AA1979E-3D7D-447B-8AAF-419B50B10B10}" type="slidenum">
              <a:rPr lang="zh-CN" altLang="en-US"/>
              <a:pPr/>
              <a:t>‹#›</a:t>
            </a:fld>
            <a:endParaRPr lang="en-US" altLang="zh-CN"/>
          </a:p>
        </p:txBody>
      </p:sp>
    </p:spTree>
    <p:extLst>
      <p:ext uri="{BB962C8B-B14F-4D97-AF65-F5344CB8AC3E}">
        <p14:creationId xmlns:p14="http://schemas.microsoft.com/office/powerpoint/2010/main" val="24290847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93CB28F7-27D4-4A45-847C-D6984A405150}" type="slidenum">
              <a:rPr lang="zh-CN" altLang="en-US"/>
              <a:pPr/>
              <a:t>‹#›</a:t>
            </a:fld>
            <a:endParaRPr lang="en-US" altLang="zh-CN"/>
          </a:p>
        </p:txBody>
      </p:sp>
    </p:spTree>
    <p:extLst>
      <p:ext uri="{BB962C8B-B14F-4D97-AF65-F5344CB8AC3E}">
        <p14:creationId xmlns:p14="http://schemas.microsoft.com/office/powerpoint/2010/main" val="42639497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BB1B7C5E-6705-475A-9B7E-810931111D7E}" type="slidenum">
              <a:rPr lang="zh-CN" altLang="en-US"/>
              <a:pPr/>
              <a:t>‹#›</a:t>
            </a:fld>
            <a:endParaRPr lang="en-US" altLang="zh-CN"/>
          </a:p>
        </p:txBody>
      </p:sp>
    </p:spTree>
    <p:extLst>
      <p:ext uri="{BB962C8B-B14F-4D97-AF65-F5344CB8AC3E}">
        <p14:creationId xmlns:p14="http://schemas.microsoft.com/office/powerpoint/2010/main" val="120172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05563" y="930275"/>
            <a:ext cx="2052637" cy="53324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46063" y="930275"/>
            <a:ext cx="6007100" cy="53324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9F5F46CB-D1FF-44E0-8947-E02C2C21A38C}" type="slidenum">
              <a:rPr lang="zh-CN" altLang="en-US"/>
              <a:pPr/>
              <a:t>‹#›</a:t>
            </a:fld>
            <a:endParaRPr lang="en-US" altLang="zh-CN"/>
          </a:p>
        </p:txBody>
      </p:sp>
    </p:spTree>
    <p:extLst>
      <p:ext uri="{BB962C8B-B14F-4D97-AF65-F5344CB8AC3E}">
        <p14:creationId xmlns:p14="http://schemas.microsoft.com/office/powerpoint/2010/main" val="18162176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46063" y="930275"/>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BFCAD391-3A3A-4A93-B20A-46D498E58D56}" type="slidenum">
              <a:rPr lang="zh-CN" altLang="en-US"/>
              <a:pPr/>
              <a:t>‹#›</a:t>
            </a:fld>
            <a:endParaRPr lang="en-US" altLang="zh-CN"/>
          </a:p>
        </p:txBody>
      </p:sp>
    </p:spTree>
    <p:extLst>
      <p:ext uri="{BB962C8B-B14F-4D97-AF65-F5344CB8AC3E}">
        <p14:creationId xmlns:p14="http://schemas.microsoft.com/office/powerpoint/2010/main" val="1053932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6" Type="http://schemas.openxmlformats.org/officeDocument/2006/relationships/image" Target="../media/image3.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2.pn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grpSp>
        <p:nvGrpSpPr>
          <p:cNvPr id="155" name="组合 154">
            <a:extLst>
              <a:ext uri="{FF2B5EF4-FFF2-40B4-BE49-F238E27FC236}">
                <a16:creationId xmlns:a16="http://schemas.microsoft.com/office/drawing/2014/main" id="{937589C9-23BE-4DE8-920D-E692843CF80C}"/>
              </a:ext>
            </a:extLst>
          </p:cNvPr>
          <p:cNvGrpSpPr/>
          <p:nvPr userDrawn="1"/>
        </p:nvGrpSpPr>
        <p:grpSpPr>
          <a:xfrm>
            <a:off x="142282" y="288798"/>
            <a:ext cx="533400" cy="426720"/>
            <a:chOff x="0" y="288798"/>
            <a:chExt cx="533400" cy="426720"/>
          </a:xfrm>
        </p:grpSpPr>
        <p:sp>
          <p:nvSpPr>
            <p:cNvPr id="156" name="矩形 155">
              <a:extLst>
                <a:ext uri="{FF2B5EF4-FFF2-40B4-BE49-F238E27FC236}">
                  <a16:creationId xmlns:a16="http://schemas.microsoft.com/office/drawing/2014/main" id="{3215382F-CB53-4992-8055-3E63AA884941}"/>
                </a:ext>
              </a:extLst>
            </p:cNvPr>
            <p:cNvSpPr/>
            <p:nvPr/>
          </p:nvSpPr>
          <p:spPr>
            <a:xfrm>
              <a:off x="0" y="288798"/>
              <a:ext cx="4191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a:extLst>
                <a:ext uri="{FF2B5EF4-FFF2-40B4-BE49-F238E27FC236}">
                  <a16:creationId xmlns:a16="http://schemas.microsoft.com/office/drawing/2014/main" id="{A7E7A35D-3572-4410-AC23-B3AE01DE596B}"/>
                </a:ext>
              </a:extLst>
            </p:cNvPr>
            <p:cNvSpPr/>
            <p:nvPr/>
          </p:nvSpPr>
          <p:spPr>
            <a:xfrm>
              <a:off x="457200" y="288798"/>
              <a:ext cx="762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58" name="图片 157">
            <a:extLst>
              <a:ext uri="{FF2B5EF4-FFF2-40B4-BE49-F238E27FC236}">
                <a16:creationId xmlns:a16="http://schemas.microsoft.com/office/drawing/2014/main" id="{F5DD1D46-E9B6-412B-A870-F555EA614AC5}"/>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422805" y="244642"/>
            <a:ext cx="492595" cy="505044"/>
          </a:xfrm>
          <a:prstGeom prst="rect">
            <a:avLst/>
          </a:prstGeom>
        </p:spPr>
      </p:pic>
    </p:spTree>
    <p:extLst>
      <p:ext uri="{BB962C8B-B14F-4D97-AF65-F5344CB8AC3E}">
        <p14:creationId xmlns:p14="http://schemas.microsoft.com/office/powerpoint/2010/main" val="374106074"/>
      </p:ext>
    </p:extLst>
  </p:cSld>
  <p:clrMap bg1="lt1" tx1="dk1" bg2="lt2" tx2="dk2" accent1="accent1" accent2="accent2" accent3="accent3" accent4="accent4" accent5="accent5" accent6="accent6" hlink="hlink" folHlink="folHlink"/>
  <p:sldLayoutIdLst>
    <p:sldLayoutId id="2147483901" r:id="rId1"/>
    <p:sldLayoutId id="2147483906" r:id="rId2"/>
    <p:sldLayoutId id="2147483912" r:id="rId3"/>
    <p:sldLayoutId id="2147483913" r:id="rId4"/>
    <p:sldLayoutId id="2147483916" r:id="rId5"/>
    <p:sldLayoutId id="2147483942" r:id="rId6"/>
    <p:sldLayoutId id="2147483943" r:id="rId7"/>
  </p:sldLayoutIdLst>
  <p:hf sldNum="0" hdr="0" ftr="0" dt="0"/>
  <p:txStyles>
    <p:titleStyle>
      <a:lvl1pPr algn="l" rtl="0" eaLnBrk="1" fontAlgn="base" hangingPunct="1">
        <a:spcBef>
          <a:spcPct val="0"/>
        </a:spcBef>
        <a:spcAft>
          <a:spcPct val="0"/>
        </a:spcAft>
        <a:defRPr kumimoji="1" sz="4400" i="1" kern="1200">
          <a:solidFill>
            <a:schemeClr val="tx2"/>
          </a:solidFill>
          <a:latin typeface="+mj-lt"/>
          <a:ea typeface="+mj-ea"/>
          <a:cs typeface="+mj-cs"/>
        </a:defRPr>
      </a:lvl1pPr>
      <a:lvl2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eaLnBrk="1" fontAlgn="base" hangingPunct="1">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1" fontAlgn="base" hangingPunct="1">
        <a:spcBef>
          <a:spcPct val="20000"/>
        </a:spcBef>
        <a:spcAft>
          <a:spcPct val="0"/>
        </a:spcAft>
        <a:buBlip>
          <a:blip r:embed="rId10"/>
        </a:buBlip>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SzPct val="75000"/>
        <a:buBlip>
          <a:blip r:embed="rId11"/>
        </a:buBlip>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B717B4-4078-4176-9966-43778C93659F}" type="datetimeFigureOut">
              <a:rPr lang="zh-CN" altLang="en-US" smtClean="0"/>
              <a:t>2025/3/2</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FDBB0E-D6FF-4293-8659-9E5CECC2D8EB}" type="slidenum">
              <a:rPr lang="zh-CN" altLang="en-US" smtClean="0"/>
              <a:t>‹#›</a:t>
            </a:fld>
            <a:endParaRPr lang="zh-CN" altLang="en-US"/>
          </a:p>
        </p:txBody>
      </p:sp>
    </p:spTree>
    <p:extLst>
      <p:ext uri="{BB962C8B-B14F-4D97-AF65-F5344CB8AC3E}">
        <p14:creationId xmlns:p14="http://schemas.microsoft.com/office/powerpoint/2010/main" val="1835330156"/>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2084" name="Rectangle 4"/>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a:ea typeface="宋体" panose="02010600030101010101" pitchFamily="2" charset="-122"/>
              </a:defRPr>
            </a:lvl1pPr>
          </a:lstStyle>
          <a:p>
            <a:pPr>
              <a:defRPr/>
            </a:pPr>
            <a:endParaRPr lang="en-US" altLang="zh-CN"/>
          </a:p>
        </p:txBody>
      </p:sp>
      <p:sp>
        <p:nvSpPr>
          <p:cNvPr id="302085" name="Rectangle 5"/>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a:ea typeface="宋体" panose="02010600030101010101" pitchFamily="2" charset="-122"/>
              </a:defRPr>
            </a:lvl1pPr>
          </a:lstStyle>
          <a:p>
            <a:pPr>
              <a:defRPr/>
            </a:pPr>
            <a:endParaRPr lang="en-US" altLang="zh-CN"/>
          </a:p>
        </p:txBody>
      </p:sp>
      <p:sp>
        <p:nvSpPr>
          <p:cNvPr id="302086" name="Rectangle 6"/>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a:lvl1pPr>
          </a:lstStyle>
          <a:p>
            <a:fld id="{57A1BFBC-C4B4-4643-86C1-56879915C522}" type="slidenum">
              <a:rPr lang="zh-CN" altLang="en-US"/>
              <a:pPr/>
              <a:t>‹#›</a:t>
            </a:fld>
            <a:endParaRPr lang="en-US" altLang="zh-CN"/>
          </a:p>
        </p:txBody>
      </p:sp>
      <p:grpSp>
        <p:nvGrpSpPr>
          <p:cNvPr id="160" name="组合 159">
            <a:extLst>
              <a:ext uri="{FF2B5EF4-FFF2-40B4-BE49-F238E27FC236}">
                <a16:creationId xmlns:a16="http://schemas.microsoft.com/office/drawing/2014/main" id="{937589C9-23BE-4DE8-920D-E692843CF80C}"/>
              </a:ext>
            </a:extLst>
          </p:cNvPr>
          <p:cNvGrpSpPr/>
          <p:nvPr userDrawn="1"/>
        </p:nvGrpSpPr>
        <p:grpSpPr>
          <a:xfrm>
            <a:off x="142282" y="288798"/>
            <a:ext cx="533400" cy="426720"/>
            <a:chOff x="0" y="288798"/>
            <a:chExt cx="533400" cy="426720"/>
          </a:xfrm>
        </p:grpSpPr>
        <p:sp>
          <p:nvSpPr>
            <p:cNvPr id="161" name="矩形 160">
              <a:extLst>
                <a:ext uri="{FF2B5EF4-FFF2-40B4-BE49-F238E27FC236}">
                  <a16:creationId xmlns:a16="http://schemas.microsoft.com/office/drawing/2014/main" id="{3215382F-CB53-4992-8055-3E63AA884941}"/>
                </a:ext>
              </a:extLst>
            </p:cNvPr>
            <p:cNvSpPr/>
            <p:nvPr/>
          </p:nvSpPr>
          <p:spPr>
            <a:xfrm>
              <a:off x="0" y="288798"/>
              <a:ext cx="4191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a:extLst>
                <a:ext uri="{FF2B5EF4-FFF2-40B4-BE49-F238E27FC236}">
                  <a16:creationId xmlns:a16="http://schemas.microsoft.com/office/drawing/2014/main" id="{A7E7A35D-3572-4410-AC23-B3AE01DE596B}"/>
                </a:ext>
              </a:extLst>
            </p:cNvPr>
            <p:cNvSpPr/>
            <p:nvPr/>
          </p:nvSpPr>
          <p:spPr>
            <a:xfrm>
              <a:off x="457200" y="288798"/>
              <a:ext cx="762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3" name="图片 162">
            <a:extLst>
              <a:ext uri="{FF2B5EF4-FFF2-40B4-BE49-F238E27FC236}">
                <a16:creationId xmlns:a16="http://schemas.microsoft.com/office/drawing/2014/main" id="{F5DD1D46-E9B6-412B-A870-F555EA614AC5}"/>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422805" y="244642"/>
            <a:ext cx="492595" cy="505044"/>
          </a:xfrm>
          <a:prstGeom prst="rect">
            <a:avLst/>
          </a:prstGeom>
        </p:spPr>
      </p:pic>
    </p:spTree>
    <p:extLst>
      <p:ext uri="{BB962C8B-B14F-4D97-AF65-F5344CB8AC3E}">
        <p14:creationId xmlns:p14="http://schemas.microsoft.com/office/powerpoint/2010/main" val="2848723485"/>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Lst>
  <p:hf sldNum="0" hdr="0" ftr="0" dt="0"/>
  <p:txStyles>
    <p:title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5"/>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6"/>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5.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32.png"/><Relationship Id="rId9" Type="http://schemas.openxmlformats.org/officeDocument/2006/relationships/image" Target="../media/image7.wmf"/></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4.wmf"/><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oleObject" Target="../embeddings/oleObject8.bin"/><Relationship Id="rId2" Type="http://schemas.openxmlformats.org/officeDocument/2006/relationships/oleObject" Target="../embeddings/oleObject4.bin"/><Relationship Id="rId1" Type="http://schemas.openxmlformats.org/officeDocument/2006/relationships/slideLayout" Target="../slideLayouts/slideLayout1.xml"/><Relationship Id="rId6" Type="http://schemas.openxmlformats.org/officeDocument/2006/relationships/oleObject" Target="../embeddings/oleObject6.bin"/><Relationship Id="rId11" Type="http://schemas.openxmlformats.org/officeDocument/2006/relationships/image" Target="../media/image13.wmf"/><Relationship Id="rId5" Type="http://schemas.openxmlformats.org/officeDocument/2006/relationships/image" Target="../media/image9.wmf"/><Relationship Id="rId15" Type="http://schemas.openxmlformats.org/officeDocument/2006/relationships/image" Target="../media/image15.wmf"/><Relationship Id="rId10" Type="http://schemas.openxmlformats.org/officeDocument/2006/relationships/oleObject" Target="../embeddings/oleObject7.bin"/><Relationship Id="rId4" Type="http://schemas.openxmlformats.org/officeDocument/2006/relationships/oleObject" Target="../embeddings/oleObject5.bin"/><Relationship Id="rId9" Type="http://schemas.openxmlformats.org/officeDocument/2006/relationships/image" Target="../media/image12.png"/><Relationship Id="rId14" Type="http://schemas.openxmlformats.org/officeDocument/2006/relationships/oleObject" Target="../embeddings/oleObject9.bin"/></Relationships>
</file>

<file path=ppt/slides/_rels/slide4.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3.xml"/><Relationship Id="rId4" Type="http://schemas.openxmlformats.org/officeDocument/2006/relationships/image" Target="../media/image17.emf"/></Relationships>
</file>

<file path=ppt/slides/_rels/slide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1.bin"/><Relationship Id="rId1" Type="http://schemas.openxmlformats.org/officeDocument/2006/relationships/slideLayout" Target="../slideLayouts/slideLayout3.xml"/><Relationship Id="rId4" Type="http://schemas.openxmlformats.org/officeDocument/2006/relationships/image" Target="../media/image19.emf"/></Relationships>
</file>

<file path=ppt/slides/_rels/slide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2.bin"/><Relationship Id="rId1" Type="http://schemas.openxmlformats.org/officeDocument/2006/relationships/slideLayout" Target="../slideLayouts/slideLayout3.xml"/><Relationship Id="rId4" Type="http://schemas.openxmlformats.org/officeDocument/2006/relationships/image" Target="../media/image21.emf"/></Relationships>
</file>

<file path=ppt/slides/_rels/slide7.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3.bin"/><Relationship Id="rId1" Type="http://schemas.openxmlformats.org/officeDocument/2006/relationships/slideLayout" Target="../slideLayouts/slideLayout3.xml"/><Relationship Id="rId6" Type="http://schemas.openxmlformats.org/officeDocument/2006/relationships/oleObject" Target="../embeddings/oleObject15.bin"/><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28.wmf"/><Relationship Id="rId5" Type="http://schemas.openxmlformats.org/officeDocument/2006/relationships/oleObject" Target="../embeddings/oleObject17.bin"/><Relationship Id="rId4" Type="http://schemas.openxmlformats.org/officeDocument/2006/relationships/image" Target="../media/image27.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7.wmf"/><Relationship Id="rId7" Type="http://schemas.openxmlformats.org/officeDocument/2006/relationships/image" Target="../media/image30.wmf"/><Relationship Id="rId2" Type="http://schemas.openxmlformats.org/officeDocument/2006/relationships/oleObject" Target="../embeddings/oleObject16.bin"/><Relationship Id="rId1" Type="http://schemas.openxmlformats.org/officeDocument/2006/relationships/slideLayout" Target="../slideLayouts/slideLayout3.xml"/><Relationship Id="rId6" Type="http://schemas.openxmlformats.org/officeDocument/2006/relationships/oleObject" Target="../embeddings/oleObject19.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31.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oleObject" Target="../embeddings/oleObject27.bin"/><Relationship Id="rId18" Type="http://schemas.openxmlformats.org/officeDocument/2006/relationships/image" Target="../media/image41.wmf"/><Relationship Id="rId3" Type="http://schemas.openxmlformats.org/officeDocument/2006/relationships/image" Target="../media/image33.wmf"/><Relationship Id="rId7" Type="http://schemas.openxmlformats.org/officeDocument/2006/relationships/image" Target="../media/image35.wmf"/><Relationship Id="rId12" Type="http://schemas.openxmlformats.org/officeDocument/2006/relationships/image" Target="../media/image38.wmf"/><Relationship Id="rId17" Type="http://schemas.openxmlformats.org/officeDocument/2006/relationships/oleObject" Target="../embeddings/oleObject29.bin"/><Relationship Id="rId2" Type="http://schemas.openxmlformats.org/officeDocument/2006/relationships/oleObject" Target="../embeddings/oleObject22.bin"/><Relationship Id="rId16" Type="http://schemas.openxmlformats.org/officeDocument/2006/relationships/image" Target="../media/image40.wmf"/><Relationship Id="rId1" Type="http://schemas.openxmlformats.org/officeDocument/2006/relationships/slideLayout" Target="../slideLayouts/slideLayout3.xml"/><Relationship Id="rId6" Type="http://schemas.openxmlformats.org/officeDocument/2006/relationships/oleObject" Target="../embeddings/oleObject24.bin"/><Relationship Id="rId11" Type="http://schemas.openxmlformats.org/officeDocument/2006/relationships/oleObject" Target="../embeddings/oleObject26.bin"/><Relationship Id="rId5" Type="http://schemas.openxmlformats.org/officeDocument/2006/relationships/image" Target="../media/image34.wmf"/><Relationship Id="rId15" Type="http://schemas.openxmlformats.org/officeDocument/2006/relationships/oleObject" Target="../embeddings/oleObject28.bin"/><Relationship Id="rId10" Type="http://schemas.openxmlformats.org/officeDocument/2006/relationships/image" Target="../media/image37.emf"/><Relationship Id="rId4" Type="http://schemas.openxmlformats.org/officeDocument/2006/relationships/oleObject" Target="../embeddings/oleObject23.bin"/><Relationship Id="rId9" Type="http://schemas.openxmlformats.org/officeDocument/2006/relationships/image" Target="../media/image36.wmf"/><Relationship Id="rId14" Type="http://schemas.openxmlformats.org/officeDocument/2006/relationships/image" Target="../media/image39.wmf"/></Relationships>
</file>

<file path=ppt/slides/_rels/slide11.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image" Target="../media/image43.tiff"/><Relationship Id="rId1" Type="http://schemas.openxmlformats.org/officeDocument/2006/relationships/slideLayout" Target="../slideLayouts/slideLayout3.xml"/><Relationship Id="rId6" Type="http://schemas.openxmlformats.org/officeDocument/2006/relationships/image" Target="../media/image45.wmf"/><Relationship Id="rId5" Type="http://schemas.openxmlformats.org/officeDocument/2006/relationships/oleObject" Target="../embeddings/oleObject31.bin"/><Relationship Id="rId4" Type="http://schemas.openxmlformats.org/officeDocument/2006/relationships/image" Target="../media/image44.wmf"/></Relationships>
</file>

<file path=ppt/slides/_rels/slide13.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33.bin"/><Relationship Id="rId1" Type="http://schemas.openxmlformats.org/officeDocument/2006/relationships/slideLayout" Target="../slideLayouts/slideLayout3.xml"/><Relationship Id="rId4" Type="http://schemas.openxmlformats.org/officeDocument/2006/relationships/image" Target="../media/image48.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53.wmf"/><Relationship Id="rId3" Type="http://schemas.openxmlformats.org/officeDocument/2006/relationships/image" Target="../media/image49.wmf"/><Relationship Id="rId7" Type="http://schemas.openxmlformats.org/officeDocument/2006/relationships/image" Target="../media/image27.wmf"/><Relationship Id="rId12" Type="http://schemas.openxmlformats.org/officeDocument/2006/relationships/oleObject" Target="../embeddings/oleObject38.bin"/><Relationship Id="rId2" Type="http://schemas.openxmlformats.org/officeDocument/2006/relationships/oleObject" Target="../embeddings/oleObject34.bin"/><Relationship Id="rId1" Type="http://schemas.openxmlformats.org/officeDocument/2006/relationships/slideLayout" Target="../slideLayouts/slideLayout3.xml"/><Relationship Id="rId6" Type="http://schemas.openxmlformats.org/officeDocument/2006/relationships/oleObject" Target="../embeddings/oleObject16.bin"/><Relationship Id="rId11" Type="http://schemas.openxmlformats.org/officeDocument/2006/relationships/image" Target="../media/image52.wmf"/><Relationship Id="rId5" Type="http://schemas.openxmlformats.org/officeDocument/2006/relationships/image" Target="../media/image50.wmf"/><Relationship Id="rId15" Type="http://schemas.openxmlformats.org/officeDocument/2006/relationships/image" Target="../media/image54.wmf"/><Relationship Id="rId10" Type="http://schemas.openxmlformats.org/officeDocument/2006/relationships/oleObject" Target="../embeddings/oleObject37.bin"/><Relationship Id="rId4" Type="http://schemas.openxmlformats.org/officeDocument/2006/relationships/oleObject" Target="../embeddings/oleObject35.bin"/><Relationship Id="rId9" Type="http://schemas.openxmlformats.org/officeDocument/2006/relationships/image" Target="../media/image51.wmf"/><Relationship Id="rId14" Type="http://schemas.openxmlformats.org/officeDocument/2006/relationships/oleObject" Target="../embeddings/oleObject39.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55.wmf"/><Relationship Id="rId7" Type="http://schemas.openxmlformats.org/officeDocument/2006/relationships/image" Target="../media/image56.wmf"/><Relationship Id="rId2" Type="http://schemas.openxmlformats.org/officeDocument/2006/relationships/oleObject" Target="../embeddings/oleObject40.bin"/><Relationship Id="rId1" Type="http://schemas.openxmlformats.org/officeDocument/2006/relationships/slideLayout" Target="../slideLayouts/slideLayout3.xml"/><Relationship Id="rId6" Type="http://schemas.openxmlformats.org/officeDocument/2006/relationships/oleObject" Target="../embeddings/oleObject41.bin"/><Relationship Id="rId5" Type="http://schemas.openxmlformats.org/officeDocument/2006/relationships/image" Target="../media/image54.wmf"/><Relationship Id="rId4" Type="http://schemas.openxmlformats.org/officeDocument/2006/relationships/oleObject" Target="../embeddings/oleObject39.bin"/><Relationship Id="rId9" Type="http://schemas.openxmlformats.org/officeDocument/2006/relationships/image" Target="../media/image57.wmf"/></Relationships>
</file>

<file path=ppt/slides/_rels/slide16.xml.rels><?xml version="1.0" encoding="UTF-8" standalone="yes"?>
<Relationships xmlns="http://schemas.openxmlformats.org/package/2006/relationships"><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43.bin"/><Relationship Id="rId1" Type="http://schemas.openxmlformats.org/officeDocument/2006/relationships/slideLayout" Target="../slideLayouts/slideLayout3.xml"/><Relationship Id="rId6" Type="http://schemas.openxmlformats.org/officeDocument/2006/relationships/oleObject" Target="../embeddings/oleObject45.bin"/><Relationship Id="rId5" Type="http://schemas.openxmlformats.org/officeDocument/2006/relationships/image" Target="../media/image59.wmf"/><Relationship Id="rId4" Type="http://schemas.openxmlformats.org/officeDocument/2006/relationships/oleObject" Target="../embeddings/oleObject44.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61.wmf"/><Relationship Id="rId7" Type="http://schemas.openxmlformats.org/officeDocument/2006/relationships/image" Target="../media/image63.wmf"/><Relationship Id="rId2" Type="http://schemas.openxmlformats.org/officeDocument/2006/relationships/oleObject" Target="../embeddings/oleObject46.bin"/><Relationship Id="rId1" Type="http://schemas.openxmlformats.org/officeDocument/2006/relationships/slideLayout" Target="../slideLayouts/slideLayout3.xml"/><Relationship Id="rId6" Type="http://schemas.openxmlformats.org/officeDocument/2006/relationships/oleObject" Target="../embeddings/oleObject48.bin"/><Relationship Id="rId11" Type="http://schemas.openxmlformats.org/officeDocument/2006/relationships/image" Target="../media/image65.wmf"/><Relationship Id="rId5" Type="http://schemas.openxmlformats.org/officeDocument/2006/relationships/image" Target="../media/image62.wmf"/><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64.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68.wmf"/><Relationship Id="rId12" Type="http://schemas.openxmlformats.org/officeDocument/2006/relationships/oleObject" Target="../embeddings/oleObject56.bin"/><Relationship Id="rId2" Type="http://schemas.openxmlformats.org/officeDocument/2006/relationships/oleObject" Target="../embeddings/oleObject51.bin"/><Relationship Id="rId1" Type="http://schemas.openxmlformats.org/officeDocument/2006/relationships/slideLayout" Target="../slideLayouts/slideLayout3.xml"/><Relationship Id="rId6" Type="http://schemas.openxmlformats.org/officeDocument/2006/relationships/oleObject" Target="../embeddings/oleObject53.bin"/><Relationship Id="rId11" Type="http://schemas.openxmlformats.org/officeDocument/2006/relationships/image" Target="../media/image70.wmf"/><Relationship Id="rId5" Type="http://schemas.openxmlformats.org/officeDocument/2006/relationships/image" Target="../media/image67.wmf"/><Relationship Id="rId15" Type="http://schemas.openxmlformats.org/officeDocument/2006/relationships/image" Target="../media/image72.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69.wmf"/><Relationship Id="rId14" Type="http://schemas.openxmlformats.org/officeDocument/2006/relationships/oleObject" Target="../embeddings/oleObject57.bin"/></Relationships>
</file>

<file path=ppt/slides/_rels/slide19.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2.bin"/><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78.emf"/><Relationship Id="rId3" Type="http://schemas.openxmlformats.org/officeDocument/2006/relationships/image" Target="../media/image73.wmf"/><Relationship Id="rId7" Type="http://schemas.openxmlformats.org/officeDocument/2006/relationships/image" Target="../media/image75.wmf"/><Relationship Id="rId12" Type="http://schemas.openxmlformats.org/officeDocument/2006/relationships/image" Target="../media/image17.emf"/><Relationship Id="rId2" Type="http://schemas.openxmlformats.org/officeDocument/2006/relationships/oleObject" Target="../embeddings/oleObject58.bin"/><Relationship Id="rId1" Type="http://schemas.openxmlformats.org/officeDocument/2006/relationships/slideLayout" Target="../slideLayouts/slideLayout3.xml"/><Relationship Id="rId6" Type="http://schemas.openxmlformats.org/officeDocument/2006/relationships/oleObject" Target="../embeddings/oleObject60.bin"/><Relationship Id="rId11" Type="http://schemas.openxmlformats.org/officeDocument/2006/relationships/image" Target="../media/image77.wmf"/><Relationship Id="rId5" Type="http://schemas.openxmlformats.org/officeDocument/2006/relationships/image" Target="../media/image74.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76.wmf"/><Relationship Id="rId14" Type="http://schemas.openxmlformats.org/officeDocument/2006/relationships/image" Target="../media/image79.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image" Target="../media/image85.wmf"/><Relationship Id="rId3" Type="http://schemas.openxmlformats.org/officeDocument/2006/relationships/image" Target="../media/image19.emf"/><Relationship Id="rId7" Type="http://schemas.openxmlformats.org/officeDocument/2006/relationships/image" Target="../media/image82.wmf"/><Relationship Id="rId12" Type="http://schemas.openxmlformats.org/officeDocument/2006/relationships/oleObject" Target="../embeddings/oleObject67.bin"/><Relationship Id="rId2" Type="http://schemas.openxmlformats.org/officeDocument/2006/relationships/image" Target="../media/image80.emf"/><Relationship Id="rId1" Type="http://schemas.openxmlformats.org/officeDocument/2006/relationships/slideLayout" Target="../slideLayouts/slideLayout3.xml"/><Relationship Id="rId6" Type="http://schemas.openxmlformats.org/officeDocument/2006/relationships/oleObject" Target="../embeddings/oleObject64.bin"/><Relationship Id="rId11" Type="http://schemas.openxmlformats.org/officeDocument/2006/relationships/image" Target="../media/image84.wmf"/><Relationship Id="rId5" Type="http://schemas.openxmlformats.org/officeDocument/2006/relationships/image" Target="../media/image81.wmf"/><Relationship Id="rId10" Type="http://schemas.openxmlformats.org/officeDocument/2006/relationships/oleObject" Target="../embeddings/oleObject66.bin"/><Relationship Id="rId4" Type="http://schemas.openxmlformats.org/officeDocument/2006/relationships/oleObject" Target="../embeddings/oleObject63.bin"/><Relationship Id="rId9" Type="http://schemas.openxmlformats.org/officeDocument/2006/relationships/image" Target="../media/image83.wmf"/><Relationship Id="rId14" Type="http://schemas.openxmlformats.org/officeDocument/2006/relationships/image" Target="../media/image17.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90.emf"/><Relationship Id="rId3" Type="http://schemas.openxmlformats.org/officeDocument/2006/relationships/image" Target="../media/image81.wmf"/><Relationship Id="rId7" Type="http://schemas.openxmlformats.org/officeDocument/2006/relationships/image" Target="../media/image86.wmf"/><Relationship Id="rId12" Type="http://schemas.openxmlformats.org/officeDocument/2006/relationships/image" Target="../media/image89.emf"/><Relationship Id="rId2" Type="http://schemas.openxmlformats.org/officeDocument/2006/relationships/oleObject" Target="../embeddings/oleObject63.bin"/><Relationship Id="rId1" Type="http://schemas.openxmlformats.org/officeDocument/2006/relationships/slideLayout" Target="../slideLayouts/slideLayout3.xml"/><Relationship Id="rId6" Type="http://schemas.openxmlformats.org/officeDocument/2006/relationships/oleObject" Target="../embeddings/oleObject68.bin"/><Relationship Id="rId11" Type="http://schemas.openxmlformats.org/officeDocument/2006/relationships/image" Target="../media/image88.wmf"/><Relationship Id="rId5" Type="http://schemas.openxmlformats.org/officeDocument/2006/relationships/image" Target="../media/image83.wmf"/><Relationship Id="rId10" Type="http://schemas.openxmlformats.org/officeDocument/2006/relationships/oleObject" Target="../embeddings/oleObject70.bin"/><Relationship Id="rId4" Type="http://schemas.openxmlformats.org/officeDocument/2006/relationships/oleObject" Target="../embeddings/oleObject65.bin"/><Relationship Id="rId9" Type="http://schemas.openxmlformats.org/officeDocument/2006/relationships/image" Target="../media/image87.wmf"/><Relationship Id="rId14" Type="http://schemas.openxmlformats.org/officeDocument/2006/relationships/image" Target="../media/image91.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image" Target="../media/image92.wmf"/><Relationship Id="rId7" Type="http://schemas.openxmlformats.org/officeDocument/2006/relationships/image" Target="../media/image94.wmf"/><Relationship Id="rId2" Type="http://schemas.openxmlformats.org/officeDocument/2006/relationships/oleObject" Target="../embeddings/oleObject71.bin"/><Relationship Id="rId1" Type="http://schemas.openxmlformats.org/officeDocument/2006/relationships/slideLayout" Target="../slideLayouts/slideLayout3.xml"/><Relationship Id="rId6" Type="http://schemas.openxmlformats.org/officeDocument/2006/relationships/oleObject" Target="../embeddings/oleObject73.bin"/><Relationship Id="rId5" Type="http://schemas.openxmlformats.org/officeDocument/2006/relationships/image" Target="../media/image93.wmf"/><Relationship Id="rId4" Type="http://schemas.openxmlformats.org/officeDocument/2006/relationships/oleObject" Target="../embeddings/oleObject72.bin"/><Relationship Id="rId9" Type="http://schemas.openxmlformats.org/officeDocument/2006/relationships/image" Target="../media/image95.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101.wmf"/><Relationship Id="rId3" Type="http://schemas.openxmlformats.org/officeDocument/2006/relationships/image" Target="../media/image96.wmf"/><Relationship Id="rId7" Type="http://schemas.openxmlformats.org/officeDocument/2006/relationships/image" Target="../media/image98.wmf"/><Relationship Id="rId12" Type="http://schemas.openxmlformats.org/officeDocument/2006/relationships/oleObject" Target="../embeddings/oleObject80.bin"/><Relationship Id="rId2" Type="http://schemas.openxmlformats.org/officeDocument/2006/relationships/oleObject" Target="../embeddings/oleObject75.bin"/><Relationship Id="rId1" Type="http://schemas.openxmlformats.org/officeDocument/2006/relationships/slideLayout" Target="../slideLayouts/slideLayout3.xml"/><Relationship Id="rId6" Type="http://schemas.openxmlformats.org/officeDocument/2006/relationships/oleObject" Target="../embeddings/oleObject77.bin"/><Relationship Id="rId11" Type="http://schemas.openxmlformats.org/officeDocument/2006/relationships/image" Target="../media/image100.wmf"/><Relationship Id="rId5" Type="http://schemas.openxmlformats.org/officeDocument/2006/relationships/image" Target="../media/image97.wmf"/><Relationship Id="rId15" Type="http://schemas.openxmlformats.org/officeDocument/2006/relationships/image" Target="../media/image102.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99.wmf"/><Relationship Id="rId14" Type="http://schemas.openxmlformats.org/officeDocument/2006/relationships/oleObject" Target="../embeddings/oleObject81.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108.wmf"/><Relationship Id="rId3" Type="http://schemas.openxmlformats.org/officeDocument/2006/relationships/image" Target="../media/image103.wmf"/><Relationship Id="rId7" Type="http://schemas.openxmlformats.org/officeDocument/2006/relationships/image" Target="../media/image105.wmf"/><Relationship Id="rId12" Type="http://schemas.openxmlformats.org/officeDocument/2006/relationships/oleObject" Target="../embeddings/oleObject87.bin"/><Relationship Id="rId2" Type="http://schemas.openxmlformats.org/officeDocument/2006/relationships/oleObject" Target="../embeddings/oleObject82.bin"/><Relationship Id="rId1" Type="http://schemas.openxmlformats.org/officeDocument/2006/relationships/slideLayout" Target="../slideLayouts/slideLayout3.xml"/><Relationship Id="rId6" Type="http://schemas.openxmlformats.org/officeDocument/2006/relationships/oleObject" Target="../embeddings/oleObject84.bin"/><Relationship Id="rId11" Type="http://schemas.openxmlformats.org/officeDocument/2006/relationships/image" Target="../media/image107.wmf"/><Relationship Id="rId5" Type="http://schemas.openxmlformats.org/officeDocument/2006/relationships/image" Target="../media/image104.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106.wmf"/></Relationships>
</file>

<file path=ppt/slides/_rels/slide26.xml.rels><?xml version="1.0" encoding="UTF-8" standalone="yes"?>
<Relationships xmlns="http://schemas.openxmlformats.org/package/2006/relationships"><Relationship Id="rId3" Type="http://schemas.openxmlformats.org/officeDocument/2006/relationships/image" Target="../media/image109.wmf"/><Relationship Id="rId7" Type="http://schemas.openxmlformats.org/officeDocument/2006/relationships/image" Target="../media/image111.wmf"/><Relationship Id="rId2" Type="http://schemas.openxmlformats.org/officeDocument/2006/relationships/oleObject" Target="../embeddings/oleObject88.bin"/><Relationship Id="rId1" Type="http://schemas.openxmlformats.org/officeDocument/2006/relationships/slideLayout" Target="../slideLayouts/slideLayout3.xml"/><Relationship Id="rId6" Type="http://schemas.openxmlformats.org/officeDocument/2006/relationships/oleObject" Target="../embeddings/oleObject90.bin"/><Relationship Id="rId5" Type="http://schemas.openxmlformats.org/officeDocument/2006/relationships/image" Target="../media/image110.wmf"/><Relationship Id="rId4" Type="http://schemas.openxmlformats.org/officeDocument/2006/relationships/oleObject" Target="../embeddings/oleObject89.bin"/></Relationships>
</file>

<file path=ppt/slides/_rels/slide27.x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4.wmf"/><Relationship Id="rId2" Type="http://schemas.openxmlformats.org/officeDocument/2006/relationships/oleObject" Target="../embeddings/oleObject91.bin"/><Relationship Id="rId1" Type="http://schemas.openxmlformats.org/officeDocument/2006/relationships/slideLayout" Target="../slideLayouts/slideLayout3.xml"/><Relationship Id="rId6" Type="http://schemas.openxmlformats.org/officeDocument/2006/relationships/oleObject" Target="../embeddings/oleObject93.bin"/><Relationship Id="rId5" Type="http://schemas.openxmlformats.org/officeDocument/2006/relationships/image" Target="../media/image113.wmf"/><Relationship Id="rId4" Type="http://schemas.openxmlformats.org/officeDocument/2006/relationships/oleObject" Target="../embeddings/oleObject92.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image" Target="../media/image11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6.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3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96.bin"/><Relationship Id="rId3" Type="http://schemas.openxmlformats.org/officeDocument/2006/relationships/image" Target="../media/image3.png"/><Relationship Id="rId7" Type="http://schemas.openxmlformats.org/officeDocument/2006/relationships/image" Target="../media/image126.wmf"/><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oleObject" Target="../embeddings/oleObject95.bin"/><Relationship Id="rId5" Type="http://schemas.openxmlformats.org/officeDocument/2006/relationships/image" Target="../media/image125.wmf"/><Relationship Id="rId4" Type="http://schemas.openxmlformats.org/officeDocument/2006/relationships/oleObject" Target="../embeddings/oleObject94.bin"/><Relationship Id="rId9" Type="http://schemas.openxmlformats.org/officeDocument/2006/relationships/image" Target="../media/image127.wmf"/></Relationships>
</file>

<file path=ppt/slides/_rels/slide35.xml.rels><?xml version="1.0" encoding="UTF-8" standalone="yes"?>
<Relationships xmlns="http://schemas.openxmlformats.org/package/2006/relationships"><Relationship Id="rId3" Type="http://schemas.openxmlformats.org/officeDocument/2006/relationships/image" Target="../media/image128.wmf"/><Relationship Id="rId7" Type="http://schemas.openxmlformats.org/officeDocument/2006/relationships/image" Target="../media/image125.wmf"/><Relationship Id="rId2" Type="http://schemas.openxmlformats.org/officeDocument/2006/relationships/oleObject" Target="../embeddings/oleObject97.bin"/><Relationship Id="rId1" Type="http://schemas.openxmlformats.org/officeDocument/2006/relationships/slideLayout" Target="../slideLayouts/slideLayout3.xml"/><Relationship Id="rId6" Type="http://schemas.openxmlformats.org/officeDocument/2006/relationships/oleObject" Target="../embeddings/oleObject94.bin"/><Relationship Id="rId5" Type="http://schemas.openxmlformats.org/officeDocument/2006/relationships/image" Target="../media/image129.wmf"/><Relationship Id="rId4" Type="http://schemas.openxmlformats.org/officeDocument/2006/relationships/oleObject" Target="../embeddings/oleObject98.bin"/></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30.wmf"/><Relationship Id="rId4" Type="http://schemas.openxmlformats.org/officeDocument/2006/relationships/oleObject" Target="../embeddings/oleObject99.bin"/></Relationships>
</file>

<file path=ppt/slides/_rels/slide37.xml.rels><?xml version="1.0" encoding="UTF-8" standalone="yes"?>
<Relationships xmlns="http://schemas.openxmlformats.org/package/2006/relationships"><Relationship Id="rId3" Type="http://schemas.openxmlformats.org/officeDocument/2006/relationships/image" Target="../media/image131.wmf"/><Relationship Id="rId7" Type="http://schemas.openxmlformats.org/officeDocument/2006/relationships/image" Target="../media/image133.wmf"/><Relationship Id="rId2" Type="http://schemas.openxmlformats.org/officeDocument/2006/relationships/oleObject" Target="../embeddings/oleObject100.bin"/><Relationship Id="rId1" Type="http://schemas.openxmlformats.org/officeDocument/2006/relationships/slideLayout" Target="../slideLayouts/slideLayout3.xml"/><Relationship Id="rId6" Type="http://schemas.openxmlformats.org/officeDocument/2006/relationships/oleObject" Target="../embeddings/oleObject102.bin"/><Relationship Id="rId5" Type="http://schemas.openxmlformats.org/officeDocument/2006/relationships/image" Target="../media/image132.wmf"/><Relationship Id="rId4" Type="http://schemas.openxmlformats.org/officeDocument/2006/relationships/oleObject" Target="../embeddings/oleObject10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39.wmf"/><Relationship Id="rId18" Type="http://schemas.openxmlformats.org/officeDocument/2006/relationships/oleObject" Target="../embeddings/oleObject111.bin"/><Relationship Id="rId26" Type="http://schemas.openxmlformats.org/officeDocument/2006/relationships/oleObject" Target="../embeddings/oleObject115.bin"/><Relationship Id="rId3" Type="http://schemas.openxmlformats.org/officeDocument/2006/relationships/image" Target="../media/image134.wmf"/><Relationship Id="rId21" Type="http://schemas.openxmlformats.org/officeDocument/2006/relationships/image" Target="../media/image143.wmf"/><Relationship Id="rId7" Type="http://schemas.openxmlformats.org/officeDocument/2006/relationships/image" Target="../media/image136.wmf"/><Relationship Id="rId12" Type="http://schemas.openxmlformats.org/officeDocument/2006/relationships/oleObject" Target="../embeddings/oleObject108.bin"/><Relationship Id="rId17" Type="http://schemas.openxmlformats.org/officeDocument/2006/relationships/image" Target="../media/image141.wmf"/><Relationship Id="rId25" Type="http://schemas.openxmlformats.org/officeDocument/2006/relationships/image" Target="../media/image145.wmf"/><Relationship Id="rId2" Type="http://schemas.openxmlformats.org/officeDocument/2006/relationships/oleObject" Target="../embeddings/oleObject103.bin"/><Relationship Id="rId16" Type="http://schemas.openxmlformats.org/officeDocument/2006/relationships/oleObject" Target="../embeddings/oleObject110.bin"/><Relationship Id="rId20" Type="http://schemas.openxmlformats.org/officeDocument/2006/relationships/oleObject" Target="../embeddings/oleObject112.bin"/><Relationship Id="rId29" Type="http://schemas.openxmlformats.org/officeDocument/2006/relationships/image" Target="../media/image147.wmf"/><Relationship Id="rId1" Type="http://schemas.openxmlformats.org/officeDocument/2006/relationships/slideLayout" Target="../slideLayouts/slideLayout3.xml"/><Relationship Id="rId6" Type="http://schemas.openxmlformats.org/officeDocument/2006/relationships/oleObject" Target="../embeddings/oleObject105.bin"/><Relationship Id="rId11" Type="http://schemas.openxmlformats.org/officeDocument/2006/relationships/image" Target="../media/image138.wmf"/><Relationship Id="rId24" Type="http://schemas.openxmlformats.org/officeDocument/2006/relationships/oleObject" Target="../embeddings/oleObject114.bin"/><Relationship Id="rId5" Type="http://schemas.openxmlformats.org/officeDocument/2006/relationships/image" Target="../media/image135.wmf"/><Relationship Id="rId15" Type="http://schemas.openxmlformats.org/officeDocument/2006/relationships/image" Target="../media/image140.wmf"/><Relationship Id="rId23" Type="http://schemas.openxmlformats.org/officeDocument/2006/relationships/image" Target="../media/image144.wmf"/><Relationship Id="rId28" Type="http://schemas.openxmlformats.org/officeDocument/2006/relationships/oleObject" Target="../embeddings/oleObject116.bin"/><Relationship Id="rId10" Type="http://schemas.openxmlformats.org/officeDocument/2006/relationships/oleObject" Target="../embeddings/oleObject107.bin"/><Relationship Id="rId19" Type="http://schemas.openxmlformats.org/officeDocument/2006/relationships/image" Target="../media/image142.wmf"/><Relationship Id="rId4" Type="http://schemas.openxmlformats.org/officeDocument/2006/relationships/oleObject" Target="../embeddings/oleObject104.bin"/><Relationship Id="rId9" Type="http://schemas.openxmlformats.org/officeDocument/2006/relationships/image" Target="../media/image137.wmf"/><Relationship Id="rId14" Type="http://schemas.openxmlformats.org/officeDocument/2006/relationships/oleObject" Target="../embeddings/oleObject109.bin"/><Relationship Id="rId22" Type="http://schemas.openxmlformats.org/officeDocument/2006/relationships/oleObject" Target="../embeddings/oleObject113.bin"/><Relationship Id="rId27" Type="http://schemas.openxmlformats.org/officeDocument/2006/relationships/image" Target="../media/image146.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image" Target="../media/image152.wmf"/><Relationship Id="rId18" Type="http://schemas.openxmlformats.org/officeDocument/2006/relationships/oleObject" Target="../embeddings/oleObject124.bin"/><Relationship Id="rId26" Type="http://schemas.openxmlformats.org/officeDocument/2006/relationships/oleObject" Target="../embeddings/oleObject128.bin"/><Relationship Id="rId3" Type="http://schemas.openxmlformats.org/officeDocument/2006/relationships/image" Target="../media/image134.wmf"/><Relationship Id="rId21" Type="http://schemas.openxmlformats.org/officeDocument/2006/relationships/image" Target="../media/image156.wmf"/><Relationship Id="rId7" Type="http://schemas.openxmlformats.org/officeDocument/2006/relationships/image" Target="../media/image149.wmf"/><Relationship Id="rId12" Type="http://schemas.openxmlformats.org/officeDocument/2006/relationships/oleObject" Target="../embeddings/oleObject121.bin"/><Relationship Id="rId17" Type="http://schemas.openxmlformats.org/officeDocument/2006/relationships/image" Target="../media/image154.wmf"/><Relationship Id="rId25" Type="http://schemas.openxmlformats.org/officeDocument/2006/relationships/image" Target="../media/image158.wmf"/><Relationship Id="rId2" Type="http://schemas.openxmlformats.org/officeDocument/2006/relationships/oleObject" Target="../embeddings/oleObject103.bin"/><Relationship Id="rId16" Type="http://schemas.openxmlformats.org/officeDocument/2006/relationships/oleObject" Target="../embeddings/oleObject123.bin"/><Relationship Id="rId20" Type="http://schemas.openxmlformats.org/officeDocument/2006/relationships/oleObject" Target="../embeddings/oleObject125.bin"/><Relationship Id="rId29" Type="http://schemas.openxmlformats.org/officeDocument/2006/relationships/image" Target="../media/image160.wmf"/><Relationship Id="rId1" Type="http://schemas.openxmlformats.org/officeDocument/2006/relationships/slideLayout" Target="../slideLayouts/slideLayout3.xml"/><Relationship Id="rId6" Type="http://schemas.openxmlformats.org/officeDocument/2006/relationships/oleObject" Target="../embeddings/oleObject118.bin"/><Relationship Id="rId11" Type="http://schemas.openxmlformats.org/officeDocument/2006/relationships/image" Target="../media/image151.wmf"/><Relationship Id="rId24" Type="http://schemas.openxmlformats.org/officeDocument/2006/relationships/oleObject" Target="../embeddings/oleObject127.bin"/><Relationship Id="rId5" Type="http://schemas.openxmlformats.org/officeDocument/2006/relationships/image" Target="../media/image148.wmf"/><Relationship Id="rId15" Type="http://schemas.openxmlformats.org/officeDocument/2006/relationships/image" Target="../media/image153.wmf"/><Relationship Id="rId23" Type="http://schemas.openxmlformats.org/officeDocument/2006/relationships/image" Target="../media/image157.wmf"/><Relationship Id="rId28" Type="http://schemas.openxmlformats.org/officeDocument/2006/relationships/oleObject" Target="../embeddings/oleObject129.bin"/><Relationship Id="rId10" Type="http://schemas.openxmlformats.org/officeDocument/2006/relationships/oleObject" Target="../embeddings/oleObject120.bin"/><Relationship Id="rId19" Type="http://schemas.openxmlformats.org/officeDocument/2006/relationships/image" Target="../media/image155.wmf"/><Relationship Id="rId31" Type="http://schemas.openxmlformats.org/officeDocument/2006/relationships/image" Target="../media/image135.wmf"/><Relationship Id="rId4" Type="http://schemas.openxmlformats.org/officeDocument/2006/relationships/oleObject" Target="../embeddings/oleObject117.bin"/><Relationship Id="rId9" Type="http://schemas.openxmlformats.org/officeDocument/2006/relationships/image" Target="../media/image150.wmf"/><Relationship Id="rId14" Type="http://schemas.openxmlformats.org/officeDocument/2006/relationships/oleObject" Target="../embeddings/oleObject122.bin"/><Relationship Id="rId22" Type="http://schemas.openxmlformats.org/officeDocument/2006/relationships/oleObject" Target="../embeddings/oleObject126.bin"/><Relationship Id="rId27" Type="http://schemas.openxmlformats.org/officeDocument/2006/relationships/image" Target="../media/image159.wmf"/><Relationship Id="rId30" Type="http://schemas.openxmlformats.org/officeDocument/2006/relationships/oleObject" Target="../embeddings/oleObject104.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33.bin"/><Relationship Id="rId3" Type="http://schemas.openxmlformats.org/officeDocument/2006/relationships/image" Target="../media/image161.wmf"/><Relationship Id="rId7" Type="http://schemas.openxmlformats.org/officeDocument/2006/relationships/image" Target="../media/image163.wmf"/><Relationship Id="rId2" Type="http://schemas.openxmlformats.org/officeDocument/2006/relationships/oleObject" Target="../embeddings/oleObject130.bin"/><Relationship Id="rId1" Type="http://schemas.openxmlformats.org/officeDocument/2006/relationships/slideLayout" Target="../slideLayouts/slideLayout3.xml"/><Relationship Id="rId6" Type="http://schemas.openxmlformats.org/officeDocument/2006/relationships/oleObject" Target="../embeddings/oleObject132.bin"/><Relationship Id="rId11" Type="http://schemas.openxmlformats.org/officeDocument/2006/relationships/image" Target="../media/image165.wmf"/><Relationship Id="rId5" Type="http://schemas.openxmlformats.org/officeDocument/2006/relationships/image" Target="../media/image162.wmf"/><Relationship Id="rId10" Type="http://schemas.openxmlformats.org/officeDocument/2006/relationships/oleObject" Target="../embeddings/oleObject134.bin"/><Relationship Id="rId4" Type="http://schemas.openxmlformats.org/officeDocument/2006/relationships/oleObject" Target="../embeddings/oleObject131.bin"/><Relationship Id="rId9" Type="http://schemas.openxmlformats.org/officeDocument/2006/relationships/image" Target="../media/image164.wmf"/></Relationships>
</file>

<file path=ppt/slides/_rels/slide41.xml.rels><?xml version="1.0" encoding="UTF-8" standalone="yes"?>
<Relationships xmlns="http://schemas.openxmlformats.org/package/2006/relationships"><Relationship Id="rId8" Type="http://schemas.openxmlformats.org/officeDocument/2006/relationships/image" Target="../media/image163.wmf"/><Relationship Id="rId3" Type="http://schemas.openxmlformats.org/officeDocument/2006/relationships/oleObject" Target="../embeddings/oleObject135.bin"/><Relationship Id="rId7" Type="http://schemas.openxmlformats.org/officeDocument/2006/relationships/oleObject" Target="../embeddings/oleObject132.bin"/><Relationship Id="rId12" Type="http://schemas.openxmlformats.org/officeDocument/2006/relationships/image" Target="../media/image162.wmf"/><Relationship Id="rId2" Type="http://schemas.openxmlformats.org/officeDocument/2006/relationships/image" Target="../media/image166.emf"/><Relationship Id="rId1" Type="http://schemas.openxmlformats.org/officeDocument/2006/relationships/slideLayout" Target="../slideLayouts/slideLayout3.xml"/><Relationship Id="rId6" Type="http://schemas.openxmlformats.org/officeDocument/2006/relationships/image" Target="../media/image168.wmf"/><Relationship Id="rId11" Type="http://schemas.openxmlformats.org/officeDocument/2006/relationships/oleObject" Target="../embeddings/oleObject131.bin"/><Relationship Id="rId5" Type="http://schemas.openxmlformats.org/officeDocument/2006/relationships/oleObject" Target="../embeddings/oleObject136.bin"/><Relationship Id="rId10" Type="http://schemas.openxmlformats.org/officeDocument/2006/relationships/image" Target="../media/image169.wmf"/><Relationship Id="rId4" Type="http://schemas.openxmlformats.org/officeDocument/2006/relationships/image" Target="../media/image167.wmf"/><Relationship Id="rId9" Type="http://schemas.openxmlformats.org/officeDocument/2006/relationships/oleObject" Target="../embeddings/oleObject137.bin"/></Relationships>
</file>

<file path=ppt/slides/_rels/slide42.x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oleObject" Target="../embeddings/oleObject143.bin"/><Relationship Id="rId3" Type="http://schemas.openxmlformats.org/officeDocument/2006/relationships/oleObject" Target="../embeddings/oleObject138.bin"/><Relationship Id="rId7" Type="http://schemas.openxmlformats.org/officeDocument/2006/relationships/oleObject" Target="../embeddings/oleObject140.bin"/><Relationship Id="rId12" Type="http://schemas.openxmlformats.org/officeDocument/2006/relationships/image" Target="../media/image175.wmf"/><Relationship Id="rId2" Type="http://schemas.openxmlformats.org/officeDocument/2006/relationships/image" Target="../media/image170.png"/><Relationship Id="rId1" Type="http://schemas.openxmlformats.org/officeDocument/2006/relationships/slideLayout" Target="../slideLayouts/slideLayout30.xml"/><Relationship Id="rId6" Type="http://schemas.openxmlformats.org/officeDocument/2006/relationships/image" Target="../media/image172.wmf"/><Relationship Id="rId11" Type="http://schemas.openxmlformats.org/officeDocument/2006/relationships/oleObject" Target="../embeddings/oleObject142.bin"/><Relationship Id="rId5" Type="http://schemas.openxmlformats.org/officeDocument/2006/relationships/oleObject" Target="../embeddings/oleObject139.bin"/><Relationship Id="rId10" Type="http://schemas.openxmlformats.org/officeDocument/2006/relationships/image" Target="../media/image174.wmf"/><Relationship Id="rId4" Type="http://schemas.openxmlformats.org/officeDocument/2006/relationships/image" Target="../media/image171.wmf"/><Relationship Id="rId9" Type="http://schemas.openxmlformats.org/officeDocument/2006/relationships/oleObject" Target="../embeddings/oleObject141.bin"/><Relationship Id="rId14" Type="http://schemas.openxmlformats.org/officeDocument/2006/relationships/image" Target="../media/image176.wmf"/></Relationships>
</file>

<file path=ppt/slides/_rels/slide43.x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oleObject" Target="../embeddings/oleObject144.bin"/><Relationship Id="rId1" Type="http://schemas.openxmlformats.org/officeDocument/2006/relationships/slideLayout" Target="../slideLayouts/slideLayout30.xml"/><Relationship Id="rId5" Type="http://schemas.openxmlformats.org/officeDocument/2006/relationships/image" Target="../media/image178.wmf"/><Relationship Id="rId4" Type="http://schemas.openxmlformats.org/officeDocument/2006/relationships/oleObject" Target="../embeddings/oleObject145.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49.bin"/><Relationship Id="rId3" Type="http://schemas.openxmlformats.org/officeDocument/2006/relationships/image" Target="../media/image179.wmf"/><Relationship Id="rId7" Type="http://schemas.openxmlformats.org/officeDocument/2006/relationships/image" Target="../media/image181.wmf"/><Relationship Id="rId2" Type="http://schemas.openxmlformats.org/officeDocument/2006/relationships/oleObject" Target="../embeddings/oleObject146.bin"/><Relationship Id="rId1" Type="http://schemas.openxmlformats.org/officeDocument/2006/relationships/slideLayout" Target="../slideLayouts/slideLayout30.xml"/><Relationship Id="rId6" Type="http://schemas.openxmlformats.org/officeDocument/2006/relationships/oleObject" Target="../embeddings/oleObject148.bin"/><Relationship Id="rId5" Type="http://schemas.openxmlformats.org/officeDocument/2006/relationships/image" Target="../media/image180.wmf"/><Relationship Id="rId4" Type="http://schemas.openxmlformats.org/officeDocument/2006/relationships/oleObject" Target="../embeddings/oleObject147.bin"/><Relationship Id="rId9" Type="http://schemas.openxmlformats.org/officeDocument/2006/relationships/image" Target="../media/image182.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image" Target="../media/image188.wmf"/><Relationship Id="rId3" Type="http://schemas.openxmlformats.org/officeDocument/2006/relationships/image" Target="../media/image183.wmf"/><Relationship Id="rId7" Type="http://schemas.openxmlformats.org/officeDocument/2006/relationships/image" Target="../media/image185.wmf"/><Relationship Id="rId12" Type="http://schemas.openxmlformats.org/officeDocument/2006/relationships/oleObject" Target="../embeddings/oleObject155.bin"/><Relationship Id="rId2" Type="http://schemas.openxmlformats.org/officeDocument/2006/relationships/oleObject" Target="../embeddings/oleObject150.bin"/><Relationship Id="rId16" Type="http://schemas.openxmlformats.org/officeDocument/2006/relationships/image" Target="../media/image190.emf"/><Relationship Id="rId1" Type="http://schemas.openxmlformats.org/officeDocument/2006/relationships/slideLayout" Target="../slideLayouts/slideLayout30.xml"/><Relationship Id="rId6" Type="http://schemas.openxmlformats.org/officeDocument/2006/relationships/oleObject" Target="../embeddings/oleObject152.bin"/><Relationship Id="rId11" Type="http://schemas.openxmlformats.org/officeDocument/2006/relationships/image" Target="../media/image187.wmf"/><Relationship Id="rId5" Type="http://schemas.openxmlformats.org/officeDocument/2006/relationships/image" Target="../media/image184.wmf"/><Relationship Id="rId15" Type="http://schemas.openxmlformats.org/officeDocument/2006/relationships/image" Target="../media/image189.wmf"/><Relationship Id="rId10" Type="http://schemas.openxmlformats.org/officeDocument/2006/relationships/oleObject" Target="../embeddings/oleObject154.bin"/><Relationship Id="rId4" Type="http://schemas.openxmlformats.org/officeDocument/2006/relationships/oleObject" Target="../embeddings/oleObject151.bin"/><Relationship Id="rId9" Type="http://schemas.openxmlformats.org/officeDocument/2006/relationships/image" Target="../media/image186.wmf"/><Relationship Id="rId14" Type="http://schemas.openxmlformats.org/officeDocument/2006/relationships/oleObject" Target="../embeddings/oleObject156.bin"/></Relationships>
</file>

<file path=ppt/slides/_rels/slide46.xml.rels><?xml version="1.0" encoding="UTF-8" standalone="yes"?>
<Relationships xmlns="http://schemas.openxmlformats.org/package/2006/relationships"><Relationship Id="rId8" Type="http://schemas.openxmlformats.org/officeDocument/2006/relationships/image" Target="../media/image193.emf"/><Relationship Id="rId3" Type="http://schemas.openxmlformats.org/officeDocument/2006/relationships/image" Target="../media/image191.wmf"/><Relationship Id="rId7" Type="http://schemas.openxmlformats.org/officeDocument/2006/relationships/image" Target="../media/image192.wmf"/><Relationship Id="rId2" Type="http://schemas.openxmlformats.org/officeDocument/2006/relationships/oleObject" Target="../embeddings/oleObject157.bin"/><Relationship Id="rId1" Type="http://schemas.openxmlformats.org/officeDocument/2006/relationships/slideLayout" Target="../slideLayouts/slideLayout30.xml"/><Relationship Id="rId6" Type="http://schemas.openxmlformats.org/officeDocument/2006/relationships/oleObject" Target="../embeddings/oleObject158.bin"/><Relationship Id="rId5" Type="http://schemas.openxmlformats.org/officeDocument/2006/relationships/image" Target="../media/image18.wmf"/><Relationship Id="rId4" Type="http://schemas.openxmlformats.org/officeDocument/2006/relationships/oleObject" Target="../embeddings/oleObject11.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61.bin"/><Relationship Id="rId3" Type="http://schemas.openxmlformats.org/officeDocument/2006/relationships/image" Target="../media/image186.wmf"/><Relationship Id="rId7" Type="http://schemas.openxmlformats.org/officeDocument/2006/relationships/image" Target="../media/image195.wmf"/><Relationship Id="rId12" Type="http://schemas.openxmlformats.org/officeDocument/2006/relationships/image" Target="../media/image198.emf"/><Relationship Id="rId2" Type="http://schemas.openxmlformats.org/officeDocument/2006/relationships/oleObject" Target="../embeddings/oleObject153.bin"/><Relationship Id="rId1" Type="http://schemas.openxmlformats.org/officeDocument/2006/relationships/slideLayout" Target="../slideLayouts/slideLayout30.xml"/><Relationship Id="rId6" Type="http://schemas.openxmlformats.org/officeDocument/2006/relationships/oleObject" Target="../embeddings/oleObject160.bin"/><Relationship Id="rId11" Type="http://schemas.openxmlformats.org/officeDocument/2006/relationships/image" Target="../media/image197.wmf"/><Relationship Id="rId5" Type="http://schemas.openxmlformats.org/officeDocument/2006/relationships/image" Target="../media/image194.wmf"/><Relationship Id="rId10" Type="http://schemas.openxmlformats.org/officeDocument/2006/relationships/oleObject" Target="../embeddings/oleObject162.bin"/><Relationship Id="rId4" Type="http://schemas.openxmlformats.org/officeDocument/2006/relationships/oleObject" Target="../embeddings/oleObject159.bin"/><Relationship Id="rId9" Type="http://schemas.openxmlformats.org/officeDocument/2006/relationships/image" Target="../media/image196.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66.bin"/><Relationship Id="rId13" Type="http://schemas.openxmlformats.org/officeDocument/2006/relationships/image" Target="../media/image203.wmf"/><Relationship Id="rId3" Type="http://schemas.openxmlformats.org/officeDocument/2006/relationships/image" Target="../media/image199.wmf"/><Relationship Id="rId7" Type="http://schemas.openxmlformats.org/officeDocument/2006/relationships/image" Target="../media/image201.wmf"/><Relationship Id="rId12" Type="http://schemas.openxmlformats.org/officeDocument/2006/relationships/oleObject" Target="../embeddings/oleObject167.bin"/><Relationship Id="rId2" Type="http://schemas.openxmlformats.org/officeDocument/2006/relationships/oleObject" Target="../embeddings/oleObject163.bin"/><Relationship Id="rId1" Type="http://schemas.openxmlformats.org/officeDocument/2006/relationships/slideLayout" Target="../slideLayouts/slideLayout30.xml"/><Relationship Id="rId6" Type="http://schemas.openxmlformats.org/officeDocument/2006/relationships/oleObject" Target="../embeddings/oleObject165.bin"/><Relationship Id="rId11" Type="http://schemas.openxmlformats.org/officeDocument/2006/relationships/image" Target="../media/image189.wmf"/><Relationship Id="rId5" Type="http://schemas.openxmlformats.org/officeDocument/2006/relationships/image" Target="../media/image200.wmf"/><Relationship Id="rId15" Type="http://schemas.openxmlformats.org/officeDocument/2006/relationships/image" Target="../media/image204.wmf"/><Relationship Id="rId10" Type="http://schemas.openxmlformats.org/officeDocument/2006/relationships/oleObject" Target="../embeddings/oleObject156.bin"/><Relationship Id="rId4" Type="http://schemas.openxmlformats.org/officeDocument/2006/relationships/oleObject" Target="../embeddings/oleObject164.bin"/><Relationship Id="rId9" Type="http://schemas.openxmlformats.org/officeDocument/2006/relationships/image" Target="../media/image202.wmf"/><Relationship Id="rId14" Type="http://schemas.openxmlformats.org/officeDocument/2006/relationships/oleObject" Target="../embeddings/oleObject168.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image" Target="../media/image210.wmf"/><Relationship Id="rId3" Type="http://schemas.openxmlformats.org/officeDocument/2006/relationships/image" Target="../media/image205.wmf"/><Relationship Id="rId7" Type="http://schemas.openxmlformats.org/officeDocument/2006/relationships/image" Target="../media/image207.wmf"/><Relationship Id="rId12" Type="http://schemas.openxmlformats.org/officeDocument/2006/relationships/oleObject" Target="../embeddings/oleObject174.bin"/><Relationship Id="rId2" Type="http://schemas.openxmlformats.org/officeDocument/2006/relationships/oleObject" Target="../embeddings/oleObject169.bin"/><Relationship Id="rId1" Type="http://schemas.openxmlformats.org/officeDocument/2006/relationships/slideLayout" Target="../slideLayouts/slideLayout25.xml"/><Relationship Id="rId6" Type="http://schemas.openxmlformats.org/officeDocument/2006/relationships/oleObject" Target="../embeddings/oleObject171.bin"/><Relationship Id="rId11" Type="http://schemas.openxmlformats.org/officeDocument/2006/relationships/image" Target="../media/image209.wmf"/><Relationship Id="rId5" Type="http://schemas.openxmlformats.org/officeDocument/2006/relationships/image" Target="../media/image206.wmf"/><Relationship Id="rId10" Type="http://schemas.openxmlformats.org/officeDocument/2006/relationships/oleObject" Target="../embeddings/oleObject173.bin"/><Relationship Id="rId4" Type="http://schemas.openxmlformats.org/officeDocument/2006/relationships/oleObject" Target="../embeddings/oleObject170.bin"/><Relationship Id="rId9" Type="http://schemas.openxmlformats.org/officeDocument/2006/relationships/image" Target="../media/image208.wmf"/><Relationship Id="rId14" Type="http://schemas.openxmlformats.org/officeDocument/2006/relationships/image" Target="../media/image211.emf"/></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78.bin"/><Relationship Id="rId13" Type="http://schemas.openxmlformats.org/officeDocument/2006/relationships/image" Target="../media/image217.wmf"/><Relationship Id="rId3" Type="http://schemas.openxmlformats.org/officeDocument/2006/relationships/image" Target="../media/image212.wmf"/><Relationship Id="rId7" Type="http://schemas.openxmlformats.org/officeDocument/2006/relationships/image" Target="../media/image214.wmf"/><Relationship Id="rId12" Type="http://schemas.openxmlformats.org/officeDocument/2006/relationships/oleObject" Target="../embeddings/oleObject180.bin"/><Relationship Id="rId2" Type="http://schemas.openxmlformats.org/officeDocument/2006/relationships/oleObject" Target="../embeddings/oleObject175.bin"/><Relationship Id="rId1" Type="http://schemas.openxmlformats.org/officeDocument/2006/relationships/slideLayout" Target="../slideLayouts/slideLayout30.xml"/><Relationship Id="rId6" Type="http://schemas.openxmlformats.org/officeDocument/2006/relationships/oleObject" Target="../embeddings/oleObject177.bin"/><Relationship Id="rId11" Type="http://schemas.openxmlformats.org/officeDocument/2006/relationships/image" Target="../media/image216.wmf"/><Relationship Id="rId5" Type="http://schemas.openxmlformats.org/officeDocument/2006/relationships/image" Target="../media/image213.wmf"/><Relationship Id="rId10" Type="http://schemas.openxmlformats.org/officeDocument/2006/relationships/oleObject" Target="../embeddings/oleObject179.bin"/><Relationship Id="rId4" Type="http://schemas.openxmlformats.org/officeDocument/2006/relationships/oleObject" Target="../embeddings/oleObject176.bin"/><Relationship Id="rId9" Type="http://schemas.openxmlformats.org/officeDocument/2006/relationships/image" Target="../media/image215.wmf"/><Relationship Id="rId14" Type="http://schemas.openxmlformats.org/officeDocument/2006/relationships/image" Target="../media/image218.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8" Type="http://schemas.openxmlformats.org/officeDocument/2006/relationships/image" Target="../media/image222.wmf"/><Relationship Id="rId3" Type="http://schemas.openxmlformats.org/officeDocument/2006/relationships/oleObject" Target="../embeddings/oleObject181.bin"/><Relationship Id="rId7" Type="http://schemas.openxmlformats.org/officeDocument/2006/relationships/oleObject" Target="../embeddings/oleObject183.bin"/><Relationship Id="rId2" Type="http://schemas.openxmlformats.org/officeDocument/2006/relationships/image" Target="../media/image219.emf"/><Relationship Id="rId1" Type="http://schemas.openxmlformats.org/officeDocument/2006/relationships/slideLayout" Target="../slideLayouts/slideLayout30.xml"/><Relationship Id="rId6" Type="http://schemas.openxmlformats.org/officeDocument/2006/relationships/image" Target="../media/image221.wmf"/><Relationship Id="rId5" Type="http://schemas.openxmlformats.org/officeDocument/2006/relationships/oleObject" Target="../embeddings/oleObject182.bin"/><Relationship Id="rId10" Type="http://schemas.openxmlformats.org/officeDocument/2006/relationships/image" Target="../media/image223.wmf"/><Relationship Id="rId4" Type="http://schemas.openxmlformats.org/officeDocument/2006/relationships/image" Target="../media/image220.wmf"/><Relationship Id="rId9" Type="http://schemas.openxmlformats.org/officeDocument/2006/relationships/oleObject" Target="../embeddings/oleObject184.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88.bin"/><Relationship Id="rId13" Type="http://schemas.openxmlformats.org/officeDocument/2006/relationships/image" Target="../media/image229.wmf"/><Relationship Id="rId18" Type="http://schemas.openxmlformats.org/officeDocument/2006/relationships/oleObject" Target="../embeddings/oleObject193.bin"/><Relationship Id="rId3" Type="http://schemas.openxmlformats.org/officeDocument/2006/relationships/image" Target="../media/image224.wmf"/><Relationship Id="rId7" Type="http://schemas.openxmlformats.org/officeDocument/2006/relationships/image" Target="../media/image226.wmf"/><Relationship Id="rId12" Type="http://schemas.openxmlformats.org/officeDocument/2006/relationships/oleObject" Target="../embeddings/oleObject190.bin"/><Relationship Id="rId17" Type="http://schemas.openxmlformats.org/officeDocument/2006/relationships/image" Target="../media/image231.wmf"/><Relationship Id="rId2" Type="http://schemas.openxmlformats.org/officeDocument/2006/relationships/oleObject" Target="../embeddings/oleObject185.bin"/><Relationship Id="rId16" Type="http://schemas.openxmlformats.org/officeDocument/2006/relationships/oleObject" Target="../embeddings/oleObject192.bin"/><Relationship Id="rId1" Type="http://schemas.openxmlformats.org/officeDocument/2006/relationships/slideLayout" Target="../slideLayouts/slideLayout30.xml"/><Relationship Id="rId6" Type="http://schemas.openxmlformats.org/officeDocument/2006/relationships/oleObject" Target="../embeddings/oleObject187.bin"/><Relationship Id="rId11" Type="http://schemas.openxmlformats.org/officeDocument/2006/relationships/image" Target="../media/image228.wmf"/><Relationship Id="rId5" Type="http://schemas.openxmlformats.org/officeDocument/2006/relationships/image" Target="../media/image225.wmf"/><Relationship Id="rId15" Type="http://schemas.openxmlformats.org/officeDocument/2006/relationships/image" Target="../media/image230.wmf"/><Relationship Id="rId10" Type="http://schemas.openxmlformats.org/officeDocument/2006/relationships/oleObject" Target="../embeddings/oleObject189.bin"/><Relationship Id="rId19" Type="http://schemas.openxmlformats.org/officeDocument/2006/relationships/image" Target="../media/image232.wmf"/><Relationship Id="rId4" Type="http://schemas.openxmlformats.org/officeDocument/2006/relationships/oleObject" Target="../embeddings/oleObject186.bin"/><Relationship Id="rId9" Type="http://schemas.openxmlformats.org/officeDocument/2006/relationships/image" Target="../media/image227.wmf"/><Relationship Id="rId14" Type="http://schemas.openxmlformats.org/officeDocument/2006/relationships/oleObject" Target="../embeddings/oleObject191.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96.bin"/><Relationship Id="rId3" Type="http://schemas.openxmlformats.org/officeDocument/2006/relationships/image" Target="../media/image3.png"/><Relationship Id="rId7" Type="http://schemas.openxmlformats.org/officeDocument/2006/relationships/image" Target="../media/image234.wmf"/><Relationship Id="rId2"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oleObject" Target="../embeddings/oleObject195.bin"/><Relationship Id="rId11" Type="http://schemas.openxmlformats.org/officeDocument/2006/relationships/image" Target="../media/image236.wmf"/><Relationship Id="rId5" Type="http://schemas.openxmlformats.org/officeDocument/2006/relationships/image" Target="../media/image233.wmf"/><Relationship Id="rId10" Type="http://schemas.openxmlformats.org/officeDocument/2006/relationships/oleObject" Target="../embeddings/oleObject197.bin"/><Relationship Id="rId4" Type="http://schemas.openxmlformats.org/officeDocument/2006/relationships/oleObject" Target="../embeddings/oleObject194.bin"/><Relationship Id="rId9" Type="http://schemas.openxmlformats.org/officeDocument/2006/relationships/image" Target="../media/image235.wmf"/></Relationships>
</file>

<file path=ppt/slides/_rels/slide55.xml.rels><?xml version="1.0" encoding="UTF-8" standalone="yes"?>
<Relationships xmlns="http://schemas.openxmlformats.org/package/2006/relationships"><Relationship Id="rId8" Type="http://schemas.openxmlformats.org/officeDocument/2006/relationships/image" Target="../media/image240.wmf"/><Relationship Id="rId13" Type="http://schemas.openxmlformats.org/officeDocument/2006/relationships/oleObject" Target="../embeddings/oleObject202.bin"/><Relationship Id="rId18" Type="http://schemas.openxmlformats.org/officeDocument/2006/relationships/image" Target="../media/image244.wmf"/><Relationship Id="rId3" Type="http://schemas.openxmlformats.org/officeDocument/2006/relationships/image" Target="../media/image237.wmf"/><Relationship Id="rId7" Type="http://schemas.openxmlformats.org/officeDocument/2006/relationships/oleObject" Target="../embeddings/oleObject200.bin"/><Relationship Id="rId12" Type="http://schemas.openxmlformats.org/officeDocument/2006/relationships/image" Target="../media/image241.wmf"/><Relationship Id="rId17" Type="http://schemas.openxmlformats.org/officeDocument/2006/relationships/oleObject" Target="../embeddings/oleObject204.bin"/><Relationship Id="rId2" Type="http://schemas.openxmlformats.org/officeDocument/2006/relationships/oleObject" Target="../embeddings/oleObject198.bin"/><Relationship Id="rId16" Type="http://schemas.openxmlformats.org/officeDocument/2006/relationships/image" Target="../media/image243.wmf"/><Relationship Id="rId1" Type="http://schemas.openxmlformats.org/officeDocument/2006/relationships/slideLayout" Target="../slideLayouts/slideLayout25.xml"/><Relationship Id="rId6" Type="http://schemas.openxmlformats.org/officeDocument/2006/relationships/image" Target="../media/image239.emf"/><Relationship Id="rId11" Type="http://schemas.openxmlformats.org/officeDocument/2006/relationships/oleObject" Target="../embeddings/oleObject201.bin"/><Relationship Id="rId5" Type="http://schemas.openxmlformats.org/officeDocument/2006/relationships/image" Target="../media/image238.wmf"/><Relationship Id="rId15" Type="http://schemas.openxmlformats.org/officeDocument/2006/relationships/oleObject" Target="../embeddings/oleObject203.bin"/><Relationship Id="rId10" Type="http://schemas.openxmlformats.org/officeDocument/2006/relationships/image" Target="../media/image223.wmf"/><Relationship Id="rId4" Type="http://schemas.openxmlformats.org/officeDocument/2006/relationships/oleObject" Target="../embeddings/oleObject199.bin"/><Relationship Id="rId9" Type="http://schemas.openxmlformats.org/officeDocument/2006/relationships/oleObject" Target="../embeddings/oleObject184.bin"/><Relationship Id="rId14" Type="http://schemas.openxmlformats.org/officeDocument/2006/relationships/image" Target="../media/image242.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08.bin"/><Relationship Id="rId13" Type="http://schemas.openxmlformats.org/officeDocument/2006/relationships/image" Target="../media/image250.wmf"/><Relationship Id="rId3" Type="http://schemas.openxmlformats.org/officeDocument/2006/relationships/image" Target="../media/image245.wmf"/><Relationship Id="rId7" Type="http://schemas.openxmlformats.org/officeDocument/2006/relationships/image" Target="../media/image247.wmf"/><Relationship Id="rId12" Type="http://schemas.openxmlformats.org/officeDocument/2006/relationships/oleObject" Target="../embeddings/oleObject210.bin"/><Relationship Id="rId2" Type="http://schemas.openxmlformats.org/officeDocument/2006/relationships/oleObject" Target="../embeddings/oleObject205.bin"/><Relationship Id="rId1" Type="http://schemas.openxmlformats.org/officeDocument/2006/relationships/slideLayout" Target="../slideLayouts/slideLayout25.xml"/><Relationship Id="rId6" Type="http://schemas.openxmlformats.org/officeDocument/2006/relationships/oleObject" Target="../embeddings/oleObject207.bin"/><Relationship Id="rId11" Type="http://schemas.openxmlformats.org/officeDocument/2006/relationships/image" Target="../media/image249.wmf"/><Relationship Id="rId5" Type="http://schemas.openxmlformats.org/officeDocument/2006/relationships/image" Target="../media/image246.wmf"/><Relationship Id="rId10" Type="http://schemas.openxmlformats.org/officeDocument/2006/relationships/oleObject" Target="../embeddings/oleObject209.bin"/><Relationship Id="rId4" Type="http://schemas.openxmlformats.org/officeDocument/2006/relationships/oleObject" Target="../embeddings/oleObject206.bin"/><Relationship Id="rId9" Type="http://schemas.openxmlformats.org/officeDocument/2006/relationships/image" Target="../media/image248.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14.bin"/><Relationship Id="rId13" Type="http://schemas.openxmlformats.org/officeDocument/2006/relationships/image" Target="../media/image256.wmf"/><Relationship Id="rId3" Type="http://schemas.openxmlformats.org/officeDocument/2006/relationships/image" Target="../media/image251.wmf"/><Relationship Id="rId7" Type="http://schemas.openxmlformats.org/officeDocument/2006/relationships/image" Target="../media/image253.wmf"/><Relationship Id="rId12" Type="http://schemas.openxmlformats.org/officeDocument/2006/relationships/oleObject" Target="../embeddings/oleObject216.bin"/><Relationship Id="rId2" Type="http://schemas.openxmlformats.org/officeDocument/2006/relationships/oleObject" Target="../embeddings/oleObject211.bin"/><Relationship Id="rId1" Type="http://schemas.openxmlformats.org/officeDocument/2006/relationships/slideLayout" Target="../slideLayouts/slideLayout30.xml"/><Relationship Id="rId6" Type="http://schemas.openxmlformats.org/officeDocument/2006/relationships/oleObject" Target="../embeddings/oleObject213.bin"/><Relationship Id="rId11" Type="http://schemas.openxmlformats.org/officeDocument/2006/relationships/image" Target="../media/image255.wmf"/><Relationship Id="rId5" Type="http://schemas.openxmlformats.org/officeDocument/2006/relationships/image" Target="../media/image252.wmf"/><Relationship Id="rId10" Type="http://schemas.openxmlformats.org/officeDocument/2006/relationships/oleObject" Target="../embeddings/oleObject215.bin"/><Relationship Id="rId4" Type="http://schemas.openxmlformats.org/officeDocument/2006/relationships/oleObject" Target="../embeddings/oleObject212.bin"/><Relationship Id="rId9" Type="http://schemas.openxmlformats.org/officeDocument/2006/relationships/image" Target="../media/image254.wmf"/></Relationships>
</file>

<file path=ppt/slides/_rels/slide58.xml.rels><?xml version="1.0" encoding="UTF-8" standalone="yes"?>
<Relationships xmlns="http://schemas.openxmlformats.org/package/2006/relationships"><Relationship Id="rId8" Type="http://schemas.openxmlformats.org/officeDocument/2006/relationships/image" Target="../media/image259.wmf"/><Relationship Id="rId3" Type="http://schemas.openxmlformats.org/officeDocument/2006/relationships/image" Target="../media/image257.wmf"/><Relationship Id="rId7" Type="http://schemas.openxmlformats.org/officeDocument/2006/relationships/oleObject" Target="../embeddings/oleObject218.bin"/><Relationship Id="rId2" Type="http://schemas.openxmlformats.org/officeDocument/2006/relationships/oleObject" Target="../embeddings/oleObject217.bin"/><Relationship Id="rId1" Type="http://schemas.openxmlformats.org/officeDocument/2006/relationships/slideLayout" Target="../slideLayouts/slideLayout25.xml"/><Relationship Id="rId6" Type="http://schemas.openxmlformats.org/officeDocument/2006/relationships/image" Target="../media/image258.emf"/><Relationship Id="rId5" Type="http://schemas.openxmlformats.org/officeDocument/2006/relationships/image" Target="../media/image238.wmf"/><Relationship Id="rId10" Type="http://schemas.openxmlformats.org/officeDocument/2006/relationships/image" Target="../media/image260.wmf"/><Relationship Id="rId4" Type="http://schemas.openxmlformats.org/officeDocument/2006/relationships/oleObject" Target="../embeddings/oleObject199.bin"/><Relationship Id="rId9" Type="http://schemas.openxmlformats.org/officeDocument/2006/relationships/oleObject" Target="../embeddings/oleObject219.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23.bin"/><Relationship Id="rId13" Type="http://schemas.openxmlformats.org/officeDocument/2006/relationships/image" Target="../media/image266.wmf"/><Relationship Id="rId3" Type="http://schemas.openxmlformats.org/officeDocument/2006/relationships/image" Target="../media/image261.wmf"/><Relationship Id="rId7" Type="http://schemas.openxmlformats.org/officeDocument/2006/relationships/image" Target="../media/image263.wmf"/><Relationship Id="rId12" Type="http://schemas.openxmlformats.org/officeDocument/2006/relationships/oleObject" Target="../embeddings/oleObject225.bin"/><Relationship Id="rId2" Type="http://schemas.openxmlformats.org/officeDocument/2006/relationships/oleObject" Target="../embeddings/oleObject220.bin"/><Relationship Id="rId1" Type="http://schemas.openxmlformats.org/officeDocument/2006/relationships/slideLayout" Target="../slideLayouts/slideLayout25.xml"/><Relationship Id="rId6" Type="http://schemas.openxmlformats.org/officeDocument/2006/relationships/oleObject" Target="../embeddings/oleObject222.bin"/><Relationship Id="rId11" Type="http://schemas.openxmlformats.org/officeDocument/2006/relationships/image" Target="../media/image265.wmf"/><Relationship Id="rId5" Type="http://schemas.openxmlformats.org/officeDocument/2006/relationships/image" Target="../media/image262.wmf"/><Relationship Id="rId10" Type="http://schemas.openxmlformats.org/officeDocument/2006/relationships/oleObject" Target="../embeddings/oleObject224.bin"/><Relationship Id="rId4" Type="http://schemas.openxmlformats.org/officeDocument/2006/relationships/oleObject" Target="../embeddings/oleObject221.bin"/><Relationship Id="rId9" Type="http://schemas.openxmlformats.org/officeDocument/2006/relationships/image" Target="../media/image264.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29.bin"/><Relationship Id="rId3" Type="http://schemas.openxmlformats.org/officeDocument/2006/relationships/image" Target="../media/image267.wmf"/><Relationship Id="rId7" Type="http://schemas.openxmlformats.org/officeDocument/2006/relationships/image" Target="../media/image269.wmf"/><Relationship Id="rId2" Type="http://schemas.openxmlformats.org/officeDocument/2006/relationships/oleObject" Target="../embeddings/oleObject226.bin"/><Relationship Id="rId1" Type="http://schemas.openxmlformats.org/officeDocument/2006/relationships/slideLayout" Target="../slideLayouts/slideLayout30.xml"/><Relationship Id="rId6" Type="http://schemas.openxmlformats.org/officeDocument/2006/relationships/oleObject" Target="../embeddings/oleObject228.bin"/><Relationship Id="rId11" Type="http://schemas.openxmlformats.org/officeDocument/2006/relationships/image" Target="../media/image271.wmf"/><Relationship Id="rId5" Type="http://schemas.openxmlformats.org/officeDocument/2006/relationships/image" Target="../media/image268.wmf"/><Relationship Id="rId10" Type="http://schemas.openxmlformats.org/officeDocument/2006/relationships/oleObject" Target="../embeddings/oleObject230.bin"/><Relationship Id="rId4" Type="http://schemas.openxmlformats.org/officeDocument/2006/relationships/oleObject" Target="../embeddings/oleObject227.bin"/><Relationship Id="rId9" Type="http://schemas.openxmlformats.org/officeDocument/2006/relationships/image" Target="../media/image270.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34.bin"/><Relationship Id="rId13" Type="http://schemas.openxmlformats.org/officeDocument/2006/relationships/image" Target="../media/image277.wmf"/><Relationship Id="rId3" Type="http://schemas.openxmlformats.org/officeDocument/2006/relationships/image" Target="../media/image272.wmf"/><Relationship Id="rId7" Type="http://schemas.openxmlformats.org/officeDocument/2006/relationships/image" Target="../media/image274.wmf"/><Relationship Id="rId12" Type="http://schemas.openxmlformats.org/officeDocument/2006/relationships/oleObject" Target="../embeddings/oleObject236.bin"/><Relationship Id="rId2" Type="http://schemas.openxmlformats.org/officeDocument/2006/relationships/oleObject" Target="../embeddings/oleObject231.bin"/><Relationship Id="rId1" Type="http://schemas.openxmlformats.org/officeDocument/2006/relationships/slideLayout" Target="../slideLayouts/slideLayout30.xml"/><Relationship Id="rId6" Type="http://schemas.openxmlformats.org/officeDocument/2006/relationships/oleObject" Target="../embeddings/oleObject233.bin"/><Relationship Id="rId11" Type="http://schemas.openxmlformats.org/officeDocument/2006/relationships/image" Target="../media/image276.wmf"/><Relationship Id="rId5" Type="http://schemas.openxmlformats.org/officeDocument/2006/relationships/image" Target="../media/image273.wmf"/><Relationship Id="rId10" Type="http://schemas.openxmlformats.org/officeDocument/2006/relationships/oleObject" Target="../embeddings/oleObject235.bin"/><Relationship Id="rId4" Type="http://schemas.openxmlformats.org/officeDocument/2006/relationships/oleObject" Target="../embeddings/oleObject232.bin"/><Relationship Id="rId9" Type="http://schemas.openxmlformats.org/officeDocument/2006/relationships/image" Target="../media/image275.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40.bin"/><Relationship Id="rId13" Type="http://schemas.openxmlformats.org/officeDocument/2006/relationships/image" Target="../media/image282.wmf"/><Relationship Id="rId3" Type="http://schemas.openxmlformats.org/officeDocument/2006/relationships/image" Target="../media/image278.wmf"/><Relationship Id="rId7" Type="http://schemas.openxmlformats.org/officeDocument/2006/relationships/image" Target="../media/image280.wmf"/><Relationship Id="rId12" Type="http://schemas.openxmlformats.org/officeDocument/2006/relationships/oleObject" Target="../embeddings/oleObject241.bin"/><Relationship Id="rId2" Type="http://schemas.openxmlformats.org/officeDocument/2006/relationships/oleObject" Target="../embeddings/oleObject237.bin"/><Relationship Id="rId1" Type="http://schemas.openxmlformats.org/officeDocument/2006/relationships/slideLayout" Target="../slideLayouts/slideLayout30.xml"/><Relationship Id="rId6" Type="http://schemas.openxmlformats.org/officeDocument/2006/relationships/oleObject" Target="../embeddings/oleObject239.bin"/><Relationship Id="rId11" Type="http://schemas.openxmlformats.org/officeDocument/2006/relationships/image" Target="../media/image271.wmf"/><Relationship Id="rId5" Type="http://schemas.openxmlformats.org/officeDocument/2006/relationships/image" Target="../media/image279.wmf"/><Relationship Id="rId10" Type="http://schemas.openxmlformats.org/officeDocument/2006/relationships/oleObject" Target="../embeddings/oleObject230.bin"/><Relationship Id="rId4" Type="http://schemas.openxmlformats.org/officeDocument/2006/relationships/oleObject" Target="../embeddings/oleObject238.bin"/><Relationship Id="rId9" Type="http://schemas.openxmlformats.org/officeDocument/2006/relationships/image" Target="../media/image281.w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45.bin"/><Relationship Id="rId13" Type="http://schemas.openxmlformats.org/officeDocument/2006/relationships/image" Target="../media/image288.wmf"/><Relationship Id="rId3" Type="http://schemas.openxmlformats.org/officeDocument/2006/relationships/image" Target="../media/image283.wmf"/><Relationship Id="rId7" Type="http://schemas.openxmlformats.org/officeDocument/2006/relationships/image" Target="../media/image285.wmf"/><Relationship Id="rId12" Type="http://schemas.openxmlformats.org/officeDocument/2006/relationships/oleObject" Target="../embeddings/oleObject247.bin"/><Relationship Id="rId17" Type="http://schemas.openxmlformats.org/officeDocument/2006/relationships/image" Target="../media/image290.wmf"/><Relationship Id="rId2" Type="http://schemas.openxmlformats.org/officeDocument/2006/relationships/oleObject" Target="../embeddings/oleObject242.bin"/><Relationship Id="rId16" Type="http://schemas.openxmlformats.org/officeDocument/2006/relationships/oleObject" Target="../embeddings/oleObject249.bin"/><Relationship Id="rId1" Type="http://schemas.openxmlformats.org/officeDocument/2006/relationships/slideLayout" Target="../slideLayouts/slideLayout30.xml"/><Relationship Id="rId6" Type="http://schemas.openxmlformats.org/officeDocument/2006/relationships/oleObject" Target="../embeddings/oleObject244.bin"/><Relationship Id="rId11" Type="http://schemas.openxmlformats.org/officeDocument/2006/relationships/image" Target="../media/image287.wmf"/><Relationship Id="rId5" Type="http://schemas.openxmlformats.org/officeDocument/2006/relationships/image" Target="../media/image284.wmf"/><Relationship Id="rId15" Type="http://schemas.openxmlformats.org/officeDocument/2006/relationships/image" Target="../media/image289.wmf"/><Relationship Id="rId10" Type="http://schemas.openxmlformats.org/officeDocument/2006/relationships/oleObject" Target="../embeddings/oleObject246.bin"/><Relationship Id="rId4" Type="http://schemas.openxmlformats.org/officeDocument/2006/relationships/oleObject" Target="../embeddings/oleObject243.bin"/><Relationship Id="rId9" Type="http://schemas.openxmlformats.org/officeDocument/2006/relationships/image" Target="../media/image286.wmf"/><Relationship Id="rId14" Type="http://schemas.openxmlformats.org/officeDocument/2006/relationships/oleObject" Target="../embeddings/oleObject248.bin"/></Relationships>
</file>

<file path=ppt/slides/_rels/slide64.xml.rels><?xml version="1.0" encoding="UTF-8" standalone="yes"?>
<Relationships xmlns="http://schemas.openxmlformats.org/package/2006/relationships"><Relationship Id="rId3" Type="http://schemas.openxmlformats.org/officeDocument/2006/relationships/image" Target="../media/image291.wmf"/><Relationship Id="rId2" Type="http://schemas.openxmlformats.org/officeDocument/2006/relationships/oleObject" Target="../embeddings/oleObject250.bin"/><Relationship Id="rId1" Type="http://schemas.openxmlformats.org/officeDocument/2006/relationships/slideLayout" Target="../slideLayouts/slideLayout25.xml"/><Relationship Id="rId4" Type="http://schemas.openxmlformats.org/officeDocument/2006/relationships/image" Target="../media/image292.png"/></Relationships>
</file>

<file path=ppt/slides/_rels/slide65.xml.rels><?xml version="1.0" encoding="UTF-8" standalone="yes"?>
<Relationships xmlns="http://schemas.openxmlformats.org/package/2006/relationships"><Relationship Id="rId3" Type="http://schemas.openxmlformats.org/officeDocument/2006/relationships/image" Target="../media/image294.emf"/><Relationship Id="rId2" Type="http://schemas.openxmlformats.org/officeDocument/2006/relationships/image" Target="../media/image293.emf"/><Relationship Id="rId1" Type="http://schemas.openxmlformats.org/officeDocument/2006/relationships/slideLayout" Target="../slideLayouts/slideLayout30.xml"/><Relationship Id="rId4" Type="http://schemas.openxmlformats.org/officeDocument/2006/relationships/image" Target="../media/image295.e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52.bin"/><Relationship Id="rId13" Type="http://schemas.openxmlformats.org/officeDocument/2006/relationships/image" Target="../media/image201.wmf"/><Relationship Id="rId18" Type="http://schemas.openxmlformats.org/officeDocument/2006/relationships/oleObject" Target="../embeddings/oleObject167.bin"/><Relationship Id="rId26" Type="http://schemas.openxmlformats.org/officeDocument/2006/relationships/oleObject" Target="../embeddings/oleObject256.bin"/><Relationship Id="rId3" Type="http://schemas.openxmlformats.org/officeDocument/2006/relationships/image" Target="../media/image199.wmf"/><Relationship Id="rId21" Type="http://schemas.openxmlformats.org/officeDocument/2006/relationships/image" Target="../media/image204.wmf"/><Relationship Id="rId7" Type="http://schemas.openxmlformats.org/officeDocument/2006/relationships/image" Target="../media/image296.wmf"/><Relationship Id="rId12" Type="http://schemas.openxmlformats.org/officeDocument/2006/relationships/oleObject" Target="../embeddings/oleObject165.bin"/><Relationship Id="rId17" Type="http://schemas.openxmlformats.org/officeDocument/2006/relationships/image" Target="../media/image189.wmf"/><Relationship Id="rId25" Type="http://schemas.openxmlformats.org/officeDocument/2006/relationships/image" Target="../media/image300.wmf"/><Relationship Id="rId2" Type="http://schemas.openxmlformats.org/officeDocument/2006/relationships/oleObject" Target="../embeddings/oleObject163.bin"/><Relationship Id="rId16" Type="http://schemas.openxmlformats.org/officeDocument/2006/relationships/oleObject" Target="../embeddings/oleObject156.bin"/><Relationship Id="rId20" Type="http://schemas.openxmlformats.org/officeDocument/2006/relationships/oleObject" Target="../embeddings/oleObject168.bin"/><Relationship Id="rId1" Type="http://schemas.openxmlformats.org/officeDocument/2006/relationships/slideLayout" Target="../slideLayouts/slideLayout30.xml"/><Relationship Id="rId6" Type="http://schemas.openxmlformats.org/officeDocument/2006/relationships/oleObject" Target="../embeddings/oleObject251.bin"/><Relationship Id="rId11" Type="http://schemas.openxmlformats.org/officeDocument/2006/relationships/image" Target="../media/image298.wmf"/><Relationship Id="rId24" Type="http://schemas.openxmlformats.org/officeDocument/2006/relationships/oleObject" Target="../embeddings/oleObject255.bin"/><Relationship Id="rId5" Type="http://schemas.openxmlformats.org/officeDocument/2006/relationships/image" Target="../media/image200.wmf"/><Relationship Id="rId15" Type="http://schemas.openxmlformats.org/officeDocument/2006/relationships/image" Target="../media/image202.wmf"/><Relationship Id="rId23" Type="http://schemas.openxmlformats.org/officeDocument/2006/relationships/image" Target="../media/image299.wmf"/><Relationship Id="rId10" Type="http://schemas.openxmlformats.org/officeDocument/2006/relationships/oleObject" Target="../embeddings/oleObject253.bin"/><Relationship Id="rId19" Type="http://schemas.openxmlformats.org/officeDocument/2006/relationships/image" Target="../media/image203.wmf"/><Relationship Id="rId4" Type="http://schemas.openxmlformats.org/officeDocument/2006/relationships/oleObject" Target="../embeddings/oleObject164.bin"/><Relationship Id="rId9" Type="http://schemas.openxmlformats.org/officeDocument/2006/relationships/image" Target="../media/image297.wmf"/><Relationship Id="rId14" Type="http://schemas.openxmlformats.org/officeDocument/2006/relationships/oleObject" Target="../embeddings/oleObject166.bin"/><Relationship Id="rId22" Type="http://schemas.openxmlformats.org/officeDocument/2006/relationships/oleObject" Target="../embeddings/oleObject254.bin"/><Relationship Id="rId27" Type="http://schemas.openxmlformats.org/officeDocument/2006/relationships/image" Target="../media/image301.wmf"/></Relationships>
</file>

<file path=ppt/slides/_rels/slide67.xml.rels><?xml version="1.0" encoding="UTF-8" standalone="yes"?>
<Relationships xmlns="http://schemas.openxmlformats.org/package/2006/relationships"><Relationship Id="rId3" Type="http://schemas.openxmlformats.org/officeDocument/2006/relationships/image" Target="../media/image302.wmf"/><Relationship Id="rId2" Type="http://schemas.openxmlformats.org/officeDocument/2006/relationships/oleObject" Target="../embeddings/oleObject257.bin"/><Relationship Id="rId1" Type="http://schemas.openxmlformats.org/officeDocument/2006/relationships/slideLayout" Target="../slideLayouts/slideLayout30.xml"/><Relationship Id="rId5" Type="http://schemas.openxmlformats.org/officeDocument/2006/relationships/image" Target="../media/image303.wmf"/><Relationship Id="rId4" Type="http://schemas.openxmlformats.org/officeDocument/2006/relationships/oleObject" Target="../embeddings/oleObject258.bin"/></Relationships>
</file>

<file path=ppt/slides/_rels/slide68.xml.rels><?xml version="1.0" encoding="UTF-8" standalone="yes"?>
<Relationships xmlns="http://schemas.openxmlformats.org/package/2006/relationships"><Relationship Id="rId3" Type="http://schemas.openxmlformats.org/officeDocument/2006/relationships/image" Target="../media/image304.wmf"/><Relationship Id="rId2" Type="http://schemas.openxmlformats.org/officeDocument/2006/relationships/oleObject" Target="../embeddings/oleObject259.bin"/><Relationship Id="rId1" Type="http://schemas.openxmlformats.org/officeDocument/2006/relationships/slideLayout" Target="../slideLayouts/slideLayout30.xml"/><Relationship Id="rId5" Type="http://schemas.openxmlformats.org/officeDocument/2006/relationships/image" Target="../media/image305.wmf"/><Relationship Id="rId4" Type="http://schemas.openxmlformats.org/officeDocument/2006/relationships/oleObject" Target="../embeddings/oleObject260.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264.bin"/><Relationship Id="rId3" Type="http://schemas.openxmlformats.org/officeDocument/2006/relationships/image" Target="../media/image306.wmf"/><Relationship Id="rId7" Type="http://schemas.openxmlformats.org/officeDocument/2006/relationships/image" Target="../media/image308.wmf"/><Relationship Id="rId2" Type="http://schemas.openxmlformats.org/officeDocument/2006/relationships/oleObject" Target="../embeddings/oleObject261.bin"/><Relationship Id="rId1" Type="http://schemas.openxmlformats.org/officeDocument/2006/relationships/slideLayout" Target="../slideLayouts/slideLayout30.xml"/><Relationship Id="rId6" Type="http://schemas.openxmlformats.org/officeDocument/2006/relationships/oleObject" Target="../embeddings/oleObject263.bin"/><Relationship Id="rId5" Type="http://schemas.openxmlformats.org/officeDocument/2006/relationships/image" Target="../media/image307.wmf"/><Relationship Id="rId4" Type="http://schemas.openxmlformats.org/officeDocument/2006/relationships/oleObject" Target="../embeddings/oleObject262.bin"/><Relationship Id="rId9" Type="http://schemas.openxmlformats.org/officeDocument/2006/relationships/image" Target="../media/image309.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267.bin"/><Relationship Id="rId3" Type="http://schemas.openxmlformats.org/officeDocument/2006/relationships/image" Target="../media/image310.wmf"/><Relationship Id="rId7" Type="http://schemas.openxmlformats.org/officeDocument/2006/relationships/image" Target="../media/image311.wmf"/><Relationship Id="rId2" Type="http://schemas.openxmlformats.org/officeDocument/2006/relationships/oleObject" Target="../embeddings/oleObject265.bin"/><Relationship Id="rId1" Type="http://schemas.openxmlformats.org/officeDocument/2006/relationships/slideLayout" Target="../slideLayouts/slideLayout25.xml"/><Relationship Id="rId6" Type="http://schemas.openxmlformats.org/officeDocument/2006/relationships/oleObject" Target="../embeddings/oleObject266.bin"/><Relationship Id="rId11" Type="http://schemas.openxmlformats.org/officeDocument/2006/relationships/image" Target="../media/image313.wmf"/><Relationship Id="rId5" Type="http://schemas.openxmlformats.org/officeDocument/2006/relationships/image" Target="../media/image303.wmf"/><Relationship Id="rId10" Type="http://schemas.openxmlformats.org/officeDocument/2006/relationships/oleObject" Target="../embeddings/oleObject268.bin"/><Relationship Id="rId4" Type="http://schemas.openxmlformats.org/officeDocument/2006/relationships/oleObject" Target="../embeddings/oleObject258.bin"/><Relationship Id="rId9" Type="http://schemas.openxmlformats.org/officeDocument/2006/relationships/image" Target="../media/image312.wmf"/></Relationships>
</file>

<file path=ppt/slides/_rels/slide71.xml.rels><?xml version="1.0" encoding="UTF-8" standalone="yes"?>
<Relationships xmlns="http://schemas.openxmlformats.org/package/2006/relationships"><Relationship Id="rId3" Type="http://schemas.openxmlformats.org/officeDocument/2006/relationships/image" Target="../media/image314.wmf"/><Relationship Id="rId7" Type="http://schemas.openxmlformats.org/officeDocument/2006/relationships/image" Target="../media/image316.wmf"/><Relationship Id="rId2" Type="http://schemas.openxmlformats.org/officeDocument/2006/relationships/oleObject" Target="../embeddings/oleObject269.bin"/><Relationship Id="rId1" Type="http://schemas.openxmlformats.org/officeDocument/2006/relationships/slideLayout" Target="../slideLayouts/slideLayout25.xml"/><Relationship Id="rId6" Type="http://schemas.openxmlformats.org/officeDocument/2006/relationships/oleObject" Target="../embeddings/oleObject271.bin"/><Relationship Id="rId5" Type="http://schemas.openxmlformats.org/officeDocument/2006/relationships/image" Target="../media/image315.wmf"/><Relationship Id="rId4" Type="http://schemas.openxmlformats.org/officeDocument/2006/relationships/oleObject" Target="../embeddings/oleObject270.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275.bin"/><Relationship Id="rId3" Type="http://schemas.openxmlformats.org/officeDocument/2006/relationships/image" Target="../media/image317.wmf"/><Relationship Id="rId7" Type="http://schemas.openxmlformats.org/officeDocument/2006/relationships/image" Target="../media/image319.wmf"/><Relationship Id="rId2" Type="http://schemas.openxmlformats.org/officeDocument/2006/relationships/oleObject" Target="../embeddings/oleObject272.bin"/><Relationship Id="rId1" Type="http://schemas.openxmlformats.org/officeDocument/2006/relationships/slideLayout" Target="../slideLayouts/slideLayout25.xml"/><Relationship Id="rId6" Type="http://schemas.openxmlformats.org/officeDocument/2006/relationships/oleObject" Target="../embeddings/oleObject274.bin"/><Relationship Id="rId5" Type="http://schemas.openxmlformats.org/officeDocument/2006/relationships/image" Target="../media/image318.wmf"/><Relationship Id="rId4" Type="http://schemas.openxmlformats.org/officeDocument/2006/relationships/oleObject" Target="../embeddings/oleObject273.bin"/><Relationship Id="rId9" Type="http://schemas.openxmlformats.org/officeDocument/2006/relationships/image" Target="../media/image320.wmf"/></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79.bin"/><Relationship Id="rId13" Type="http://schemas.openxmlformats.org/officeDocument/2006/relationships/image" Target="../media/image326.wmf"/><Relationship Id="rId3" Type="http://schemas.openxmlformats.org/officeDocument/2006/relationships/image" Target="../media/image321.wmf"/><Relationship Id="rId7" Type="http://schemas.openxmlformats.org/officeDocument/2006/relationships/image" Target="../media/image323.wmf"/><Relationship Id="rId12" Type="http://schemas.openxmlformats.org/officeDocument/2006/relationships/oleObject" Target="../embeddings/oleObject281.bin"/><Relationship Id="rId2" Type="http://schemas.openxmlformats.org/officeDocument/2006/relationships/oleObject" Target="../embeddings/oleObject276.bin"/><Relationship Id="rId1" Type="http://schemas.openxmlformats.org/officeDocument/2006/relationships/slideLayout" Target="../slideLayouts/slideLayout25.xml"/><Relationship Id="rId6" Type="http://schemas.openxmlformats.org/officeDocument/2006/relationships/oleObject" Target="../embeddings/oleObject278.bin"/><Relationship Id="rId11" Type="http://schemas.openxmlformats.org/officeDocument/2006/relationships/image" Target="../media/image325.wmf"/><Relationship Id="rId5" Type="http://schemas.openxmlformats.org/officeDocument/2006/relationships/image" Target="../media/image322.wmf"/><Relationship Id="rId15" Type="http://schemas.openxmlformats.org/officeDocument/2006/relationships/image" Target="../media/image327.wmf"/><Relationship Id="rId10" Type="http://schemas.openxmlformats.org/officeDocument/2006/relationships/oleObject" Target="../embeddings/oleObject280.bin"/><Relationship Id="rId4" Type="http://schemas.openxmlformats.org/officeDocument/2006/relationships/oleObject" Target="../embeddings/oleObject277.bin"/><Relationship Id="rId9" Type="http://schemas.openxmlformats.org/officeDocument/2006/relationships/image" Target="../media/image324.wmf"/><Relationship Id="rId14" Type="http://schemas.openxmlformats.org/officeDocument/2006/relationships/oleObject" Target="../embeddings/oleObject282.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286.bin"/><Relationship Id="rId3" Type="http://schemas.openxmlformats.org/officeDocument/2006/relationships/image" Target="../media/image328.wmf"/><Relationship Id="rId7" Type="http://schemas.openxmlformats.org/officeDocument/2006/relationships/image" Target="../media/image330.wmf"/><Relationship Id="rId2" Type="http://schemas.openxmlformats.org/officeDocument/2006/relationships/oleObject" Target="../embeddings/oleObject283.bin"/><Relationship Id="rId1" Type="http://schemas.openxmlformats.org/officeDocument/2006/relationships/slideLayout" Target="../slideLayouts/slideLayout25.xml"/><Relationship Id="rId6" Type="http://schemas.openxmlformats.org/officeDocument/2006/relationships/oleObject" Target="../embeddings/oleObject285.bin"/><Relationship Id="rId11" Type="http://schemas.openxmlformats.org/officeDocument/2006/relationships/image" Target="../media/image332.wmf"/><Relationship Id="rId5" Type="http://schemas.openxmlformats.org/officeDocument/2006/relationships/image" Target="../media/image329.wmf"/><Relationship Id="rId10" Type="http://schemas.openxmlformats.org/officeDocument/2006/relationships/oleObject" Target="../embeddings/oleObject287.bin"/><Relationship Id="rId4" Type="http://schemas.openxmlformats.org/officeDocument/2006/relationships/oleObject" Target="../embeddings/oleObject284.bin"/><Relationship Id="rId9" Type="http://schemas.openxmlformats.org/officeDocument/2006/relationships/image" Target="../media/image331.wmf"/></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91.bin"/><Relationship Id="rId3" Type="http://schemas.openxmlformats.org/officeDocument/2006/relationships/image" Target="../media/image333.wmf"/><Relationship Id="rId7" Type="http://schemas.openxmlformats.org/officeDocument/2006/relationships/image" Target="../media/image335.wmf"/><Relationship Id="rId2" Type="http://schemas.openxmlformats.org/officeDocument/2006/relationships/oleObject" Target="../embeddings/oleObject288.bin"/><Relationship Id="rId1" Type="http://schemas.openxmlformats.org/officeDocument/2006/relationships/slideLayout" Target="../slideLayouts/slideLayout25.xml"/><Relationship Id="rId6" Type="http://schemas.openxmlformats.org/officeDocument/2006/relationships/oleObject" Target="../embeddings/oleObject290.bin"/><Relationship Id="rId5" Type="http://schemas.openxmlformats.org/officeDocument/2006/relationships/image" Target="../media/image334.wmf"/><Relationship Id="rId4" Type="http://schemas.openxmlformats.org/officeDocument/2006/relationships/oleObject" Target="../embeddings/oleObject289.bin"/><Relationship Id="rId9" Type="http://schemas.openxmlformats.org/officeDocument/2006/relationships/image" Target="../media/image336.wmf"/></Relationships>
</file>

<file path=ppt/slides/_rels/slide76.xml.rels><?xml version="1.0" encoding="UTF-8" standalone="yes"?>
<Relationships xmlns="http://schemas.openxmlformats.org/package/2006/relationships"><Relationship Id="rId13" Type="http://schemas.openxmlformats.org/officeDocument/2006/relationships/image" Target="../media/image342.wmf"/><Relationship Id="rId18" Type="http://schemas.openxmlformats.org/officeDocument/2006/relationships/oleObject" Target="../embeddings/oleObject300.bin"/><Relationship Id="rId26" Type="http://schemas.openxmlformats.org/officeDocument/2006/relationships/oleObject" Target="../embeddings/oleObject304.bin"/><Relationship Id="rId39" Type="http://schemas.openxmlformats.org/officeDocument/2006/relationships/image" Target="../media/image355.wmf"/><Relationship Id="rId21" Type="http://schemas.openxmlformats.org/officeDocument/2006/relationships/image" Target="../media/image346.wmf"/><Relationship Id="rId34" Type="http://schemas.openxmlformats.org/officeDocument/2006/relationships/oleObject" Target="../embeddings/oleObject308.bin"/><Relationship Id="rId7" Type="http://schemas.openxmlformats.org/officeDocument/2006/relationships/image" Target="../media/image339.wmf"/><Relationship Id="rId2" Type="http://schemas.openxmlformats.org/officeDocument/2006/relationships/oleObject" Target="../embeddings/oleObject292.bin"/><Relationship Id="rId16" Type="http://schemas.openxmlformats.org/officeDocument/2006/relationships/oleObject" Target="../embeddings/oleObject299.bin"/><Relationship Id="rId20" Type="http://schemas.openxmlformats.org/officeDocument/2006/relationships/oleObject" Target="../embeddings/oleObject301.bin"/><Relationship Id="rId29" Type="http://schemas.openxmlformats.org/officeDocument/2006/relationships/image" Target="../media/image350.wmf"/><Relationship Id="rId41" Type="http://schemas.openxmlformats.org/officeDocument/2006/relationships/image" Target="../media/image356.wmf"/><Relationship Id="rId1" Type="http://schemas.openxmlformats.org/officeDocument/2006/relationships/slideLayout" Target="../slideLayouts/slideLayout25.xml"/><Relationship Id="rId6" Type="http://schemas.openxmlformats.org/officeDocument/2006/relationships/oleObject" Target="../embeddings/oleObject294.bin"/><Relationship Id="rId11" Type="http://schemas.openxmlformats.org/officeDocument/2006/relationships/image" Target="../media/image341.wmf"/><Relationship Id="rId24" Type="http://schemas.openxmlformats.org/officeDocument/2006/relationships/oleObject" Target="../embeddings/oleObject303.bin"/><Relationship Id="rId32" Type="http://schemas.openxmlformats.org/officeDocument/2006/relationships/oleObject" Target="../embeddings/oleObject307.bin"/><Relationship Id="rId37" Type="http://schemas.openxmlformats.org/officeDocument/2006/relationships/image" Target="../media/image354.wmf"/><Relationship Id="rId40" Type="http://schemas.openxmlformats.org/officeDocument/2006/relationships/oleObject" Target="../embeddings/oleObject311.bin"/><Relationship Id="rId5" Type="http://schemas.openxmlformats.org/officeDocument/2006/relationships/image" Target="../media/image338.wmf"/><Relationship Id="rId15" Type="http://schemas.openxmlformats.org/officeDocument/2006/relationships/image" Target="../media/image343.wmf"/><Relationship Id="rId23" Type="http://schemas.openxmlformats.org/officeDocument/2006/relationships/image" Target="../media/image347.wmf"/><Relationship Id="rId28" Type="http://schemas.openxmlformats.org/officeDocument/2006/relationships/oleObject" Target="../embeddings/oleObject305.bin"/><Relationship Id="rId36" Type="http://schemas.openxmlformats.org/officeDocument/2006/relationships/oleObject" Target="../embeddings/oleObject309.bin"/><Relationship Id="rId10" Type="http://schemas.openxmlformats.org/officeDocument/2006/relationships/oleObject" Target="../embeddings/oleObject296.bin"/><Relationship Id="rId19" Type="http://schemas.openxmlformats.org/officeDocument/2006/relationships/image" Target="../media/image345.wmf"/><Relationship Id="rId31" Type="http://schemas.openxmlformats.org/officeDocument/2006/relationships/image" Target="../media/image351.wmf"/><Relationship Id="rId4" Type="http://schemas.openxmlformats.org/officeDocument/2006/relationships/oleObject" Target="../embeddings/oleObject293.bin"/><Relationship Id="rId9" Type="http://schemas.openxmlformats.org/officeDocument/2006/relationships/image" Target="../media/image340.wmf"/><Relationship Id="rId14" Type="http://schemas.openxmlformats.org/officeDocument/2006/relationships/oleObject" Target="../embeddings/oleObject298.bin"/><Relationship Id="rId22" Type="http://schemas.openxmlformats.org/officeDocument/2006/relationships/oleObject" Target="../embeddings/oleObject302.bin"/><Relationship Id="rId27" Type="http://schemas.openxmlformats.org/officeDocument/2006/relationships/image" Target="../media/image349.wmf"/><Relationship Id="rId30" Type="http://schemas.openxmlformats.org/officeDocument/2006/relationships/oleObject" Target="../embeddings/oleObject306.bin"/><Relationship Id="rId35" Type="http://schemas.openxmlformats.org/officeDocument/2006/relationships/image" Target="../media/image353.wmf"/><Relationship Id="rId8" Type="http://schemas.openxmlformats.org/officeDocument/2006/relationships/oleObject" Target="../embeddings/oleObject295.bin"/><Relationship Id="rId3" Type="http://schemas.openxmlformats.org/officeDocument/2006/relationships/image" Target="../media/image337.wmf"/><Relationship Id="rId12" Type="http://schemas.openxmlformats.org/officeDocument/2006/relationships/oleObject" Target="../embeddings/oleObject297.bin"/><Relationship Id="rId17" Type="http://schemas.openxmlformats.org/officeDocument/2006/relationships/image" Target="../media/image344.wmf"/><Relationship Id="rId25" Type="http://schemas.openxmlformats.org/officeDocument/2006/relationships/image" Target="../media/image348.wmf"/><Relationship Id="rId33" Type="http://schemas.openxmlformats.org/officeDocument/2006/relationships/image" Target="../media/image352.wmf"/><Relationship Id="rId38" Type="http://schemas.openxmlformats.org/officeDocument/2006/relationships/oleObject" Target="../embeddings/oleObject310.bin"/></Relationships>
</file>

<file path=ppt/slides/_rels/slide77.xml.rels><?xml version="1.0" encoding="UTF-8" standalone="yes"?>
<Relationships xmlns="http://schemas.openxmlformats.org/package/2006/relationships"><Relationship Id="rId13" Type="http://schemas.openxmlformats.org/officeDocument/2006/relationships/image" Target="../media/image342.wmf"/><Relationship Id="rId18" Type="http://schemas.openxmlformats.org/officeDocument/2006/relationships/oleObject" Target="../embeddings/oleObject313.bin"/><Relationship Id="rId26" Type="http://schemas.openxmlformats.org/officeDocument/2006/relationships/oleObject" Target="../embeddings/oleObject317.bin"/><Relationship Id="rId3" Type="http://schemas.openxmlformats.org/officeDocument/2006/relationships/image" Target="../media/image337.wmf"/><Relationship Id="rId21" Type="http://schemas.openxmlformats.org/officeDocument/2006/relationships/image" Target="../media/image359.wmf"/><Relationship Id="rId7" Type="http://schemas.openxmlformats.org/officeDocument/2006/relationships/image" Target="../media/image339.wmf"/><Relationship Id="rId12" Type="http://schemas.openxmlformats.org/officeDocument/2006/relationships/oleObject" Target="../embeddings/oleObject297.bin"/><Relationship Id="rId17" Type="http://schemas.openxmlformats.org/officeDocument/2006/relationships/image" Target="../media/image357.wmf"/><Relationship Id="rId25" Type="http://schemas.openxmlformats.org/officeDocument/2006/relationships/image" Target="../media/image361.wmf"/><Relationship Id="rId33" Type="http://schemas.openxmlformats.org/officeDocument/2006/relationships/image" Target="../media/image365.wmf"/><Relationship Id="rId2" Type="http://schemas.openxmlformats.org/officeDocument/2006/relationships/oleObject" Target="../embeddings/oleObject292.bin"/><Relationship Id="rId16" Type="http://schemas.openxmlformats.org/officeDocument/2006/relationships/oleObject" Target="../embeddings/oleObject312.bin"/><Relationship Id="rId20" Type="http://schemas.openxmlformats.org/officeDocument/2006/relationships/oleObject" Target="../embeddings/oleObject314.bin"/><Relationship Id="rId29" Type="http://schemas.openxmlformats.org/officeDocument/2006/relationships/image" Target="../media/image363.wmf"/><Relationship Id="rId1" Type="http://schemas.openxmlformats.org/officeDocument/2006/relationships/slideLayout" Target="../slideLayouts/slideLayout25.xml"/><Relationship Id="rId6" Type="http://schemas.openxmlformats.org/officeDocument/2006/relationships/oleObject" Target="../embeddings/oleObject294.bin"/><Relationship Id="rId11" Type="http://schemas.openxmlformats.org/officeDocument/2006/relationships/image" Target="../media/image341.wmf"/><Relationship Id="rId24" Type="http://schemas.openxmlformats.org/officeDocument/2006/relationships/oleObject" Target="../embeddings/oleObject316.bin"/><Relationship Id="rId32" Type="http://schemas.openxmlformats.org/officeDocument/2006/relationships/oleObject" Target="../embeddings/oleObject320.bin"/><Relationship Id="rId5" Type="http://schemas.openxmlformats.org/officeDocument/2006/relationships/image" Target="../media/image338.wmf"/><Relationship Id="rId15" Type="http://schemas.openxmlformats.org/officeDocument/2006/relationships/image" Target="../media/image345.wmf"/><Relationship Id="rId23" Type="http://schemas.openxmlformats.org/officeDocument/2006/relationships/image" Target="../media/image360.wmf"/><Relationship Id="rId28" Type="http://schemas.openxmlformats.org/officeDocument/2006/relationships/oleObject" Target="../embeddings/oleObject318.bin"/><Relationship Id="rId10" Type="http://schemas.openxmlformats.org/officeDocument/2006/relationships/oleObject" Target="../embeddings/oleObject296.bin"/><Relationship Id="rId19" Type="http://schemas.openxmlformats.org/officeDocument/2006/relationships/image" Target="../media/image358.wmf"/><Relationship Id="rId31" Type="http://schemas.openxmlformats.org/officeDocument/2006/relationships/image" Target="../media/image364.wmf"/><Relationship Id="rId4" Type="http://schemas.openxmlformats.org/officeDocument/2006/relationships/oleObject" Target="../embeddings/oleObject293.bin"/><Relationship Id="rId9" Type="http://schemas.openxmlformats.org/officeDocument/2006/relationships/image" Target="../media/image340.wmf"/><Relationship Id="rId14" Type="http://schemas.openxmlformats.org/officeDocument/2006/relationships/oleObject" Target="../embeddings/oleObject300.bin"/><Relationship Id="rId22" Type="http://schemas.openxmlformats.org/officeDocument/2006/relationships/oleObject" Target="../embeddings/oleObject315.bin"/><Relationship Id="rId27" Type="http://schemas.openxmlformats.org/officeDocument/2006/relationships/image" Target="../media/image362.wmf"/><Relationship Id="rId30" Type="http://schemas.openxmlformats.org/officeDocument/2006/relationships/oleObject" Target="../embeddings/oleObject319.bin"/><Relationship Id="rId8" Type="http://schemas.openxmlformats.org/officeDocument/2006/relationships/oleObject" Target="../embeddings/oleObject295.bin"/></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324.bin"/><Relationship Id="rId13" Type="http://schemas.openxmlformats.org/officeDocument/2006/relationships/image" Target="../media/image371.wmf"/><Relationship Id="rId18" Type="http://schemas.openxmlformats.org/officeDocument/2006/relationships/oleObject" Target="../embeddings/oleObject329.bin"/><Relationship Id="rId3" Type="http://schemas.openxmlformats.org/officeDocument/2006/relationships/image" Target="../media/image366.wmf"/><Relationship Id="rId7" Type="http://schemas.openxmlformats.org/officeDocument/2006/relationships/image" Target="../media/image368.wmf"/><Relationship Id="rId12" Type="http://schemas.openxmlformats.org/officeDocument/2006/relationships/oleObject" Target="../embeddings/oleObject326.bin"/><Relationship Id="rId17" Type="http://schemas.openxmlformats.org/officeDocument/2006/relationships/image" Target="../media/image373.wmf"/><Relationship Id="rId2" Type="http://schemas.openxmlformats.org/officeDocument/2006/relationships/oleObject" Target="../embeddings/oleObject321.bin"/><Relationship Id="rId16" Type="http://schemas.openxmlformats.org/officeDocument/2006/relationships/oleObject" Target="../embeddings/oleObject328.bin"/><Relationship Id="rId1" Type="http://schemas.openxmlformats.org/officeDocument/2006/relationships/slideLayout" Target="../slideLayouts/slideLayout25.xml"/><Relationship Id="rId6" Type="http://schemas.openxmlformats.org/officeDocument/2006/relationships/oleObject" Target="../embeddings/oleObject323.bin"/><Relationship Id="rId11" Type="http://schemas.openxmlformats.org/officeDocument/2006/relationships/image" Target="../media/image370.wmf"/><Relationship Id="rId5" Type="http://schemas.openxmlformats.org/officeDocument/2006/relationships/image" Target="../media/image367.wmf"/><Relationship Id="rId15" Type="http://schemas.openxmlformats.org/officeDocument/2006/relationships/image" Target="../media/image372.wmf"/><Relationship Id="rId10" Type="http://schemas.openxmlformats.org/officeDocument/2006/relationships/oleObject" Target="../embeddings/oleObject325.bin"/><Relationship Id="rId19" Type="http://schemas.openxmlformats.org/officeDocument/2006/relationships/image" Target="../media/image374.wmf"/><Relationship Id="rId4" Type="http://schemas.openxmlformats.org/officeDocument/2006/relationships/oleObject" Target="../embeddings/oleObject322.bin"/><Relationship Id="rId9" Type="http://schemas.openxmlformats.org/officeDocument/2006/relationships/image" Target="../media/image369.wmf"/><Relationship Id="rId14" Type="http://schemas.openxmlformats.org/officeDocument/2006/relationships/oleObject" Target="../embeddings/oleObject327.bin"/></Relationships>
</file>

<file path=ppt/slides/_rels/slide79.xml.rels><?xml version="1.0" encoding="UTF-8" standalone="yes"?>
<Relationships xmlns="http://schemas.openxmlformats.org/package/2006/relationships"><Relationship Id="rId3" Type="http://schemas.openxmlformats.org/officeDocument/2006/relationships/image" Target="../media/image375.wmf"/><Relationship Id="rId7" Type="http://schemas.openxmlformats.org/officeDocument/2006/relationships/image" Target="../media/image377.wmf"/><Relationship Id="rId2" Type="http://schemas.openxmlformats.org/officeDocument/2006/relationships/oleObject" Target="../embeddings/oleObject330.bin"/><Relationship Id="rId1" Type="http://schemas.openxmlformats.org/officeDocument/2006/relationships/slideLayout" Target="../slideLayouts/slideLayout25.xml"/><Relationship Id="rId6" Type="http://schemas.openxmlformats.org/officeDocument/2006/relationships/oleObject" Target="../embeddings/oleObject332.bin"/><Relationship Id="rId5" Type="http://schemas.openxmlformats.org/officeDocument/2006/relationships/image" Target="../media/image376.wmf"/><Relationship Id="rId4" Type="http://schemas.openxmlformats.org/officeDocument/2006/relationships/oleObject" Target="../embeddings/oleObject331.bin"/></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335.bin"/><Relationship Id="rId13" Type="http://schemas.openxmlformats.org/officeDocument/2006/relationships/image" Target="../media/image382.wmf"/><Relationship Id="rId3" Type="http://schemas.openxmlformats.org/officeDocument/2006/relationships/image" Target="../media/image375.wmf"/><Relationship Id="rId7" Type="http://schemas.openxmlformats.org/officeDocument/2006/relationships/image" Target="../media/image379.wmf"/><Relationship Id="rId12" Type="http://schemas.openxmlformats.org/officeDocument/2006/relationships/oleObject" Target="../embeddings/oleObject337.bin"/><Relationship Id="rId2" Type="http://schemas.openxmlformats.org/officeDocument/2006/relationships/oleObject" Target="../embeddings/oleObject330.bin"/><Relationship Id="rId1" Type="http://schemas.openxmlformats.org/officeDocument/2006/relationships/slideLayout" Target="../slideLayouts/slideLayout25.xml"/><Relationship Id="rId6" Type="http://schemas.openxmlformats.org/officeDocument/2006/relationships/oleObject" Target="../embeddings/oleObject334.bin"/><Relationship Id="rId11" Type="http://schemas.openxmlformats.org/officeDocument/2006/relationships/image" Target="../media/image381.wmf"/><Relationship Id="rId5" Type="http://schemas.openxmlformats.org/officeDocument/2006/relationships/image" Target="../media/image378.wmf"/><Relationship Id="rId15" Type="http://schemas.openxmlformats.org/officeDocument/2006/relationships/image" Target="../media/image383.wmf"/><Relationship Id="rId10" Type="http://schemas.openxmlformats.org/officeDocument/2006/relationships/oleObject" Target="../embeddings/oleObject336.bin"/><Relationship Id="rId4" Type="http://schemas.openxmlformats.org/officeDocument/2006/relationships/oleObject" Target="../embeddings/oleObject333.bin"/><Relationship Id="rId9" Type="http://schemas.openxmlformats.org/officeDocument/2006/relationships/image" Target="../media/image380.wmf"/><Relationship Id="rId14" Type="http://schemas.openxmlformats.org/officeDocument/2006/relationships/oleObject" Target="../embeddings/oleObject338.bin"/></Relationships>
</file>

<file path=ppt/slides/_rels/slide81.xml.rels><?xml version="1.0" encoding="UTF-8" standalone="yes"?>
<Relationships xmlns="http://schemas.openxmlformats.org/package/2006/relationships"><Relationship Id="rId3" Type="http://schemas.openxmlformats.org/officeDocument/2006/relationships/image" Target="../media/image384.wmf"/><Relationship Id="rId2" Type="http://schemas.openxmlformats.org/officeDocument/2006/relationships/oleObject" Target="../embeddings/oleObject339.bin"/><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8" Type="http://schemas.openxmlformats.org/officeDocument/2006/relationships/image" Target="../media/image171.wmf"/><Relationship Id="rId13" Type="http://schemas.openxmlformats.org/officeDocument/2006/relationships/oleObject" Target="../embeddings/oleObject142.bin"/><Relationship Id="rId18" Type="http://schemas.openxmlformats.org/officeDocument/2006/relationships/image" Target="../media/image387.wmf"/><Relationship Id="rId3" Type="http://schemas.openxmlformats.org/officeDocument/2006/relationships/oleObject" Target="../embeddings/oleObject340.bin"/><Relationship Id="rId21" Type="http://schemas.openxmlformats.org/officeDocument/2006/relationships/oleObject" Target="../embeddings/oleObject344.bin"/><Relationship Id="rId7" Type="http://schemas.openxmlformats.org/officeDocument/2006/relationships/oleObject" Target="../embeddings/oleObject138.bin"/><Relationship Id="rId12" Type="http://schemas.openxmlformats.org/officeDocument/2006/relationships/image" Target="../media/image173.wmf"/><Relationship Id="rId17" Type="http://schemas.openxmlformats.org/officeDocument/2006/relationships/oleObject" Target="../embeddings/oleObject342.bin"/><Relationship Id="rId2" Type="http://schemas.openxmlformats.org/officeDocument/2006/relationships/image" Target="../media/image170.png"/><Relationship Id="rId16" Type="http://schemas.openxmlformats.org/officeDocument/2006/relationships/image" Target="../media/image176.wmf"/><Relationship Id="rId20" Type="http://schemas.openxmlformats.org/officeDocument/2006/relationships/image" Target="../media/image388.wmf"/><Relationship Id="rId1" Type="http://schemas.openxmlformats.org/officeDocument/2006/relationships/slideLayout" Target="../slideLayouts/slideLayout25.xml"/><Relationship Id="rId6" Type="http://schemas.openxmlformats.org/officeDocument/2006/relationships/image" Target="../media/image125.wmf"/><Relationship Id="rId11" Type="http://schemas.openxmlformats.org/officeDocument/2006/relationships/oleObject" Target="../embeddings/oleObject140.bin"/><Relationship Id="rId5" Type="http://schemas.openxmlformats.org/officeDocument/2006/relationships/oleObject" Target="../embeddings/oleObject94.bin"/><Relationship Id="rId15" Type="http://schemas.openxmlformats.org/officeDocument/2006/relationships/oleObject" Target="../embeddings/oleObject143.bin"/><Relationship Id="rId10" Type="http://schemas.openxmlformats.org/officeDocument/2006/relationships/image" Target="../media/image386.wmf"/><Relationship Id="rId19" Type="http://schemas.openxmlformats.org/officeDocument/2006/relationships/oleObject" Target="../embeddings/oleObject343.bin"/><Relationship Id="rId4" Type="http://schemas.openxmlformats.org/officeDocument/2006/relationships/image" Target="../media/image385.wmf"/><Relationship Id="rId9" Type="http://schemas.openxmlformats.org/officeDocument/2006/relationships/oleObject" Target="../embeddings/oleObject341.bin"/><Relationship Id="rId14" Type="http://schemas.openxmlformats.org/officeDocument/2006/relationships/image" Target="../media/image175.wmf"/><Relationship Id="rId22" Type="http://schemas.openxmlformats.org/officeDocument/2006/relationships/image" Target="../media/image389.wmf"/></Relationships>
</file>

<file path=ppt/slides/_rels/slide83.xml.rels><?xml version="1.0" encoding="UTF-8" standalone="yes"?>
<Relationships xmlns="http://schemas.openxmlformats.org/package/2006/relationships"><Relationship Id="rId3" Type="http://schemas.openxmlformats.org/officeDocument/2006/relationships/image" Target="../media/image390.wmf"/><Relationship Id="rId2" Type="http://schemas.openxmlformats.org/officeDocument/2006/relationships/oleObject" Target="../embeddings/oleObject345.bin"/><Relationship Id="rId1" Type="http://schemas.openxmlformats.org/officeDocument/2006/relationships/slideLayout" Target="../slideLayouts/slideLayout25.xml"/><Relationship Id="rId5" Type="http://schemas.openxmlformats.org/officeDocument/2006/relationships/image" Target="../media/image391.wmf"/><Relationship Id="rId4" Type="http://schemas.openxmlformats.org/officeDocument/2006/relationships/oleObject" Target="../embeddings/oleObject346.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350.bin"/><Relationship Id="rId13" Type="http://schemas.openxmlformats.org/officeDocument/2006/relationships/image" Target="../media/image397.wmf"/><Relationship Id="rId3" Type="http://schemas.openxmlformats.org/officeDocument/2006/relationships/image" Target="../media/image392.wmf"/><Relationship Id="rId7" Type="http://schemas.openxmlformats.org/officeDocument/2006/relationships/image" Target="../media/image394.wmf"/><Relationship Id="rId12" Type="http://schemas.openxmlformats.org/officeDocument/2006/relationships/oleObject" Target="../embeddings/oleObject352.bin"/><Relationship Id="rId2" Type="http://schemas.openxmlformats.org/officeDocument/2006/relationships/oleObject" Target="../embeddings/oleObject347.bin"/><Relationship Id="rId1" Type="http://schemas.openxmlformats.org/officeDocument/2006/relationships/slideLayout" Target="../slideLayouts/slideLayout14.xml"/><Relationship Id="rId6" Type="http://schemas.openxmlformats.org/officeDocument/2006/relationships/oleObject" Target="../embeddings/oleObject349.bin"/><Relationship Id="rId11" Type="http://schemas.openxmlformats.org/officeDocument/2006/relationships/image" Target="../media/image396.wmf"/><Relationship Id="rId5" Type="http://schemas.openxmlformats.org/officeDocument/2006/relationships/image" Target="../media/image393.wmf"/><Relationship Id="rId10" Type="http://schemas.openxmlformats.org/officeDocument/2006/relationships/oleObject" Target="../embeddings/oleObject351.bin"/><Relationship Id="rId4" Type="http://schemas.openxmlformats.org/officeDocument/2006/relationships/oleObject" Target="../embeddings/oleObject348.bin"/><Relationship Id="rId9" Type="http://schemas.openxmlformats.org/officeDocument/2006/relationships/image" Target="../media/image39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第</a:t>
            </a:r>
            <a:r>
              <a:rPr lang="en-US" altLang="zh-CN" sz="3200" b="1" dirty="0">
                <a:solidFill>
                  <a:srgbClr val="993300"/>
                </a:solidFill>
                <a:ea typeface="楷体_GB2312" pitchFamily="49" charset="-122"/>
              </a:rPr>
              <a:t>1</a:t>
            </a:r>
            <a:r>
              <a:rPr lang="zh-CN" altLang="en-US" sz="3200" b="1" dirty="0">
                <a:solidFill>
                  <a:srgbClr val="993300"/>
                </a:solidFill>
                <a:ea typeface="楷体_GB2312" pitchFamily="49" charset="-122"/>
              </a:rPr>
              <a:t>章 离散时间信号与系统</a:t>
            </a:r>
          </a:p>
        </p:txBody>
      </p:sp>
      <p:sp>
        <p:nvSpPr>
          <p:cNvPr id="5124" name="Rectangle 3"/>
          <p:cNvSpPr>
            <a:spLocks noGrp="1" noChangeArrowheads="1"/>
          </p:cNvSpPr>
          <p:nvPr>
            <p:ph type="body" idx="4294967295"/>
          </p:nvPr>
        </p:nvSpPr>
        <p:spPr>
          <a:xfrm>
            <a:off x="838200" y="1600200"/>
            <a:ext cx="7583487" cy="3733800"/>
          </a:xfrm>
          <a:prstGeom prst="rect">
            <a:avLst/>
          </a:prstGeom>
        </p:spPr>
        <p:txBody>
          <a:bodyPr/>
          <a:lstStyle/>
          <a:p>
            <a:pPr eaLnBrk="1" hangingPunct="1">
              <a:lnSpc>
                <a:spcPct val="125000"/>
              </a:lnSpc>
            </a:pPr>
            <a:r>
              <a:rPr lang="en-US" altLang="zh-CN" b="1" dirty="0">
                <a:latin typeface="+mj-lt"/>
              </a:rPr>
              <a:t>1.1</a:t>
            </a:r>
            <a:r>
              <a:rPr lang="zh-CN" altLang="en-US" b="1" dirty="0">
                <a:latin typeface="+mj-lt"/>
              </a:rPr>
              <a:t>离散时间信号</a:t>
            </a:r>
          </a:p>
          <a:p>
            <a:pPr eaLnBrk="1" hangingPunct="1">
              <a:lnSpc>
                <a:spcPct val="125000"/>
              </a:lnSpc>
            </a:pPr>
            <a:r>
              <a:rPr lang="en-US" altLang="zh-CN" b="1" dirty="0">
                <a:latin typeface="+mj-lt"/>
              </a:rPr>
              <a:t>1.2</a:t>
            </a:r>
            <a:r>
              <a:rPr lang="zh-CN" altLang="en-US" b="1" dirty="0">
                <a:latin typeface="+mj-lt"/>
              </a:rPr>
              <a:t>离散时间信号的傅里叶变换与</a:t>
            </a:r>
            <a:r>
              <a:rPr lang="en-US" altLang="zh-CN" b="1" dirty="0">
                <a:latin typeface="+mj-lt"/>
              </a:rPr>
              <a:t>z</a:t>
            </a:r>
            <a:r>
              <a:rPr lang="zh-CN" altLang="en-US" b="1" dirty="0">
                <a:latin typeface="+mj-lt"/>
              </a:rPr>
              <a:t>变换</a:t>
            </a:r>
          </a:p>
          <a:p>
            <a:pPr eaLnBrk="1" hangingPunct="1">
              <a:lnSpc>
                <a:spcPct val="125000"/>
              </a:lnSpc>
            </a:pPr>
            <a:r>
              <a:rPr lang="en-US" altLang="zh-CN" b="1" dirty="0">
                <a:latin typeface="+mj-lt"/>
              </a:rPr>
              <a:t>1.3</a:t>
            </a:r>
            <a:r>
              <a:rPr lang="zh-CN" altLang="en-US" b="1" dirty="0">
                <a:latin typeface="+mj-lt"/>
              </a:rPr>
              <a:t>离散时间系统</a:t>
            </a:r>
          </a:p>
          <a:p>
            <a:pPr eaLnBrk="1" hangingPunct="1">
              <a:lnSpc>
                <a:spcPct val="125000"/>
              </a:lnSpc>
            </a:pPr>
            <a:r>
              <a:rPr lang="en-US" altLang="zh-CN" b="1" dirty="0">
                <a:latin typeface="+mj-lt"/>
              </a:rPr>
              <a:t>1.4</a:t>
            </a:r>
            <a:r>
              <a:rPr lang="zh-CN" altLang="en-US" b="1" dirty="0">
                <a:latin typeface="+mj-lt"/>
              </a:rPr>
              <a:t>系统的频率响应及其系统函数</a:t>
            </a:r>
            <a:endParaRPr lang="en-US" altLang="zh-CN" b="1" dirty="0">
              <a:latin typeface="+mj-lt"/>
            </a:endParaRPr>
          </a:p>
          <a:p>
            <a:pPr eaLnBrk="1" hangingPunct="1">
              <a:lnSpc>
                <a:spcPct val="125000"/>
              </a:lnSpc>
            </a:pPr>
            <a:r>
              <a:rPr lang="en-US" altLang="zh-CN" b="1" dirty="0">
                <a:latin typeface="+mj-lt"/>
              </a:rPr>
              <a:t>1.5</a:t>
            </a:r>
            <a:r>
              <a:rPr lang="zh-CN" altLang="en-US" b="1" dirty="0">
                <a:latin typeface="+mj-lt"/>
              </a:rPr>
              <a:t>本章小结</a:t>
            </a:r>
          </a:p>
        </p:txBody>
      </p:sp>
    </p:spTree>
    <p:extLst>
      <p:ext uri="{BB962C8B-B14F-4D97-AF65-F5344CB8AC3E}">
        <p14:creationId xmlns:p14="http://schemas.microsoft.com/office/powerpoint/2010/main" val="3912290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ChangeArrowheads="1"/>
          </p:cNvSpPr>
          <p:nvPr>
            <p:ph type="body" idx="4294967295"/>
          </p:nvPr>
        </p:nvSpPr>
        <p:spPr>
          <a:xfrm>
            <a:off x="539750" y="1196975"/>
            <a:ext cx="7772400" cy="1761665"/>
          </a:xfrm>
          <a:prstGeom prst="rect">
            <a:avLst/>
          </a:prstGeom>
        </p:spPr>
        <p:txBody>
          <a:bodyPr/>
          <a:lstStyle/>
          <a:p>
            <a:pPr>
              <a:lnSpc>
                <a:spcPct val="114000"/>
              </a:lnSpc>
            </a:pPr>
            <a:r>
              <a:rPr lang="zh-CN" altLang="en-US" sz="2800" b="1" dirty="0">
                <a:latin typeface="+mj-lt"/>
              </a:rPr>
              <a:t>离散时间信号通常用序列来表示，序列是时间上不连续的一串样本值的集合              </a:t>
            </a:r>
            <a:r>
              <a:rPr lang="en-US" altLang="zh-CN" sz="2800" b="1" i="1" dirty="0">
                <a:latin typeface="+mj-lt"/>
              </a:rPr>
              <a:t>n</a:t>
            </a:r>
            <a:r>
              <a:rPr lang="zh-CN" altLang="en-US" sz="2800" b="1" dirty="0">
                <a:latin typeface="+mj-lt"/>
              </a:rPr>
              <a:t>为整数，</a:t>
            </a:r>
            <a:r>
              <a:rPr lang="en-US" altLang="zh-CN" sz="2800" b="1" i="1" dirty="0">
                <a:latin typeface="+mj-lt"/>
              </a:rPr>
              <a:t>x</a:t>
            </a:r>
            <a:r>
              <a:rPr lang="en-US" altLang="zh-CN" sz="2800" b="1" dirty="0">
                <a:latin typeface="+mj-lt"/>
              </a:rPr>
              <a:t>(</a:t>
            </a:r>
            <a:r>
              <a:rPr lang="en-US" altLang="zh-CN" sz="2800" b="1" i="1" dirty="0">
                <a:latin typeface="+mj-lt"/>
              </a:rPr>
              <a:t>n</a:t>
            </a:r>
            <a:r>
              <a:rPr lang="en-US" altLang="zh-CN" sz="2800" b="1" dirty="0">
                <a:latin typeface="+mj-lt"/>
              </a:rPr>
              <a:t>)</a:t>
            </a:r>
            <a:r>
              <a:rPr lang="zh-CN" altLang="en-US" sz="2800" b="1" dirty="0">
                <a:latin typeface="+mj-lt"/>
              </a:rPr>
              <a:t>代表</a:t>
            </a:r>
            <a:r>
              <a:rPr lang="zh-CN" altLang="en-US" sz="2800" b="1" dirty="0"/>
              <a:t>序列中的</a:t>
            </a:r>
            <a:r>
              <a:rPr lang="zh-CN" altLang="en-US" sz="2800" b="1" dirty="0">
                <a:latin typeface="+mj-lt"/>
              </a:rPr>
              <a:t>第</a:t>
            </a:r>
            <a:r>
              <a:rPr lang="en-US" altLang="zh-CN" sz="2800" b="1" i="1" dirty="0">
                <a:latin typeface="+mj-lt"/>
              </a:rPr>
              <a:t>n</a:t>
            </a:r>
            <a:r>
              <a:rPr lang="zh-CN" altLang="en-US" sz="2800" b="1" dirty="0">
                <a:latin typeface="+mj-lt"/>
              </a:rPr>
              <a:t>个样本值。</a:t>
            </a:r>
          </a:p>
        </p:txBody>
      </p:sp>
      <p:sp>
        <p:nvSpPr>
          <p:cNvPr id="6150" name="Rectangle 4"/>
          <p:cNvSpPr>
            <a:spLocks noChangeArrowheads="1"/>
          </p:cNvSpPr>
          <p:nvPr/>
        </p:nvSpPr>
        <p:spPr bwMode="auto">
          <a:xfrm>
            <a:off x="762000" y="228600"/>
            <a:ext cx="327183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993300"/>
                </a:solidFill>
                <a:ea typeface="楷体_GB2312" pitchFamily="49" charset="-122"/>
              </a:rPr>
              <a:t>1.1</a:t>
            </a:r>
            <a:r>
              <a:rPr lang="zh-CN" altLang="en-US" sz="3200" b="1" dirty="0">
                <a:solidFill>
                  <a:srgbClr val="993300"/>
                </a:solidFill>
                <a:ea typeface="楷体_GB2312" pitchFamily="49" charset="-122"/>
              </a:rPr>
              <a:t> 离散时间信号</a:t>
            </a:r>
          </a:p>
        </p:txBody>
      </p:sp>
      <p:graphicFrame>
        <p:nvGraphicFramePr>
          <p:cNvPr id="6151" name="对象 2"/>
          <p:cNvGraphicFramePr>
            <a:graphicFrameLocks noChangeAspect="1"/>
          </p:cNvGraphicFramePr>
          <p:nvPr>
            <p:extLst>
              <p:ext uri="{D42A27DB-BD31-4B8C-83A1-F6EECF244321}">
                <p14:modId xmlns:p14="http://schemas.microsoft.com/office/powerpoint/2010/main" val="2969060692"/>
              </p:ext>
            </p:extLst>
          </p:nvPr>
        </p:nvGraphicFramePr>
        <p:xfrm>
          <a:off x="5664200" y="1741488"/>
          <a:ext cx="1141413" cy="468312"/>
        </p:xfrm>
        <a:graphic>
          <a:graphicData uri="http://schemas.openxmlformats.org/presentationml/2006/ole">
            <mc:AlternateContent xmlns:mc="http://schemas.openxmlformats.org/markup-compatibility/2006">
              <mc:Choice xmlns:v="urn:schemas-microsoft-com:vml" Requires="v">
                <p:oleObj name="Equation" r:id="rId2" imgW="495000" imgH="203040" progId="Equation.DSMT4">
                  <p:embed/>
                </p:oleObj>
              </mc:Choice>
              <mc:Fallback>
                <p:oleObj name="Equation" r:id="rId2" imgW="495000" imgH="203040" progId="Equation.DSMT4">
                  <p:embed/>
                  <p:pic>
                    <p:nvPicPr>
                      <p:cNvPr id="6151" name="对象 2"/>
                      <p:cNvPicPr>
                        <a:picLocks noChangeAspect="1" noChangeArrowheads="1"/>
                      </p:cNvPicPr>
                      <p:nvPr/>
                    </p:nvPicPr>
                    <p:blipFill>
                      <a:blip r:embed="rId3"/>
                      <a:srcRect/>
                      <a:stretch>
                        <a:fillRect/>
                      </a:stretch>
                    </p:blipFill>
                    <p:spPr bwMode="auto">
                      <a:xfrm>
                        <a:off x="5664200" y="1741488"/>
                        <a:ext cx="1141413"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1" name="矩形 10"/>
              <p:cNvSpPr/>
              <p:nvPr/>
            </p:nvSpPr>
            <p:spPr>
              <a:xfrm>
                <a:off x="3148585" y="2819400"/>
                <a:ext cx="5766815" cy="609398"/>
              </a:xfrm>
              <a:prstGeom prst="rect">
                <a:avLst/>
              </a:prstGeom>
            </p:spPr>
            <p:txBody>
              <a:bodyPr wrap="square">
                <a:spAutoFit/>
              </a:bodyPr>
              <a:lstStyle/>
              <a:p>
                <a:pPr lvl="0" defTabSz="685800">
                  <a:lnSpc>
                    <a:spcPct val="105000"/>
                  </a:lnSpc>
                  <a:spcBef>
                    <a:spcPts val="750"/>
                  </a:spcBef>
                </a:pPr>
                <a:r>
                  <a:rPr lang="en-US" altLang="zh-CN" b="1" dirty="0">
                    <a:solidFill>
                      <a:prstClr val="black"/>
                    </a:solidFill>
                  </a:rPr>
                  <a:t>{</a:t>
                </a:r>
                <a:r>
                  <a:rPr lang="en-US" altLang="zh-CN" b="1" i="1" dirty="0">
                    <a:solidFill>
                      <a:prstClr val="black"/>
                    </a:solidFill>
                  </a:rPr>
                  <a:t>x</a:t>
                </a:r>
                <a:r>
                  <a:rPr lang="en-US" altLang="zh-CN" b="1" dirty="0">
                    <a:solidFill>
                      <a:prstClr val="black"/>
                    </a:solidFill>
                  </a:rPr>
                  <a:t>(</a:t>
                </a:r>
                <a:r>
                  <a:rPr lang="en-US" altLang="zh-CN" b="1" i="1" dirty="0">
                    <a:solidFill>
                      <a:prstClr val="black"/>
                    </a:solidFill>
                  </a:rPr>
                  <a:t>n</a:t>
                </a:r>
                <a:r>
                  <a:rPr lang="en-US" altLang="zh-CN" b="1" dirty="0">
                    <a:solidFill>
                      <a:prstClr val="black"/>
                    </a:solidFill>
                  </a:rPr>
                  <a:t>)}={</a:t>
                </a:r>
                <a:r>
                  <a:rPr lang="en-US" altLang="zh-CN" b="1" dirty="0">
                    <a:solidFill>
                      <a:prstClr val="black"/>
                    </a:solidFill>
                    <a:latin typeface="+mj-lt"/>
                  </a:rPr>
                  <a:t>1, 3, </a:t>
                </a:r>
                <a:r>
                  <a:rPr lang="en-US" altLang="zh-CN" b="1" dirty="0">
                    <a:latin typeface="+mj-lt"/>
                  </a:rPr>
                  <a:t>2</a:t>
                </a:r>
                <a:r>
                  <a:rPr lang="en-US" altLang="zh-CN" b="1" dirty="0">
                    <a:solidFill>
                      <a:prstClr val="black"/>
                    </a:solidFill>
                    <a:latin typeface="+mj-lt"/>
                  </a:rPr>
                  <a:t>, 5, 4, </a:t>
                </a:r>
                <a14:m>
                  <m:oMath xmlns:m="http://schemas.openxmlformats.org/officeDocument/2006/math">
                    <m:r>
                      <a:rPr lang="en-US" altLang="zh-CN" b="1" i="1" dirty="0">
                        <a:solidFill>
                          <a:prstClr val="black"/>
                        </a:solidFill>
                        <a:latin typeface="Cambria Math" panose="02040503050406030204" pitchFamily="18" charset="0"/>
                      </a:rPr>
                      <m:t>−</m:t>
                    </m:r>
                  </m:oMath>
                </a14:m>
                <a:r>
                  <a:rPr lang="en-US" altLang="zh-CN" b="1" dirty="0">
                    <a:solidFill>
                      <a:prstClr val="black"/>
                    </a:solidFill>
                    <a:latin typeface="+mj-lt"/>
                  </a:rPr>
                  <a:t>1, </a:t>
                </a:r>
                <a14:m>
                  <m:oMath xmlns:m="http://schemas.openxmlformats.org/officeDocument/2006/math">
                    <m:r>
                      <a:rPr lang="en-US" altLang="zh-CN" b="1" i="1" dirty="0">
                        <a:solidFill>
                          <a:prstClr val="black"/>
                        </a:solidFill>
                        <a:latin typeface="Cambria Math" panose="02040503050406030204" pitchFamily="18" charset="0"/>
                      </a:rPr>
                      <m:t>−</m:t>
                    </m:r>
                  </m:oMath>
                </a14:m>
                <a:r>
                  <a:rPr lang="en-US" altLang="zh-CN" b="1" dirty="0">
                    <a:solidFill>
                      <a:prstClr val="black"/>
                    </a:solidFill>
                    <a:latin typeface="+mj-lt"/>
                  </a:rPr>
                  <a:t>5</a:t>
                </a:r>
                <a:r>
                  <a:rPr lang="en-US" altLang="zh-CN" b="1" dirty="0">
                    <a:solidFill>
                      <a:prstClr val="black"/>
                    </a:solidFill>
                  </a:rPr>
                  <a:t>}</a:t>
                </a:r>
                <a:r>
                  <a:rPr lang="en-US" altLang="zh-CN" sz="3200" b="1" dirty="0">
                    <a:solidFill>
                      <a:srgbClr val="FF0000"/>
                    </a:solidFill>
                    <a:latin typeface="Times New Roman" panose="02020603050405020304" pitchFamily="18" charset="0"/>
                    <a:sym typeface="Symbol" panose="05050102010706020507" pitchFamily="18" charset="2"/>
                  </a:rPr>
                  <a:t>                       </a:t>
                </a:r>
                <a:endParaRPr lang="en-US" altLang="zh-CN" sz="3200" b="1" dirty="0">
                  <a:solidFill>
                    <a:srgbClr val="FF0000"/>
                  </a:solidFill>
                  <a:latin typeface="Times New Roman" panose="02020603050405020304" pitchFamily="18"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3148585" y="2819400"/>
                <a:ext cx="5766815" cy="609398"/>
              </a:xfrm>
              <a:prstGeom prst="rect">
                <a:avLst/>
              </a:prstGeom>
              <a:blipFill>
                <a:blip r:embed="rId5"/>
                <a:stretch>
                  <a:fillRect l="-2220" t="-4040" b="-20202"/>
                </a:stretch>
              </a:blipFill>
            </p:spPr>
            <p:txBody>
              <a:bodyPr/>
              <a:lstStyle/>
              <a:p>
                <a:r>
                  <a:rPr lang="zh-CN" altLang="en-US">
                    <a:noFill/>
                  </a:rPr>
                  <a:t> </a:t>
                </a:r>
              </a:p>
            </p:txBody>
          </p:sp>
        </mc:Fallback>
      </mc:AlternateContent>
      <p:sp>
        <p:nvSpPr>
          <p:cNvPr id="12" name="矩形 11"/>
          <p:cNvSpPr/>
          <p:nvPr/>
        </p:nvSpPr>
        <p:spPr>
          <a:xfrm>
            <a:off x="5085328" y="3314062"/>
            <a:ext cx="401072" cy="523220"/>
          </a:xfrm>
          <a:prstGeom prst="rect">
            <a:avLst/>
          </a:prstGeom>
        </p:spPr>
        <p:txBody>
          <a:bodyPr wrap="none">
            <a:spAutoFit/>
          </a:bodyPr>
          <a:lstStyle/>
          <a:p>
            <a:r>
              <a:rPr lang="en-US" altLang="zh-CN" b="1" dirty="0">
                <a:sym typeface="Symbol" panose="05050102010706020507" pitchFamily="18" charset="2"/>
              </a:rPr>
              <a:t></a:t>
            </a:r>
            <a:endParaRPr lang="zh-CN" altLang="en-US" sz="2400" dirty="0"/>
          </a:p>
        </p:txBody>
      </p:sp>
      <p:sp>
        <p:nvSpPr>
          <p:cNvPr id="13" name="矩形 12"/>
          <p:cNvSpPr/>
          <p:nvPr/>
        </p:nvSpPr>
        <p:spPr>
          <a:xfrm>
            <a:off x="838200" y="2860176"/>
            <a:ext cx="904415" cy="523220"/>
          </a:xfrm>
          <a:prstGeom prst="rect">
            <a:avLst/>
          </a:prstGeom>
        </p:spPr>
        <p:txBody>
          <a:bodyPr wrap="none">
            <a:spAutoFit/>
          </a:bodyPr>
          <a:lstStyle/>
          <a:p>
            <a:r>
              <a:rPr lang="zh-CN" altLang="en-US" b="1" dirty="0"/>
              <a:t>例如</a:t>
            </a:r>
            <a:endParaRPr lang="zh-CN" altLang="en-US" dirty="0"/>
          </a:p>
        </p:txBody>
      </p:sp>
      <p:sp>
        <p:nvSpPr>
          <p:cNvPr id="2" name="矩形 1"/>
          <p:cNvSpPr/>
          <p:nvPr/>
        </p:nvSpPr>
        <p:spPr>
          <a:xfrm>
            <a:off x="3223582" y="3929112"/>
            <a:ext cx="3954929" cy="523220"/>
          </a:xfrm>
          <a:prstGeom prst="rect">
            <a:avLst/>
          </a:prstGeom>
        </p:spPr>
        <p:txBody>
          <a:bodyPr wrap="none">
            <a:spAutoFit/>
          </a:bodyPr>
          <a:lstStyle/>
          <a:p>
            <a:r>
              <a:rPr lang="en-US" altLang="zh-CN" b="1" i="1" dirty="0">
                <a:solidFill>
                  <a:prstClr val="black"/>
                </a:solidFill>
              </a:rPr>
              <a:t>x</a:t>
            </a:r>
            <a:r>
              <a:rPr lang="en-US" altLang="zh-CN" b="1" dirty="0">
                <a:solidFill>
                  <a:prstClr val="black"/>
                </a:solidFill>
              </a:rPr>
              <a:t>(0)=2, </a:t>
            </a:r>
            <a:r>
              <a:rPr lang="en-US" altLang="zh-CN" b="1" i="1" dirty="0">
                <a:solidFill>
                  <a:prstClr val="black"/>
                </a:solidFill>
              </a:rPr>
              <a:t>x</a:t>
            </a:r>
            <a:r>
              <a:rPr lang="en-US" altLang="zh-CN" b="1" dirty="0">
                <a:solidFill>
                  <a:prstClr val="black"/>
                </a:solidFill>
              </a:rPr>
              <a:t>(1)=5, </a:t>
            </a:r>
            <a:r>
              <a:rPr lang="zh-CN" altLang="en-US" b="1" dirty="0">
                <a:solidFill>
                  <a:prstClr val="black"/>
                </a:solidFill>
              </a:rPr>
              <a:t>依此类推</a:t>
            </a:r>
            <a:endParaRPr lang="zh-CN" altLang="en-US" dirty="0"/>
          </a:p>
        </p:txBody>
      </p:sp>
      <p:sp>
        <p:nvSpPr>
          <p:cNvPr id="3" name="矩形 2"/>
          <p:cNvSpPr/>
          <p:nvPr/>
        </p:nvSpPr>
        <p:spPr>
          <a:xfrm>
            <a:off x="1676400" y="3950146"/>
            <a:ext cx="1625766" cy="523220"/>
          </a:xfrm>
          <a:prstGeom prst="rect">
            <a:avLst/>
          </a:prstGeom>
        </p:spPr>
        <p:txBody>
          <a:bodyPr wrap="none">
            <a:spAutoFit/>
          </a:bodyPr>
          <a:lstStyle/>
          <a:p>
            <a:r>
              <a:rPr lang="zh-CN" altLang="en-US" b="1" dirty="0"/>
              <a:t>该序列的</a:t>
            </a:r>
            <a:endParaRPr lang="zh-CN" altLang="en-US" dirty="0"/>
          </a:p>
        </p:txBody>
      </p:sp>
      <p:sp>
        <p:nvSpPr>
          <p:cNvPr id="4" name="矩形 3"/>
          <p:cNvSpPr/>
          <p:nvPr/>
        </p:nvSpPr>
        <p:spPr>
          <a:xfrm>
            <a:off x="914400" y="5486400"/>
            <a:ext cx="7657866" cy="523220"/>
          </a:xfrm>
          <a:prstGeom prst="rect">
            <a:avLst/>
          </a:prstGeom>
        </p:spPr>
        <p:txBody>
          <a:bodyPr wrap="none">
            <a:spAutoFit/>
          </a:bodyPr>
          <a:lstStyle/>
          <a:p>
            <a:r>
              <a:rPr lang="zh-CN" altLang="en-US" b="1" dirty="0"/>
              <a:t>为了方便起见常常省去大括号，用</a:t>
            </a:r>
            <a:r>
              <a:rPr lang="en-US" altLang="zh-CN" b="1" i="1" dirty="0"/>
              <a:t>x</a:t>
            </a:r>
            <a:r>
              <a:rPr lang="en-US" altLang="zh-CN" b="1" dirty="0"/>
              <a:t>(</a:t>
            </a:r>
            <a:r>
              <a:rPr lang="en-US" altLang="zh-CN" b="1" i="1" dirty="0"/>
              <a:t>n</a:t>
            </a:r>
            <a:r>
              <a:rPr lang="en-US" altLang="zh-CN" b="1" dirty="0"/>
              <a:t>)</a:t>
            </a:r>
            <a:r>
              <a:rPr lang="zh-CN" altLang="en-US" b="1" dirty="0"/>
              <a:t>表示序列</a:t>
            </a:r>
          </a:p>
        </p:txBody>
      </p:sp>
      <p:sp>
        <p:nvSpPr>
          <p:cNvPr id="17" name="矩形 16"/>
          <p:cNvSpPr/>
          <p:nvPr/>
        </p:nvSpPr>
        <p:spPr>
          <a:xfrm>
            <a:off x="1905000" y="4831946"/>
            <a:ext cx="5319085" cy="523220"/>
          </a:xfrm>
          <a:prstGeom prst="rect">
            <a:avLst/>
          </a:prstGeom>
        </p:spPr>
        <p:txBody>
          <a:bodyPr wrap="none">
            <a:spAutoFit/>
          </a:bodyPr>
          <a:lstStyle/>
          <a:p>
            <a:r>
              <a:rPr lang="zh-CN" altLang="en-US" sz="2800" b="1" dirty="0">
                <a:solidFill>
                  <a:prstClr val="black"/>
                </a:solidFill>
              </a:rPr>
              <a:t>的复共轭序列用             来表示。</a:t>
            </a:r>
            <a:endParaRPr lang="zh-CN" altLang="en-US" dirty="0"/>
          </a:p>
        </p:txBody>
      </p:sp>
      <p:graphicFrame>
        <p:nvGraphicFramePr>
          <p:cNvPr id="18" name="对象 2"/>
          <p:cNvGraphicFramePr>
            <a:graphicFrameLocks noChangeAspect="1"/>
          </p:cNvGraphicFramePr>
          <p:nvPr>
            <p:extLst>
              <p:ext uri="{D42A27DB-BD31-4B8C-83A1-F6EECF244321}">
                <p14:modId xmlns:p14="http://schemas.microsoft.com/office/powerpoint/2010/main" val="4273191382"/>
              </p:ext>
            </p:extLst>
          </p:nvPr>
        </p:nvGraphicFramePr>
        <p:xfrm>
          <a:off x="973138" y="4875213"/>
          <a:ext cx="1023937" cy="468312"/>
        </p:xfrm>
        <a:graphic>
          <a:graphicData uri="http://schemas.openxmlformats.org/presentationml/2006/ole">
            <mc:AlternateContent xmlns:mc="http://schemas.openxmlformats.org/markup-compatibility/2006">
              <mc:Choice xmlns:v="urn:schemas-microsoft-com:vml" Requires="v">
                <p:oleObj name="Equation" r:id="rId6" imgW="444240" imgH="203040" progId="Equation.DSMT4">
                  <p:embed/>
                </p:oleObj>
              </mc:Choice>
              <mc:Fallback>
                <p:oleObj name="Equation" r:id="rId6" imgW="444240" imgH="203040" progId="Equation.DSMT4">
                  <p:embed/>
                  <p:pic>
                    <p:nvPicPr>
                      <p:cNvPr id="6151" name="对象 2"/>
                      <p:cNvPicPr>
                        <a:picLocks noChangeAspect="1" noChangeArrowheads="1"/>
                      </p:cNvPicPr>
                      <p:nvPr/>
                    </p:nvPicPr>
                    <p:blipFill>
                      <a:blip r:embed="rId7"/>
                      <a:srcRect/>
                      <a:stretch>
                        <a:fillRect/>
                      </a:stretch>
                    </p:blipFill>
                    <p:spPr bwMode="auto">
                      <a:xfrm>
                        <a:off x="973138" y="4875213"/>
                        <a:ext cx="1023937"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矩形 18"/>
          <p:cNvSpPr/>
          <p:nvPr/>
        </p:nvSpPr>
        <p:spPr>
          <a:xfrm>
            <a:off x="1663851" y="2872492"/>
            <a:ext cx="1627369" cy="523220"/>
          </a:xfrm>
          <a:prstGeom prst="rect">
            <a:avLst/>
          </a:prstGeom>
        </p:spPr>
        <p:txBody>
          <a:bodyPr wrap="none">
            <a:spAutoFit/>
          </a:bodyPr>
          <a:lstStyle/>
          <a:p>
            <a:r>
              <a:rPr lang="zh-CN" altLang="en-US" sz="2800" b="1" dirty="0"/>
              <a:t>实数序列</a:t>
            </a:r>
            <a:endParaRPr lang="en-US" altLang="zh-CN" sz="2800" b="1" dirty="0">
              <a:solidFill>
                <a:srgbClr val="0000CC"/>
              </a:solidFill>
            </a:endParaRPr>
          </a:p>
        </p:txBody>
      </p:sp>
      <p:graphicFrame>
        <p:nvGraphicFramePr>
          <p:cNvPr id="20" name="对象 2"/>
          <p:cNvGraphicFramePr>
            <a:graphicFrameLocks noChangeAspect="1"/>
          </p:cNvGraphicFramePr>
          <p:nvPr>
            <p:extLst>
              <p:ext uri="{D42A27DB-BD31-4B8C-83A1-F6EECF244321}">
                <p14:modId xmlns:p14="http://schemas.microsoft.com/office/powerpoint/2010/main" val="667596557"/>
              </p:ext>
            </p:extLst>
          </p:nvPr>
        </p:nvGraphicFramePr>
        <p:xfrm>
          <a:off x="4468812" y="4800600"/>
          <a:ext cx="1169988" cy="527050"/>
        </p:xfrm>
        <a:graphic>
          <a:graphicData uri="http://schemas.openxmlformats.org/presentationml/2006/ole">
            <mc:AlternateContent xmlns:mc="http://schemas.openxmlformats.org/markup-compatibility/2006">
              <mc:Choice xmlns:v="urn:schemas-microsoft-com:vml" Requires="v">
                <p:oleObj name="Equation" r:id="rId8" imgW="507960" imgH="228600" progId="Equation.DSMT4">
                  <p:embed/>
                </p:oleObj>
              </mc:Choice>
              <mc:Fallback>
                <p:oleObj name="Equation" r:id="rId8" imgW="507960" imgH="228600" progId="Equation.DSMT4">
                  <p:embed/>
                  <p:pic>
                    <p:nvPicPr>
                      <p:cNvPr id="18" name="对象 2"/>
                      <p:cNvPicPr>
                        <a:picLocks noChangeAspect="1" noChangeArrowheads="1"/>
                      </p:cNvPicPr>
                      <p:nvPr/>
                    </p:nvPicPr>
                    <p:blipFill>
                      <a:blip r:embed="rId9"/>
                      <a:srcRect/>
                      <a:stretch>
                        <a:fillRect/>
                      </a:stretch>
                    </p:blipFill>
                    <p:spPr bwMode="auto">
                      <a:xfrm>
                        <a:off x="4468812" y="4800600"/>
                        <a:ext cx="116998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79395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ChangeArrowheads="1"/>
          </p:cNvSpPr>
          <p:nvPr>
            <p:ph type="body" idx="4294967295"/>
          </p:nvPr>
        </p:nvSpPr>
        <p:spPr>
          <a:xfrm>
            <a:off x="539750" y="1196975"/>
            <a:ext cx="7772400" cy="1057275"/>
          </a:xfrm>
          <a:prstGeom prst="rect">
            <a:avLst/>
          </a:prstGeom>
        </p:spPr>
        <p:txBody>
          <a:bodyPr/>
          <a:lstStyle/>
          <a:p>
            <a:pPr>
              <a:lnSpc>
                <a:spcPct val="114000"/>
              </a:lnSpc>
            </a:pPr>
            <a:r>
              <a:rPr lang="zh-CN" altLang="en-US" sz="2800" b="1" dirty="0">
                <a:latin typeface="+mj-lt"/>
              </a:rPr>
              <a:t>在很多情况下离散时间序列</a:t>
            </a:r>
            <a:r>
              <a:rPr lang="en-US" altLang="zh-CN" sz="2800" b="1" i="1" dirty="0">
                <a:solidFill>
                  <a:srgbClr val="000000"/>
                </a:solidFill>
                <a:latin typeface="Times New Roman"/>
              </a:rPr>
              <a:t>x</a:t>
            </a:r>
            <a:r>
              <a:rPr lang="en-US" altLang="zh-CN" sz="2800" b="1" dirty="0">
                <a:solidFill>
                  <a:srgbClr val="000000"/>
                </a:solidFill>
                <a:latin typeface="Times New Roman"/>
              </a:rPr>
              <a:t>(</a:t>
            </a:r>
            <a:r>
              <a:rPr lang="en-US" altLang="zh-CN" sz="2800" b="1" i="1" dirty="0">
                <a:solidFill>
                  <a:srgbClr val="000000"/>
                </a:solidFill>
                <a:latin typeface="Times New Roman"/>
              </a:rPr>
              <a:t>n</a:t>
            </a:r>
            <a:r>
              <a:rPr lang="en-US" altLang="zh-CN" sz="2800" b="1" dirty="0">
                <a:solidFill>
                  <a:srgbClr val="000000"/>
                </a:solidFill>
                <a:latin typeface="Times New Roman"/>
              </a:rPr>
              <a:t>)</a:t>
            </a:r>
            <a:r>
              <a:rPr lang="zh-CN" altLang="en-US" sz="2800" b="1" dirty="0">
                <a:solidFill>
                  <a:srgbClr val="000000"/>
                </a:solidFill>
                <a:latin typeface="Times New Roman"/>
              </a:rPr>
              <a:t>是从连续时间信号         采样得到的</a:t>
            </a:r>
            <a:endParaRPr lang="zh-CN" altLang="en-US" sz="2800" b="1" i="1" dirty="0"/>
          </a:p>
        </p:txBody>
      </p:sp>
      <p:graphicFrame>
        <p:nvGraphicFramePr>
          <p:cNvPr id="6149" name="Object 5"/>
          <p:cNvGraphicFramePr>
            <a:graphicFrameLocks noChangeAspect="1"/>
          </p:cNvGraphicFramePr>
          <p:nvPr>
            <p:extLst>
              <p:ext uri="{D42A27DB-BD31-4B8C-83A1-F6EECF244321}">
                <p14:modId xmlns:p14="http://schemas.microsoft.com/office/powerpoint/2010/main" val="2713660265"/>
              </p:ext>
            </p:extLst>
          </p:nvPr>
        </p:nvGraphicFramePr>
        <p:xfrm>
          <a:off x="2572184" y="2893969"/>
          <a:ext cx="4314825" cy="642938"/>
        </p:xfrm>
        <a:graphic>
          <a:graphicData uri="http://schemas.openxmlformats.org/presentationml/2006/ole">
            <mc:AlternateContent xmlns:mc="http://schemas.openxmlformats.org/markup-compatibility/2006">
              <mc:Choice xmlns:v="urn:schemas-microsoft-com:vml" Requires="v">
                <p:oleObj name="Equation" r:id="rId2" imgW="1701720" imgH="253800" progId="Equation.DSMT4">
                  <p:embed/>
                </p:oleObj>
              </mc:Choice>
              <mc:Fallback>
                <p:oleObj name="Equation" r:id="rId2" imgW="1701720" imgH="253800" progId="Equation.DSMT4">
                  <p:embed/>
                  <p:pic>
                    <p:nvPicPr>
                      <p:cNvPr id="6149" name="Object 5"/>
                      <p:cNvPicPr>
                        <a:picLocks noChangeAspect="1" noChangeArrowheads="1"/>
                      </p:cNvPicPr>
                      <p:nvPr/>
                    </p:nvPicPr>
                    <p:blipFill>
                      <a:blip r:embed="rId3"/>
                      <a:srcRect/>
                      <a:stretch>
                        <a:fillRect/>
                      </a:stretch>
                    </p:blipFill>
                    <p:spPr bwMode="auto">
                      <a:xfrm>
                        <a:off x="2572184" y="2893969"/>
                        <a:ext cx="4314825" cy="642938"/>
                      </a:xfrm>
                      <a:prstGeom prst="rect">
                        <a:avLst/>
                      </a:prstGeom>
                      <a:solidFill>
                        <a:schemeClr va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0" name="Rectangle 4"/>
          <p:cNvSpPr>
            <a:spLocks noChangeArrowheads="1"/>
          </p:cNvSpPr>
          <p:nvPr/>
        </p:nvSpPr>
        <p:spPr bwMode="auto">
          <a:xfrm>
            <a:off x="766762" y="228600"/>
            <a:ext cx="327183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993300"/>
                </a:solidFill>
                <a:ea typeface="楷体_GB2312" pitchFamily="49" charset="-122"/>
              </a:rPr>
              <a:t>1.1</a:t>
            </a:r>
            <a:r>
              <a:rPr lang="zh-CN" altLang="en-US" sz="3200" b="1" dirty="0">
                <a:solidFill>
                  <a:srgbClr val="993300"/>
                </a:solidFill>
                <a:ea typeface="楷体_GB2312" pitchFamily="49" charset="-122"/>
              </a:rPr>
              <a:t> 离散时间信号</a:t>
            </a:r>
          </a:p>
        </p:txBody>
      </p:sp>
      <p:graphicFrame>
        <p:nvGraphicFramePr>
          <p:cNvPr id="14" name="Object 5"/>
          <p:cNvGraphicFramePr>
            <a:graphicFrameLocks noChangeAspect="1"/>
          </p:cNvGraphicFramePr>
          <p:nvPr>
            <p:extLst>
              <p:ext uri="{D42A27DB-BD31-4B8C-83A1-F6EECF244321}">
                <p14:modId xmlns:p14="http://schemas.microsoft.com/office/powerpoint/2010/main" val="248457754"/>
              </p:ext>
            </p:extLst>
          </p:nvPr>
        </p:nvGraphicFramePr>
        <p:xfrm>
          <a:off x="1600200" y="1676400"/>
          <a:ext cx="933450" cy="577850"/>
        </p:xfrm>
        <a:graphic>
          <a:graphicData uri="http://schemas.openxmlformats.org/presentationml/2006/ole">
            <mc:AlternateContent xmlns:mc="http://schemas.openxmlformats.org/markup-compatibility/2006">
              <mc:Choice xmlns:v="urn:schemas-microsoft-com:vml" Requires="v">
                <p:oleObj name="Equation" r:id="rId4" imgW="368280" imgH="228600" progId="Equation.DSMT4">
                  <p:embed/>
                </p:oleObj>
              </mc:Choice>
              <mc:Fallback>
                <p:oleObj name="Equation" r:id="rId4" imgW="368280" imgH="228600" progId="Equation.DSMT4">
                  <p:embed/>
                  <p:pic>
                    <p:nvPicPr>
                      <p:cNvPr id="6149" name="Object 5"/>
                      <p:cNvPicPr>
                        <a:picLocks noChangeAspect="1" noChangeArrowheads="1"/>
                      </p:cNvPicPr>
                      <p:nvPr/>
                    </p:nvPicPr>
                    <p:blipFill>
                      <a:blip r:embed="rId5"/>
                      <a:srcRect/>
                      <a:stretch>
                        <a:fillRect/>
                      </a:stretch>
                    </p:blipFill>
                    <p:spPr bwMode="auto">
                      <a:xfrm>
                        <a:off x="1600200" y="1676400"/>
                        <a:ext cx="933450" cy="577850"/>
                      </a:xfrm>
                      <a:prstGeom prst="rect">
                        <a:avLst/>
                      </a:prstGeom>
                      <a:noFill/>
                      <a:ln>
                        <a:noFill/>
                      </a:ln>
                      <a:effectLst/>
                    </p:spPr>
                  </p:pic>
                </p:oleObj>
              </mc:Fallback>
            </mc:AlternateContent>
          </a:graphicData>
        </a:graphic>
      </p:graphicFrame>
      <p:sp>
        <p:nvSpPr>
          <p:cNvPr id="5" name="矩形 4"/>
          <p:cNvSpPr/>
          <p:nvPr/>
        </p:nvSpPr>
        <p:spPr>
          <a:xfrm>
            <a:off x="5867400" y="3810000"/>
            <a:ext cx="2039218" cy="1074781"/>
          </a:xfrm>
          <a:prstGeom prst="rect">
            <a:avLst/>
          </a:prstGeom>
        </p:spPr>
        <p:txBody>
          <a:bodyPr wrap="square">
            <a:spAutoFit/>
          </a:bodyPr>
          <a:lstStyle/>
          <a:p>
            <a:pPr marL="0" lvl="0" indent="0">
              <a:lnSpc>
                <a:spcPct val="114000"/>
              </a:lnSpc>
              <a:buNone/>
            </a:pPr>
            <a:r>
              <a:rPr lang="zh-CN" altLang="en-US" b="1" dirty="0">
                <a:solidFill>
                  <a:srgbClr val="000000"/>
                </a:solidFill>
              </a:rPr>
              <a:t>采样周期</a:t>
            </a:r>
            <a:r>
              <a:rPr lang="en-US" altLang="zh-CN" b="1" dirty="0">
                <a:solidFill>
                  <a:srgbClr val="0000CC"/>
                </a:solidFill>
              </a:rPr>
              <a:t> </a:t>
            </a:r>
            <a:r>
              <a:rPr lang="zh-CN" altLang="en-US" b="1" dirty="0">
                <a:solidFill>
                  <a:srgbClr val="0000CC"/>
                </a:solidFill>
              </a:rPr>
              <a:t> </a:t>
            </a:r>
            <a:r>
              <a:rPr lang="en-US" altLang="zh-CN" b="1" i="1" dirty="0">
                <a:solidFill>
                  <a:srgbClr val="3333CC"/>
                </a:solidFill>
              </a:rPr>
              <a:t>T</a:t>
            </a:r>
            <a:r>
              <a:rPr lang="en-US" altLang="zh-CN" b="1" i="1" dirty="0"/>
              <a:t> </a:t>
            </a:r>
          </a:p>
          <a:p>
            <a:pPr marL="0" lvl="0" indent="0">
              <a:lnSpc>
                <a:spcPct val="114000"/>
              </a:lnSpc>
              <a:buNone/>
            </a:pPr>
            <a:r>
              <a:rPr lang="zh-CN" altLang="en-US" b="1" dirty="0">
                <a:solidFill>
                  <a:srgbClr val="000000"/>
                </a:solidFill>
              </a:rPr>
              <a:t>采样频率</a:t>
            </a:r>
          </a:p>
        </p:txBody>
      </p:sp>
      <p:sp>
        <p:nvSpPr>
          <p:cNvPr id="15" name="矩形 14"/>
          <p:cNvSpPr/>
          <p:nvPr/>
        </p:nvSpPr>
        <p:spPr>
          <a:xfrm>
            <a:off x="914400" y="2286000"/>
            <a:ext cx="4873450" cy="583558"/>
          </a:xfrm>
          <a:prstGeom prst="rect">
            <a:avLst/>
          </a:prstGeom>
        </p:spPr>
        <p:txBody>
          <a:bodyPr wrap="none">
            <a:spAutoFit/>
          </a:bodyPr>
          <a:lstStyle/>
          <a:p>
            <a:pPr marL="0" lvl="0" indent="0">
              <a:lnSpc>
                <a:spcPct val="114000"/>
              </a:lnSpc>
              <a:buNone/>
            </a:pPr>
            <a:r>
              <a:rPr lang="zh-CN" altLang="en-US" b="1" dirty="0">
                <a:solidFill>
                  <a:srgbClr val="000000"/>
                </a:solidFill>
              </a:rPr>
              <a:t>等时间间隔采样（均匀采样）</a:t>
            </a:r>
            <a:endParaRPr lang="zh-CN" altLang="en-US" sz="1600" dirty="0">
              <a:solidFill>
                <a:srgbClr val="000000"/>
              </a:solidFill>
            </a:endParaRPr>
          </a:p>
        </p:txBody>
      </p:sp>
      <p:graphicFrame>
        <p:nvGraphicFramePr>
          <p:cNvPr id="16" name="Object 9"/>
          <p:cNvGraphicFramePr>
            <a:graphicFrameLocks noChangeAspect="1"/>
          </p:cNvGraphicFramePr>
          <p:nvPr>
            <p:extLst>
              <p:ext uri="{D42A27DB-BD31-4B8C-83A1-F6EECF244321}">
                <p14:modId xmlns:p14="http://schemas.microsoft.com/office/powerpoint/2010/main" val="2672956589"/>
              </p:ext>
            </p:extLst>
          </p:nvPr>
        </p:nvGraphicFramePr>
        <p:xfrm>
          <a:off x="7442994" y="4381543"/>
          <a:ext cx="1339850" cy="503238"/>
        </p:xfrm>
        <a:graphic>
          <a:graphicData uri="http://schemas.openxmlformats.org/presentationml/2006/ole">
            <mc:AlternateContent xmlns:mc="http://schemas.openxmlformats.org/markup-compatibility/2006">
              <mc:Choice xmlns:v="urn:schemas-microsoft-com:vml" Requires="v">
                <p:oleObj name="Equation" r:id="rId6" imgW="609480" imgH="228600" progId="Equation.DSMT4">
                  <p:embed/>
                </p:oleObj>
              </mc:Choice>
              <mc:Fallback>
                <p:oleObj name="Equation" r:id="rId6" imgW="609480" imgH="228600" progId="Equation.DSMT4">
                  <p:embed/>
                  <p:pic>
                    <p:nvPicPr>
                      <p:cNvPr id="18" name="Object 9"/>
                      <p:cNvPicPr>
                        <a:picLocks noGrp="1" noChangeAspect="1" noChangeArrowheads="1"/>
                      </p:cNvPicPr>
                      <p:nvPr/>
                    </p:nvPicPr>
                    <p:blipFill>
                      <a:blip r:embed="rId7"/>
                      <a:srcRect/>
                      <a:stretch>
                        <a:fillRect/>
                      </a:stretch>
                    </p:blipFill>
                    <p:spPr bwMode="auto">
                      <a:xfrm>
                        <a:off x="7442994" y="4381543"/>
                        <a:ext cx="1339850" cy="50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7"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3020" y="3704237"/>
            <a:ext cx="4046666" cy="12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 name="图片 8"/>
          <p:cNvPicPr>
            <a:picLocks noChangeAspect="1"/>
          </p:cNvPicPr>
          <p:nvPr/>
        </p:nvPicPr>
        <p:blipFill>
          <a:blip r:embed="rId9"/>
          <a:stretch>
            <a:fillRect/>
          </a:stretch>
        </p:blipFill>
        <p:spPr>
          <a:xfrm>
            <a:off x="1295400" y="5029200"/>
            <a:ext cx="4057650" cy="1400175"/>
          </a:xfrm>
          <a:prstGeom prst="rect">
            <a:avLst/>
          </a:prstGeom>
        </p:spPr>
      </p:pic>
      <p:graphicFrame>
        <p:nvGraphicFramePr>
          <p:cNvPr id="23" name="对象 2"/>
          <p:cNvGraphicFramePr>
            <a:graphicFrameLocks noChangeAspect="1"/>
          </p:cNvGraphicFramePr>
          <p:nvPr>
            <p:extLst>
              <p:ext uri="{D42A27DB-BD31-4B8C-83A1-F6EECF244321}">
                <p14:modId xmlns:p14="http://schemas.microsoft.com/office/powerpoint/2010/main" val="2767488450"/>
              </p:ext>
            </p:extLst>
          </p:nvPr>
        </p:nvGraphicFramePr>
        <p:xfrm>
          <a:off x="4672012" y="4941816"/>
          <a:ext cx="616896" cy="365472"/>
        </p:xfrm>
        <a:graphic>
          <a:graphicData uri="http://schemas.openxmlformats.org/presentationml/2006/ole">
            <mc:AlternateContent xmlns:mc="http://schemas.openxmlformats.org/markup-compatibility/2006">
              <mc:Choice xmlns:v="urn:schemas-microsoft-com:vml" Requires="v">
                <p:oleObj name="Equation" r:id="rId10" imgW="342720" imgH="203040" progId="Equation.DSMT4">
                  <p:embed/>
                </p:oleObj>
              </mc:Choice>
              <mc:Fallback>
                <p:oleObj name="Equation" r:id="rId10" imgW="342720" imgH="203040" progId="Equation.DSMT4">
                  <p:embed/>
                  <p:pic>
                    <p:nvPicPr>
                      <p:cNvPr id="6151" name="对象 2"/>
                      <p:cNvPicPr>
                        <a:picLocks noChangeAspect="1" noChangeArrowheads="1"/>
                      </p:cNvPicPr>
                      <p:nvPr/>
                    </p:nvPicPr>
                    <p:blipFill>
                      <a:blip r:embed="rId11"/>
                      <a:srcRect/>
                      <a:stretch>
                        <a:fillRect/>
                      </a:stretch>
                    </p:blipFill>
                    <p:spPr bwMode="auto">
                      <a:xfrm>
                        <a:off x="4672012" y="4941816"/>
                        <a:ext cx="616896" cy="365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
          <p:cNvGraphicFramePr>
            <a:graphicFrameLocks noChangeAspect="1"/>
          </p:cNvGraphicFramePr>
          <p:nvPr>
            <p:extLst>
              <p:ext uri="{D42A27DB-BD31-4B8C-83A1-F6EECF244321}">
                <p14:modId xmlns:p14="http://schemas.microsoft.com/office/powerpoint/2010/main" val="3628636644"/>
              </p:ext>
            </p:extLst>
          </p:nvPr>
        </p:nvGraphicFramePr>
        <p:xfrm>
          <a:off x="1665288" y="4877040"/>
          <a:ext cx="628560" cy="304560"/>
        </p:xfrm>
        <a:graphic>
          <a:graphicData uri="http://schemas.openxmlformats.org/presentationml/2006/ole">
            <mc:AlternateContent xmlns:mc="http://schemas.openxmlformats.org/markup-compatibility/2006">
              <mc:Choice xmlns:v="urn:schemas-microsoft-com:vml" Requires="v">
                <p:oleObj name="Equation" r:id="rId12" imgW="419040" imgH="203040" progId="Equation.DSMT4">
                  <p:embed/>
                </p:oleObj>
              </mc:Choice>
              <mc:Fallback>
                <p:oleObj name="Equation" r:id="rId12" imgW="419040" imgH="203040" progId="Equation.DSMT4">
                  <p:embed/>
                  <p:pic>
                    <p:nvPicPr>
                      <p:cNvPr id="23" name="对象 2"/>
                      <p:cNvPicPr>
                        <a:picLocks noChangeAspect="1" noChangeArrowheads="1"/>
                      </p:cNvPicPr>
                      <p:nvPr/>
                    </p:nvPicPr>
                    <p:blipFill>
                      <a:blip r:embed="rId13"/>
                      <a:srcRect/>
                      <a:stretch>
                        <a:fillRect/>
                      </a:stretch>
                    </p:blipFill>
                    <p:spPr bwMode="auto">
                      <a:xfrm>
                        <a:off x="1665288" y="4877040"/>
                        <a:ext cx="628560" cy="30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对象 2"/>
          <p:cNvGraphicFramePr>
            <a:graphicFrameLocks noChangeAspect="1"/>
          </p:cNvGraphicFramePr>
          <p:nvPr>
            <p:extLst>
              <p:ext uri="{D42A27DB-BD31-4B8C-83A1-F6EECF244321}">
                <p14:modId xmlns:p14="http://schemas.microsoft.com/office/powerpoint/2010/main" val="3640183437"/>
              </p:ext>
            </p:extLst>
          </p:nvPr>
        </p:nvGraphicFramePr>
        <p:xfrm>
          <a:off x="2762250" y="6169025"/>
          <a:ext cx="495300" cy="304800"/>
        </p:xfrm>
        <a:graphic>
          <a:graphicData uri="http://schemas.openxmlformats.org/presentationml/2006/ole">
            <mc:AlternateContent xmlns:mc="http://schemas.openxmlformats.org/markup-compatibility/2006">
              <mc:Choice xmlns:v="urn:schemas-microsoft-com:vml" Requires="v">
                <p:oleObj name="Equation" r:id="rId14" imgW="330120" imgH="203040" progId="Equation.DSMT4">
                  <p:embed/>
                </p:oleObj>
              </mc:Choice>
              <mc:Fallback>
                <p:oleObj name="Equation" r:id="rId14" imgW="330120" imgH="203040" progId="Equation.DSMT4">
                  <p:embed/>
                  <p:pic>
                    <p:nvPicPr>
                      <p:cNvPr id="24" name="对象 2"/>
                      <p:cNvPicPr>
                        <a:picLocks noChangeAspect="1" noChangeArrowheads="1"/>
                      </p:cNvPicPr>
                      <p:nvPr/>
                    </p:nvPicPr>
                    <p:blipFill>
                      <a:blip r:embed="rId15"/>
                      <a:srcRect/>
                      <a:stretch>
                        <a:fillRect/>
                      </a:stretch>
                    </p:blipFill>
                    <p:spPr bwMode="auto">
                      <a:xfrm>
                        <a:off x="2762250" y="6169025"/>
                        <a:ext cx="4953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83232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
        <p:nvSpPr>
          <p:cNvPr id="7172" name="Rectangle 3"/>
          <p:cNvSpPr>
            <a:spLocks noGrp="1" noChangeArrowheads="1"/>
          </p:cNvSpPr>
          <p:nvPr>
            <p:ph type="body" sz="half" idx="4294967295"/>
          </p:nvPr>
        </p:nvSpPr>
        <p:spPr>
          <a:xfrm>
            <a:off x="684213" y="1268413"/>
            <a:ext cx="7415212" cy="931862"/>
          </a:xfrm>
          <a:prstGeom prst="rect">
            <a:avLst/>
          </a:prstGeom>
        </p:spPr>
        <p:txBody>
          <a:bodyPr/>
          <a:lstStyle/>
          <a:p>
            <a:pPr>
              <a:buNone/>
            </a:pPr>
            <a:r>
              <a:rPr lang="en-US" altLang="zh-CN" sz="2800" b="1" dirty="0">
                <a:latin typeface="+mj-lt"/>
              </a:rPr>
              <a:t>(1) </a:t>
            </a:r>
            <a:r>
              <a:rPr lang="zh-CN" altLang="en-US" sz="2800" b="1" dirty="0">
                <a:latin typeface="+mj-lt"/>
              </a:rPr>
              <a:t>单位脉冲序列 </a:t>
            </a:r>
            <a:r>
              <a:rPr lang="en-US" altLang="zh-CN" sz="2800" b="1" dirty="0">
                <a:latin typeface="+mj-lt"/>
              </a:rPr>
              <a:t>(unit impulse sequence)</a:t>
            </a:r>
            <a:endParaRPr lang="zh-CN" altLang="en-US" sz="2800" b="1" dirty="0">
              <a:latin typeface="+mj-lt"/>
            </a:endParaRPr>
          </a:p>
          <a:p>
            <a:pPr eaLnBrk="1" hangingPunct="1"/>
            <a:endParaRPr lang="zh-CN" altLang="en-US" sz="2800" dirty="0"/>
          </a:p>
          <a:p>
            <a:pPr eaLnBrk="1" hangingPunct="1"/>
            <a:endParaRPr lang="en-US" altLang="zh-CN" sz="2800" dirty="0"/>
          </a:p>
        </p:txBody>
      </p:sp>
      <p:graphicFrame>
        <p:nvGraphicFramePr>
          <p:cNvPr id="7173" name="Object 4"/>
          <p:cNvGraphicFramePr>
            <a:graphicFrameLocks noChangeAspect="1"/>
          </p:cNvGraphicFramePr>
          <p:nvPr>
            <p:extLst>
              <p:ext uri="{D42A27DB-BD31-4B8C-83A1-F6EECF244321}">
                <p14:modId xmlns:p14="http://schemas.microsoft.com/office/powerpoint/2010/main" val="2227162335"/>
              </p:ext>
            </p:extLst>
          </p:nvPr>
        </p:nvGraphicFramePr>
        <p:xfrm>
          <a:off x="2252663" y="1905000"/>
          <a:ext cx="4279900" cy="1312863"/>
        </p:xfrm>
        <a:graphic>
          <a:graphicData uri="http://schemas.openxmlformats.org/presentationml/2006/ole">
            <mc:AlternateContent xmlns:mc="http://schemas.openxmlformats.org/markup-compatibility/2006">
              <mc:Choice xmlns:v="urn:schemas-microsoft-com:vml" Requires="v">
                <p:oleObj name="Equation" r:id="rId2" imgW="1574640" imgH="457200" progId="Equation.DSMT4">
                  <p:embed/>
                </p:oleObj>
              </mc:Choice>
              <mc:Fallback>
                <p:oleObj name="Equation" r:id="rId2" imgW="1574640" imgH="457200" progId="Equation.DSMT4">
                  <p:embed/>
                  <p:pic>
                    <p:nvPicPr>
                      <p:cNvPr id="7173" name="Object 4"/>
                      <p:cNvPicPr>
                        <a:picLocks noChangeAspect="1" noChangeArrowheads="1"/>
                      </p:cNvPicPr>
                      <p:nvPr/>
                    </p:nvPicPr>
                    <p:blipFill>
                      <a:blip r:embed="rId3"/>
                      <a:srcRect/>
                      <a:stretch>
                        <a:fillRect/>
                      </a:stretch>
                    </p:blipFill>
                    <p:spPr bwMode="auto">
                      <a:xfrm>
                        <a:off x="2252663" y="1905000"/>
                        <a:ext cx="4279900" cy="131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AutoShape 50"/>
          <p:cNvSpPr>
            <a:spLocks noChangeArrowheads="1"/>
          </p:cNvSpPr>
          <p:nvPr/>
        </p:nvSpPr>
        <p:spPr bwMode="auto">
          <a:xfrm>
            <a:off x="4876800" y="3352800"/>
            <a:ext cx="2286000" cy="1143000"/>
          </a:xfrm>
          <a:prstGeom prst="wedgeEllipseCallout">
            <a:avLst>
              <a:gd name="adj1" fmla="val -60384"/>
              <a:gd name="adj2" fmla="val 2231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t>注意和</a:t>
            </a:r>
            <a:r>
              <a:rPr lang="en-US" altLang="zh-CN" b="1" i="1" dirty="0">
                <a:cs typeface="Times New Roman" panose="02020603050405020304" pitchFamily="18" charset="0"/>
              </a:rPr>
              <a:t>δ</a:t>
            </a:r>
            <a:r>
              <a:rPr lang="en-US" altLang="zh-CN" b="1" dirty="0"/>
              <a:t>(</a:t>
            </a:r>
            <a:r>
              <a:rPr lang="en-US" altLang="zh-CN" b="1" i="1" dirty="0"/>
              <a:t>t</a:t>
            </a:r>
            <a:r>
              <a:rPr lang="en-US" altLang="zh-CN" b="1" dirty="0"/>
              <a:t>)</a:t>
            </a:r>
            <a:r>
              <a:rPr lang="zh-CN" altLang="en-US" b="1" dirty="0"/>
              <a:t>的区别？</a:t>
            </a:r>
          </a:p>
        </p:txBody>
      </p:sp>
      <p:pic>
        <p:nvPicPr>
          <p:cNvPr id="4" name="图片 3"/>
          <p:cNvPicPr>
            <a:picLocks noChangeAspect="1"/>
          </p:cNvPicPr>
          <p:nvPr/>
        </p:nvPicPr>
        <p:blipFill>
          <a:blip r:embed="rId4"/>
          <a:stretch>
            <a:fillRect/>
          </a:stretch>
        </p:blipFill>
        <p:spPr>
          <a:xfrm>
            <a:off x="1828800" y="3771900"/>
            <a:ext cx="4552950" cy="2857500"/>
          </a:xfrm>
          <a:prstGeom prst="rect">
            <a:avLst/>
          </a:prstGeom>
        </p:spPr>
      </p:pic>
    </p:spTree>
    <p:extLst>
      <p:ext uri="{BB962C8B-B14F-4D97-AF65-F5344CB8AC3E}">
        <p14:creationId xmlns:p14="http://schemas.microsoft.com/office/powerpoint/2010/main" val="30793901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563563" y="1196975"/>
            <a:ext cx="6535737"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anchor="ct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342900" indent="-342900" eaLnBrk="1" hangingPunct="1">
              <a:spcBef>
                <a:spcPct val="20000"/>
              </a:spcBef>
              <a:defRPr/>
            </a:pPr>
            <a:r>
              <a:rPr lang="en-US" altLang="zh-CN" sz="2800" b="1" i="0" dirty="0">
                <a:solidFill>
                  <a:srgbClr val="000000"/>
                </a:solidFill>
                <a:cs typeface="+mn-cs"/>
              </a:rPr>
              <a:t>(2) </a:t>
            </a:r>
            <a:r>
              <a:rPr lang="zh-CN" altLang="en-US" sz="2800" b="1" i="0" dirty="0">
                <a:solidFill>
                  <a:schemeClr val="tx1"/>
                </a:solidFill>
                <a:ea typeface="+mn-ea"/>
                <a:cs typeface="+mn-cs"/>
              </a:rPr>
              <a:t>单位阶跃序列 </a:t>
            </a:r>
            <a:r>
              <a:rPr lang="en-US" altLang="zh-CN" sz="2800" b="1" i="0" dirty="0">
                <a:solidFill>
                  <a:schemeClr val="tx1"/>
                </a:solidFill>
                <a:ea typeface="+mn-ea"/>
                <a:cs typeface="+mn-cs"/>
              </a:rPr>
              <a:t>(unit step sequence)</a:t>
            </a:r>
            <a:endParaRPr lang="zh-CN" altLang="en-US" sz="2800" b="1" i="0" dirty="0">
              <a:solidFill>
                <a:schemeClr val="tx1"/>
              </a:solidFill>
              <a:ea typeface="+mn-ea"/>
              <a:cs typeface="+mn-cs"/>
            </a:endParaRPr>
          </a:p>
        </p:txBody>
      </p:sp>
      <p:graphicFrame>
        <p:nvGraphicFramePr>
          <p:cNvPr id="8196" name="Object 4"/>
          <p:cNvGraphicFramePr>
            <a:graphicFrameLocks noGrp="1" noChangeAspect="1"/>
          </p:cNvGraphicFramePr>
          <p:nvPr>
            <p:ph type="body" idx="4294967295"/>
            <p:extLst>
              <p:ext uri="{D42A27DB-BD31-4B8C-83A1-F6EECF244321}">
                <p14:modId xmlns:p14="http://schemas.microsoft.com/office/powerpoint/2010/main" val="1045544293"/>
              </p:ext>
            </p:extLst>
          </p:nvPr>
        </p:nvGraphicFramePr>
        <p:xfrm>
          <a:off x="2286000" y="2000250"/>
          <a:ext cx="4044950" cy="1184275"/>
        </p:xfrm>
        <a:graphic>
          <a:graphicData uri="http://schemas.openxmlformats.org/presentationml/2006/ole">
            <mc:AlternateContent xmlns:mc="http://schemas.openxmlformats.org/markup-compatibility/2006">
              <mc:Choice xmlns:v="urn:schemas-microsoft-com:vml" Requires="v">
                <p:oleObj name="Equation" r:id="rId2" imgW="1562040" imgH="457200" progId="Equation.DSMT4">
                  <p:embed/>
                </p:oleObj>
              </mc:Choice>
              <mc:Fallback>
                <p:oleObj name="Equation" r:id="rId2" imgW="1562040" imgH="457200" progId="Equation.DSMT4">
                  <p:embed/>
                  <p:pic>
                    <p:nvPicPr>
                      <p:cNvPr id="8196" name="Object 4"/>
                      <p:cNvPicPr>
                        <a:picLocks noGrp="1" noChangeAspect="1" noChangeArrowheads="1"/>
                      </p:cNvPicPr>
                      <p:nvPr/>
                    </p:nvPicPr>
                    <p:blipFill>
                      <a:blip r:embed="rId3"/>
                      <a:srcRect/>
                      <a:stretch>
                        <a:fillRect/>
                      </a:stretch>
                    </p:blipFill>
                    <p:spPr bwMode="auto">
                      <a:xfrm>
                        <a:off x="2286000" y="2000250"/>
                        <a:ext cx="4044950" cy="1184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7" name="图片 6"/>
          <p:cNvPicPr>
            <a:picLocks noChangeAspect="1"/>
          </p:cNvPicPr>
          <p:nvPr/>
        </p:nvPicPr>
        <p:blipFill>
          <a:blip r:embed="rId4"/>
          <a:stretch>
            <a:fillRect/>
          </a:stretch>
        </p:blipFill>
        <p:spPr>
          <a:xfrm>
            <a:off x="1752600" y="3429000"/>
            <a:ext cx="4933950" cy="2876550"/>
          </a:xfrm>
          <a:prstGeom prst="rect">
            <a:avLst/>
          </a:prstGeom>
        </p:spPr>
      </p:pic>
      <p:sp>
        <p:nvSpPr>
          <p:cNvPr id="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1715103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6"/>
          <p:cNvSpPr txBox="1">
            <a:spLocks noChangeArrowheads="1"/>
          </p:cNvSpPr>
          <p:nvPr/>
        </p:nvSpPr>
        <p:spPr bwMode="auto">
          <a:xfrm>
            <a:off x="684213" y="1187450"/>
            <a:ext cx="5637212"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anchor="ct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342900" indent="-342900" eaLnBrk="1" hangingPunct="1">
              <a:spcBef>
                <a:spcPct val="20000"/>
              </a:spcBef>
              <a:defRPr/>
            </a:pPr>
            <a:r>
              <a:rPr lang="en-US" altLang="zh-CN" sz="2800" b="1" i="0" dirty="0">
                <a:solidFill>
                  <a:srgbClr val="000000"/>
                </a:solidFill>
              </a:rPr>
              <a:t>(3) </a:t>
            </a:r>
            <a:r>
              <a:rPr lang="zh-CN" altLang="en-US" sz="2800" b="1" i="0" dirty="0">
                <a:solidFill>
                  <a:schemeClr val="tx1"/>
                </a:solidFill>
                <a:latin typeface="+mn-lt"/>
                <a:ea typeface="+mn-ea"/>
                <a:cs typeface="+mn-cs"/>
              </a:rPr>
              <a:t>矩形序列 </a:t>
            </a:r>
            <a:r>
              <a:rPr lang="en-US" altLang="zh-CN" sz="2800" b="1" i="0" dirty="0">
                <a:solidFill>
                  <a:schemeClr val="tx1"/>
                </a:solidFill>
              </a:rPr>
              <a:t>(rectangular sequence)</a:t>
            </a:r>
            <a:endParaRPr lang="zh-CN" altLang="en-US" sz="2800" b="1" i="0" dirty="0">
              <a:solidFill>
                <a:schemeClr val="tx1"/>
              </a:solidFill>
            </a:endParaRPr>
          </a:p>
        </p:txBody>
      </p:sp>
      <p:graphicFrame>
        <p:nvGraphicFramePr>
          <p:cNvPr id="9220" name="Object 1028"/>
          <p:cNvGraphicFramePr>
            <a:graphicFrameLocks noGrp="1" noChangeAspect="1"/>
          </p:cNvGraphicFramePr>
          <p:nvPr>
            <p:ph type="body" idx="4294967295"/>
            <p:extLst>
              <p:ext uri="{D42A27DB-BD31-4B8C-83A1-F6EECF244321}">
                <p14:modId xmlns:p14="http://schemas.microsoft.com/office/powerpoint/2010/main" val="2157877393"/>
              </p:ext>
            </p:extLst>
          </p:nvPr>
        </p:nvGraphicFramePr>
        <p:xfrm>
          <a:off x="2063750" y="2154238"/>
          <a:ext cx="4710113" cy="992187"/>
        </p:xfrm>
        <a:graphic>
          <a:graphicData uri="http://schemas.openxmlformats.org/presentationml/2006/ole">
            <mc:AlternateContent xmlns:mc="http://schemas.openxmlformats.org/markup-compatibility/2006">
              <mc:Choice xmlns:v="urn:schemas-microsoft-com:vml" Requires="v">
                <p:oleObj name="Equation" r:id="rId2" imgW="2171520" imgH="457200" progId="Equation.DSMT4">
                  <p:embed/>
                </p:oleObj>
              </mc:Choice>
              <mc:Fallback>
                <p:oleObj name="Equation" r:id="rId2" imgW="2171520" imgH="457200" progId="Equation.DSMT4">
                  <p:embed/>
                  <p:pic>
                    <p:nvPicPr>
                      <p:cNvPr id="9220" name="Object 1028"/>
                      <p:cNvPicPr>
                        <a:picLocks noGrp="1" noChangeAspect="1" noChangeArrowheads="1"/>
                      </p:cNvPicPr>
                      <p:nvPr/>
                    </p:nvPicPr>
                    <p:blipFill>
                      <a:blip r:embed="rId3"/>
                      <a:srcRect/>
                      <a:stretch>
                        <a:fillRect/>
                      </a:stretch>
                    </p:blipFill>
                    <p:spPr bwMode="auto">
                      <a:xfrm>
                        <a:off x="2063750" y="2154238"/>
                        <a:ext cx="4710113" cy="992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4"/>
          <a:stretch>
            <a:fillRect/>
          </a:stretch>
        </p:blipFill>
        <p:spPr>
          <a:xfrm>
            <a:off x="1574800" y="3505200"/>
            <a:ext cx="5238750" cy="2876550"/>
          </a:xfrm>
          <a:prstGeom prst="rect">
            <a:avLst/>
          </a:prstGeom>
        </p:spPr>
      </p:pic>
      <p:sp>
        <p:nvSpPr>
          <p:cNvPr id="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168865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3"/>
          <p:cNvSpPr txBox="1">
            <a:spLocks noRot="1" noChangeArrowheads="1"/>
          </p:cNvSpPr>
          <p:nvPr/>
        </p:nvSpPr>
        <p:spPr bwMode="auto">
          <a:xfrm>
            <a:off x="684213" y="1052513"/>
            <a:ext cx="8229600" cy="93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anchor="ct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342900" indent="-342900" eaLnBrk="1" hangingPunct="1">
              <a:spcBef>
                <a:spcPct val="20000"/>
              </a:spcBef>
              <a:defRPr/>
            </a:pPr>
            <a:r>
              <a:rPr lang="en-US" altLang="zh-CN" sz="2800" b="1" i="0" dirty="0">
                <a:solidFill>
                  <a:srgbClr val="000000"/>
                </a:solidFill>
              </a:rPr>
              <a:t>(4) </a:t>
            </a:r>
            <a:r>
              <a:rPr lang="zh-CN" altLang="en-US" sz="2800" b="1" i="0" dirty="0">
                <a:solidFill>
                  <a:schemeClr val="tx1"/>
                </a:solidFill>
                <a:latin typeface="+mn-lt"/>
                <a:ea typeface="+mn-ea"/>
                <a:cs typeface="+mn-cs"/>
              </a:rPr>
              <a:t>实指数序列 </a:t>
            </a:r>
            <a:r>
              <a:rPr lang="en-US" altLang="zh-CN" sz="2800" b="1" i="0" dirty="0">
                <a:solidFill>
                  <a:schemeClr val="tx1"/>
                </a:solidFill>
              </a:rPr>
              <a:t>(real exponential sequence)</a:t>
            </a:r>
            <a:endParaRPr lang="zh-CN" altLang="en-US" sz="2800" b="1" i="0" dirty="0">
              <a:solidFill>
                <a:schemeClr val="tx1"/>
              </a:solidFill>
            </a:endParaRPr>
          </a:p>
        </p:txBody>
      </p:sp>
      <p:graphicFrame>
        <p:nvGraphicFramePr>
          <p:cNvPr id="10245" name="对象 1"/>
          <p:cNvGraphicFramePr>
            <a:graphicFrameLocks noChangeAspect="1"/>
          </p:cNvGraphicFramePr>
          <p:nvPr>
            <p:extLst>
              <p:ext uri="{D42A27DB-BD31-4B8C-83A1-F6EECF244321}">
                <p14:modId xmlns:p14="http://schemas.microsoft.com/office/powerpoint/2010/main" val="1539211954"/>
              </p:ext>
            </p:extLst>
          </p:nvPr>
        </p:nvGraphicFramePr>
        <p:xfrm>
          <a:off x="2787650" y="1836420"/>
          <a:ext cx="2103120" cy="525780"/>
        </p:xfrm>
        <a:graphic>
          <a:graphicData uri="http://schemas.openxmlformats.org/presentationml/2006/ole">
            <mc:AlternateContent xmlns:mc="http://schemas.openxmlformats.org/markup-compatibility/2006">
              <mc:Choice xmlns:v="urn:schemas-microsoft-com:vml" Requires="v">
                <p:oleObj name="Equation" r:id="rId2" imgW="914400" imgH="228600" progId="Equation.DSMT4">
                  <p:embed/>
                </p:oleObj>
              </mc:Choice>
              <mc:Fallback>
                <p:oleObj name="Equation" r:id="rId2" imgW="914400" imgH="228600" progId="Equation.DSMT4">
                  <p:embed/>
                  <p:pic>
                    <p:nvPicPr>
                      <p:cNvPr id="10245" name="对象 1"/>
                      <p:cNvPicPr>
                        <a:picLocks noChangeAspect="1" noChangeArrowheads="1"/>
                      </p:cNvPicPr>
                      <p:nvPr/>
                    </p:nvPicPr>
                    <p:blipFill>
                      <a:blip r:embed="rId3"/>
                      <a:srcRect/>
                      <a:stretch>
                        <a:fillRect/>
                      </a:stretch>
                    </p:blipFill>
                    <p:spPr bwMode="auto">
                      <a:xfrm>
                        <a:off x="2787650" y="1836420"/>
                        <a:ext cx="2103120"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6" name="对象 2"/>
          <p:cNvGraphicFramePr>
            <a:graphicFrameLocks noChangeAspect="1"/>
          </p:cNvGraphicFramePr>
          <p:nvPr>
            <p:extLst>
              <p:ext uri="{D42A27DB-BD31-4B8C-83A1-F6EECF244321}">
                <p14:modId xmlns:p14="http://schemas.microsoft.com/office/powerpoint/2010/main" val="2441190029"/>
              </p:ext>
            </p:extLst>
          </p:nvPr>
        </p:nvGraphicFramePr>
        <p:xfrm>
          <a:off x="4367327" y="3223047"/>
          <a:ext cx="835025" cy="539750"/>
        </p:xfrm>
        <a:graphic>
          <a:graphicData uri="http://schemas.openxmlformats.org/presentationml/2006/ole">
            <mc:AlternateContent xmlns:mc="http://schemas.openxmlformats.org/markup-compatibility/2006">
              <mc:Choice xmlns:v="urn:schemas-microsoft-com:vml" Requires="v">
                <p:oleObj name="Equation" r:id="rId4" imgW="393480" imgH="253800" progId="Equation.DSMT4">
                  <p:embed/>
                </p:oleObj>
              </mc:Choice>
              <mc:Fallback>
                <p:oleObj name="Equation" r:id="rId4" imgW="393480" imgH="253800" progId="Equation.DSMT4">
                  <p:embed/>
                  <p:pic>
                    <p:nvPicPr>
                      <p:cNvPr id="10246" name="对象 2"/>
                      <p:cNvPicPr>
                        <a:picLocks noChangeAspect="1" noChangeArrowheads="1"/>
                      </p:cNvPicPr>
                      <p:nvPr/>
                    </p:nvPicPr>
                    <p:blipFill>
                      <a:blip r:embed="rId5"/>
                      <a:srcRect/>
                      <a:stretch>
                        <a:fillRect/>
                      </a:stretch>
                    </p:blipFill>
                    <p:spPr bwMode="auto">
                      <a:xfrm>
                        <a:off x="4367327" y="3223047"/>
                        <a:ext cx="8350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7" name="对象 3"/>
          <p:cNvGraphicFramePr>
            <a:graphicFrameLocks noChangeAspect="1"/>
          </p:cNvGraphicFramePr>
          <p:nvPr>
            <p:extLst>
              <p:ext uri="{D42A27DB-BD31-4B8C-83A1-F6EECF244321}">
                <p14:modId xmlns:p14="http://schemas.microsoft.com/office/powerpoint/2010/main" val="2929821055"/>
              </p:ext>
            </p:extLst>
          </p:nvPr>
        </p:nvGraphicFramePr>
        <p:xfrm>
          <a:off x="1143000" y="3223047"/>
          <a:ext cx="835025" cy="539750"/>
        </p:xfrm>
        <a:graphic>
          <a:graphicData uri="http://schemas.openxmlformats.org/presentationml/2006/ole">
            <mc:AlternateContent xmlns:mc="http://schemas.openxmlformats.org/markup-compatibility/2006">
              <mc:Choice xmlns:v="urn:schemas-microsoft-com:vml" Requires="v">
                <p:oleObj name="Equation" r:id="rId6" imgW="393480" imgH="253800" progId="Equation.DSMT4">
                  <p:embed/>
                </p:oleObj>
              </mc:Choice>
              <mc:Fallback>
                <p:oleObj name="Equation" r:id="rId6" imgW="393480" imgH="253800" progId="Equation.DSMT4">
                  <p:embed/>
                  <p:pic>
                    <p:nvPicPr>
                      <p:cNvPr id="10247" name="对象 3"/>
                      <p:cNvPicPr>
                        <a:picLocks noChangeAspect="1" noChangeArrowheads="1"/>
                      </p:cNvPicPr>
                      <p:nvPr/>
                    </p:nvPicPr>
                    <p:blipFill>
                      <a:blip r:embed="rId7"/>
                      <a:srcRect/>
                      <a:stretch>
                        <a:fillRect/>
                      </a:stretch>
                    </p:blipFill>
                    <p:spPr bwMode="auto">
                      <a:xfrm>
                        <a:off x="1143000" y="3223047"/>
                        <a:ext cx="8350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5134392" y="3223047"/>
            <a:ext cx="2890535" cy="523220"/>
          </a:xfrm>
          <a:prstGeom prst="rect">
            <a:avLst/>
          </a:prstGeom>
        </p:spPr>
        <p:txBody>
          <a:bodyPr wrap="none">
            <a:spAutoFit/>
          </a:bodyPr>
          <a:lstStyle/>
          <a:p>
            <a:r>
              <a:rPr lang="zh-CN" altLang="en-US" b="1" dirty="0">
                <a:latin typeface="+mn-ea"/>
              </a:rPr>
              <a:t>时，序列发散。 </a:t>
            </a:r>
            <a:endParaRPr lang="zh-CN" altLang="en-US" dirty="0"/>
          </a:p>
        </p:txBody>
      </p:sp>
      <p:sp>
        <p:nvSpPr>
          <p:cNvPr id="3" name="矩形 2"/>
          <p:cNvSpPr/>
          <p:nvPr/>
        </p:nvSpPr>
        <p:spPr>
          <a:xfrm>
            <a:off x="1869946" y="3185602"/>
            <a:ext cx="2529860" cy="523220"/>
          </a:xfrm>
          <a:prstGeom prst="rect">
            <a:avLst/>
          </a:prstGeom>
        </p:spPr>
        <p:txBody>
          <a:bodyPr wrap="none">
            <a:spAutoFit/>
          </a:bodyPr>
          <a:lstStyle/>
          <a:p>
            <a:pPr eaLnBrk="1" hangingPunct="1">
              <a:buFontTx/>
              <a:buNone/>
            </a:pPr>
            <a:r>
              <a:rPr lang="zh-CN" altLang="en-US" b="1" dirty="0">
                <a:latin typeface="+mn-ea"/>
              </a:rPr>
              <a:t>时</a:t>
            </a:r>
            <a:r>
              <a:rPr lang="en-US" altLang="zh-CN" b="1" dirty="0">
                <a:latin typeface="+mn-ea"/>
              </a:rPr>
              <a:t>,</a:t>
            </a:r>
            <a:r>
              <a:rPr lang="zh-CN" altLang="en-US" b="1" dirty="0">
                <a:latin typeface="+mn-ea"/>
              </a:rPr>
              <a:t>序列收敛；</a:t>
            </a:r>
            <a:endParaRPr lang="en-US" altLang="zh-CN" b="1" dirty="0">
              <a:latin typeface="+mn-ea"/>
            </a:endParaRPr>
          </a:p>
        </p:txBody>
      </p:sp>
      <p:sp>
        <p:nvSpPr>
          <p:cNvPr id="4" name="矩形 3"/>
          <p:cNvSpPr/>
          <p:nvPr/>
        </p:nvSpPr>
        <p:spPr>
          <a:xfrm>
            <a:off x="1145052" y="2667000"/>
            <a:ext cx="3285195" cy="480131"/>
          </a:xfrm>
          <a:prstGeom prst="rect">
            <a:avLst/>
          </a:prstGeom>
        </p:spPr>
        <p:txBody>
          <a:bodyPr wrap="none">
            <a:spAutoFit/>
          </a:bodyPr>
          <a:lstStyle/>
          <a:p>
            <a:pPr marL="281305" indent="-244475" defTabSz="2281555" eaLnBrk="1" hangingPunct="1">
              <a:lnSpc>
                <a:spcPct val="90000"/>
              </a:lnSpc>
              <a:defRPr/>
            </a:pPr>
            <a:r>
              <a:rPr lang="en-US" altLang="zh-CN" b="1" i="1" dirty="0">
                <a:effectLst>
                  <a:outerShdw blurRad="38100" dist="38100" dir="2700000" algn="tl">
                    <a:srgbClr val="FFFFFF"/>
                  </a:outerShdw>
                </a:effectLst>
                <a:latin typeface="+mj-lt"/>
                <a:ea typeface="+mn-ea"/>
              </a:rPr>
              <a:t>a</a:t>
            </a:r>
            <a:r>
              <a:rPr lang="zh-CN" altLang="en-US" b="1" dirty="0">
                <a:effectLst>
                  <a:outerShdw blurRad="38100" dist="38100" dir="2700000" algn="tl">
                    <a:srgbClr val="FFFFFF"/>
                  </a:outerShdw>
                </a:effectLst>
                <a:latin typeface="+mj-lt"/>
                <a:ea typeface="+mn-ea"/>
              </a:rPr>
              <a:t>为不等于零的实数</a:t>
            </a:r>
          </a:p>
        </p:txBody>
      </p:sp>
      <p:pic>
        <p:nvPicPr>
          <p:cNvPr id="5" name="图片 4"/>
          <p:cNvPicPr>
            <a:picLocks noChangeAspect="1"/>
          </p:cNvPicPr>
          <p:nvPr/>
        </p:nvPicPr>
        <p:blipFill>
          <a:blip r:embed="rId8"/>
          <a:stretch>
            <a:fillRect/>
          </a:stretch>
        </p:blipFill>
        <p:spPr>
          <a:xfrm>
            <a:off x="1727200" y="3810000"/>
            <a:ext cx="4933950" cy="2933700"/>
          </a:xfrm>
          <a:prstGeom prst="rect">
            <a:avLst/>
          </a:prstGeom>
        </p:spPr>
      </p:pic>
      <p:sp>
        <p:nvSpPr>
          <p:cNvPr id="11"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854701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11188" y="105251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anchor="ct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342900" indent="-342900" eaLnBrk="1" hangingPunct="1">
              <a:spcBef>
                <a:spcPct val="20000"/>
              </a:spcBef>
              <a:defRPr/>
            </a:pPr>
            <a:r>
              <a:rPr lang="en-US" altLang="zh-CN" sz="2800" b="1" i="0" dirty="0">
                <a:solidFill>
                  <a:srgbClr val="000000"/>
                </a:solidFill>
              </a:rPr>
              <a:t>(5) </a:t>
            </a:r>
            <a:r>
              <a:rPr lang="zh-CN" altLang="en-US" sz="2800" b="1" i="0" dirty="0">
                <a:solidFill>
                  <a:schemeClr val="tx1"/>
                </a:solidFill>
                <a:latin typeface="+mn-lt"/>
                <a:ea typeface="+mn-ea"/>
                <a:cs typeface="+mn-cs"/>
              </a:rPr>
              <a:t>正弦序列 </a:t>
            </a:r>
            <a:r>
              <a:rPr lang="en-US" altLang="zh-CN" sz="2800" b="1" i="0" dirty="0">
                <a:solidFill>
                  <a:schemeClr val="tx1"/>
                </a:solidFill>
              </a:rPr>
              <a:t>(sinusoidal sequence)</a:t>
            </a:r>
            <a:endParaRPr lang="zh-CN" altLang="en-US" sz="2800" b="1" i="0" dirty="0">
              <a:solidFill>
                <a:schemeClr val="tx1"/>
              </a:solidFill>
            </a:endParaRPr>
          </a:p>
        </p:txBody>
      </p:sp>
      <p:grpSp>
        <p:nvGrpSpPr>
          <p:cNvPr id="11" name="组合 17"/>
          <p:cNvGrpSpPr>
            <a:grpSpLocks/>
          </p:cNvGrpSpPr>
          <p:nvPr/>
        </p:nvGrpSpPr>
        <p:grpSpPr bwMode="auto">
          <a:xfrm>
            <a:off x="1571625" y="2928938"/>
            <a:ext cx="5857875" cy="3714750"/>
            <a:chOff x="1571604" y="2928934"/>
            <a:chExt cx="5857916" cy="3714172"/>
          </a:xfrm>
        </p:grpSpPr>
        <p:pic>
          <p:nvPicPr>
            <p:cNvPr id="13"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04" y="2928934"/>
              <a:ext cx="5857916" cy="371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4"/>
            <p:cNvSpPr txBox="1">
              <a:spLocks noChangeArrowheads="1"/>
            </p:cNvSpPr>
            <p:nvPr/>
          </p:nvSpPr>
          <p:spPr bwMode="auto">
            <a:xfrm>
              <a:off x="3571868" y="5000636"/>
              <a:ext cx="6429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华文中宋" panose="02010600040101010101" pitchFamily="2" charset="-122"/>
                  <a:ea typeface="华文中宋" panose="02010600040101010101" pitchFamily="2" charset="-122"/>
                </a:defRPr>
              </a:lvl1pPr>
              <a:lvl2pPr marL="742950" indent="-285750" eaLnBrk="0" hangingPunct="0">
                <a:defRPr kumimoji="1" sz="3200">
                  <a:solidFill>
                    <a:schemeClr val="tx1"/>
                  </a:solidFill>
                  <a:latin typeface="华文中宋" panose="02010600040101010101" pitchFamily="2" charset="-122"/>
                  <a:ea typeface="华文中宋" panose="02010600040101010101" pitchFamily="2" charset="-122"/>
                </a:defRPr>
              </a:lvl2pPr>
              <a:lvl3pPr marL="1143000" indent="-228600" eaLnBrk="0" hangingPunct="0">
                <a:defRPr kumimoji="1" sz="3200">
                  <a:solidFill>
                    <a:schemeClr val="tx1"/>
                  </a:solidFill>
                  <a:latin typeface="华文中宋" panose="02010600040101010101" pitchFamily="2" charset="-122"/>
                  <a:ea typeface="华文中宋" panose="02010600040101010101" pitchFamily="2" charset="-122"/>
                </a:defRPr>
              </a:lvl3pPr>
              <a:lvl4pPr marL="1600200" indent="-228600" eaLnBrk="0" hangingPunct="0">
                <a:defRPr kumimoji="1" sz="3200">
                  <a:solidFill>
                    <a:schemeClr val="tx1"/>
                  </a:solidFill>
                  <a:latin typeface="华文中宋" panose="02010600040101010101" pitchFamily="2" charset="-122"/>
                  <a:ea typeface="华文中宋" panose="02010600040101010101" pitchFamily="2" charset="-122"/>
                </a:defRPr>
              </a:lvl4pPr>
              <a:lvl5pPr marL="2057400" indent="-228600" eaLnBrk="0" hangingPunct="0">
                <a:defRPr kumimoji="1" sz="3200">
                  <a:solidFill>
                    <a:schemeClr val="tx1"/>
                  </a:solidFill>
                  <a:latin typeface="华文中宋" panose="02010600040101010101" pitchFamily="2" charset="-122"/>
                  <a:ea typeface="华文中宋" panose="02010600040101010101" pitchFamily="2" charset="-122"/>
                </a:defRPr>
              </a:lvl5pPr>
              <a:lvl6pPr marL="25146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6pPr>
              <a:lvl7pPr marL="29718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7pPr>
              <a:lvl8pPr marL="34290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8pPr>
              <a:lvl9pPr marL="38862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9pPr>
            </a:lstStyle>
            <a:p>
              <a:pPr eaLnBrk="1" hangingPunct="1"/>
              <a:r>
                <a:rPr lang="en-US" altLang="zh-CN"/>
                <a:t>0</a:t>
              </a:r>
              <a:endParaRPr lang="zh-CN" altLang="en-US"/>
            </a:p>
          </p:txBody>
        </p:sp>
        <p:sp>
          <p:nvSpPr>
            <p:cNvPr id="15" name="TextBox 15"/>
            <p:cNvSpPr txBox="1">
              <a:spLocks noChangeArrowheads="1"/>
            </p:cNvSpPr>
            <p:nvPr/>
          </p:nvSpPr>
          <p:spPr bwMode="auto">
            <a:xfrm>
              <a:off x="3500430" y="3500438"/>
              <a:ext cx="6429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a:solidFill>
                    <a:schemeClr val="tx1"/>
                  </a:solidFill>
                  <a:latin typeface="华文中宋" panose="02010600040101010101" pitchFamily="2" charset="-122"/>
                  <a:ea typeface="华文中宋" panose="02010600040101010101" pitchFamily="2" charset="-122"/>
                </a:defRPr>
              </a:lvl1pPr>
              <a:lvl2pPr marL="742950" indent="-285750" eaLnBrk="0" hangingPunct="0">
                <a:defRPr kumimoji="1" sz="3200">
                  <a:solidFill>
                    <a:schemeClr val="tx1"/>
                  </a:solidFill>
                  <a:latin typeface="华文中宋" panose="02010600040101010101" pitchFamily="2" charset="-122"/>
                  <a:ea typeface="华文中宋" panose="02010600040101010101" pitchFamily="2" charset="-122"/>
                </a:defRPr>
              </a:lvl2pPr>
              <a:lvl3pPr marL="1143000" indent="-228600" eaLnBrk="0" hangingPunct="0">
                <a:defRPr kumimoji="1" sz="3200">
                  <a:solidFill>
                    <a:schemeClr val="tx1"/>
                  </a:solidFill>
                  <a:latin typeface="华文中宋" panose="02010600040101010101" pitchFamily="2" charset="-122"/>
                  <a:ea typeface="华文中宋" panose="02010600040101010101" pitchFamily="2" charset="-122"/>
                </a:defRPr>
              </a:lvl3pPr>
              <a:lvl4pPr marL="1600200" indent="-228600" eaLnBrk="0" hangingPunct="0">
                <a:defRPr kumimoji="1" sz="3200">
                  <a:solidFill>
                    <a:schemeClr val="tx1"/>
                  </a:solidFill>
                  <a:latin typeface="华文中宋" panose="02010600040101010101" pitchFamily="2" charset="-122"/>
                  <a:ea typeface="华文中宋" panose="02010600040101010101" pitchFamily="2" charset="-122"/>
                </a:defRPr>
              </a:lvl4pPr>
              <a:lvl5pPr marL="2057400" indent="-228600" eaLnBrk="0" hangingPunct="0">
                <a:defRPr kumimoji="1" sz="3200">
                  <a:solidFill>
                    <a:schemeClr val="tx1"/>
                  </a:solidFill>
                  <a:latin typeface="华文中宋" panose="02010600040101010101" pitchFamily="2" charset="-122"/>
                  <a:ea typeface="华文中宋" panose="02010600040101010101" pitchFamily="2" charset="-122"/>
                </a:defRPr>
              </a:lvl5pPr>
              <a:lvl6pPr marL="25146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6pPr>
              <a:lvl7pPr marL="29718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7pPr>
              <a:lvl8pPr marL="34290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8pPr>
              <a:lvl9pPr marL="3886200" indent="-228600" eaLnBrk="0" fontAlgn="base" hangingPunct="0">
                <a:spcBef>
                  <a:spcPct val="20000"/>
                </a:spcBef>
                <a:spcAft>
                  <a:spcPct val="0"/>
                </a:spcAft>
                <a:defRPr kumimoji="1" sz="3200">
                  <a:solidFill>
                    <a:schemeClr val="tx1"/>
                  </a:solidFill>
                  <a:latin typeface="华文中宋" panose="02010600040101010101" pitchFamily="2" charset="-122"/>
                  <a:ea typeface="华文中宋" panose="02010600040101010101" pitchFamily="2" charset="-122"/>
                </a:defRPr>
              </a:lvl9pPr>
            </a:lstStyle>
            <a:p>
              <a:pPr eaLnBrk="1" hangingPunct="1"/>
              <a:r>
                <a:rPr lang="en-US" altLang="zh-CN"/>
                <a:t>1</a:t>
              </a:r>
              <a:endParaRPr lang="zh-CN" altLang="en-US"/>
            </a:p>
          </p:txBody>
        </p:sp>
        <p:sp>
          <p:nvSpPr>
            <p:cNvPr id="16" name="TextBox 16"/>
            <p:cNvSpPr txBox="1"/>
            <p:nvPr/>
          </p:nvSpPr>
          <p:spPr>
            <a:xfrm>
              <a:off x="6786579" y="5000299"/>
              <a:ext cx="642941" cy="523793"/>
            </a:xfrm>
            <a:prstGeom prst="rect">
              <a:avLst/>
            </a:prstGeom>
            <a:noFill/>
          </p:spPr>
          <p:txBody>
            <a:bodyPr>
              <a:spAutoFit/>
            </a:bodyPr>
            <a:lstStyle/>
            <a:p>
              <a:pPr>
                <a:defRPr/>
              </a:pPr>
              <a:r>
                <a:rPr lang="en-US" altLang="zh-CN" sz="2800" i="1" dirty="0">
                  <a:latin typeface="+mn-lt"/>
                </a:rPr>
                <a:t>n</a:t>
              </a:r>
              <a:endParaRPr lang="zh-CN" altLang="en-US" sz="2800" i="1" dirty="0">
                <a:latin typeface="+mn-lt"/>
              </a:endParaRPr>
            </a:p>
          </p:txBody>
        </p:sp>
      </p:grpSp>
      <p:graphicFrame>
        <p:nvGraphicFramePr>
          <p:cNvPr id="17" name="对象 16"/>
          <p:cNvGraphicFramePr>
            <a:graphicFrameLocks noChangeAspect="1"/>
          </p:cNvGraphicFramePr>
          <p:nvPr>
            <p:extLst>
              <p:ext uri="{D42A27DB-BD31-4B8C-83A1-F6EECF244321}">
                <p14:modId xmlns:p14="http://schemas.microsoft.com/office/powerpoint/2010/main" val="3235369241"/>
              </p:ext>
            </p:extLst>
          </p:nvPr>
        </p:nvGraphicFramePr>
        <p:xfrm>
          <a:off x="2286000" y="2049780"/>
          <a:ext cx="2777004" cy="617220"/>
        </p:xfrm>
        <a:graphic>
          <a:graphicData uri="http://schemas.openxmlformats.org/presentationml/2006/ole">
            <mc:AlternateContent xmlns:mc="http://schemas.openxmlformats.org/markup-compatibility/2006">
              <mc:Choice xmlns:v="urn:schemas-microsoft-com:vml" Requires="v">
                <p:oleObj name="Equation" r:id="rId3" imgW="1028520" imgH="228600" progId="Equation.DSMT4">
                  <p:embed/>
                </p:oleObj>
              </mc:Choice>
              <mc:Fallback>
                <p:oleObj name="Equation" r:id="rId3" imgW="1028520" imgH="228600" progId="Equation.DSMT4">
                  <p:embed/>
                  <p:pic>
                    <p:nvPicPr>
                      <p:cNvPr id="6" name="对象 5"/>
                      <p:cNvPicPr>
                        <a:picLocks noChangeAspect="1" noChangeArrowheads="1"/>
                      </p:cNvPicPr>
                      <p:nvPr/>
                    </p:nvPicPr>
                    <p:blipFill>
                      <a:blip r:embed="rId4"/>
                      <a:srcRect/>
                      <a:stretch>
                        <a:fillRect/>
                      </a:stretch>
                    </p:blipFill>
                    <p:spPr bwMode="auto">
                      <a:xfrm>
                        <a:off x="2286000" y="2049780"/>
                        <a:ext cx="2777004" cy="617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矩形 17"/>
          <p:cNvSpPr/>
          <p:nvPr/>
        </p:nvSpPr>
        <p:spPr>
          <a:xfrm>
            <a:off x="5715000" y="2586207"/>
            <a:ext cx="268855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effectLst/>
                <a:uLnTx/>
                <a:uFillTx/>
                <a:latin typeface="+mn-ea"/>
                <a:ea typeface="+mn-ea"/>
                <a:cs typeface="Heiti SC Light" charset="-122"/>
              </a:rPr>
              <a:t>是</a:t>
            </a:r>
            <a:r>
              <a:rPr kumimoji="1" lang="zh-CN" altLang="en-US" sz="2800" b="1" i="0" u="none" strike="noStrike" kern="0" cap="none" spc="0" normalizeH="0" baseline="0" noProof="0" dirty="0">
                <a:ln>
                  <a:noFill/>
                </a:ln>
                <a:solidFill>
                  <a:srgbClr val="1306BA"/>
                </a:solidFill>
                <a:effectLst/>
                <a:uLnTx/>
                <a:uFillTx/>
                <a:latin typeface="+mn-ea"/>
                <a:ea typeface="+mn-ea"/>
                <a:cs typeface="Heiti SC Light" charset="-122"/>
              </a:rPr>
              <a:t>数字域角频率</a:t>
            </a:r>
            <a:endParaRPr kumimoji="0" lang="zh-CN" altLang="en-US" sz="1800" b="0" i="0" u="none" strike="noStrike" kern="0" cap="none" spc="0" normalizeH="0" baseline="0" noProof="0" dirty="0">
              <a:ln>
                <a:noFill/>
              </a:ln>
              <a:solidFill>
                <a:sysClr val="windowText" lastClr="000000"/>
              </a:solidFill>
              <a:effectLst/>
              <a:uLnTx/>
              <a:uFillTx/>
              <a:latin typeface="+mn-ea"/>
              <a:ea typeface="+mn-ea"/>
              <a:cs typeface="Heiti SC Light" charset="-122"/>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4220241816"/>
              </p:ext>
            </p:extLst>
          </p:nvPr>
        </p:nvGraphicFramePr>
        <p:xfrm>
          <a:off x="5292857" y="2538244"/>
          <a:ext cx="514350" cy="617538"/>
        </p:xfrm>
        <a:graphic>
          <a:graphicData uri="http://schemas.openxmlformats.org/presentationml/2006/ole">
            <mc:AlternateContent xmlns:mc="http://schemas.openxmlformats.org/markup-compatibility/2006">
              <mc:Choice xmlns:v="urn:schemas-microsoft-com:vml" Requires="v">
                <p:oleObj name="Equation" r:id="rId5" imgW="190440" imgH="228600" progId="Equation.DSMT4">
                  <p:embed/>
                </p:oleObj>
              </mc:Choice>
              <mc:Fallback>
                <p:oleObj name="Equation" r:id="rId5" imgW="190440" imgH="228600" progId="Equation.DSMT4">
                  <p:embed/>
                  <p:pic>
                    <p:nvPicPr>
                      <p:cNvPr id="17" name="对象 16"/>
                      <p:cNvPicPr>
                        <a:picLocks noChangeAspect="1" noChangeArrowheads="1"/>
                      </p:cNvPicPr>
                      <p:nvPr/>
                    </p:nvPicPr>
                    <p:blipFill>
                      <a:blip r:embed="rId6"/>
                      <a:srcRect/>
                      <a:stretch>
                        <a:fillRect/>
                      </a:stretch>
                    </p:blipFill>
                    <p:spPr bwMode="auto">
                      <a:xfrm>
                        <a:off x="5292857" y="2538244"/>
                        <a:ext cx="514350"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65813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11188" y="105251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anchor="ct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342900" indent="-342900" eaLnBrk="1" hangingPunct="1">
              <a:spcBef>
                <a:spcPct val="20000"/>
              </a:spcBef>
              <a:defRPr/>
            </a:pPr>
            <a:r>
              <a:rPr lang="en-US" altLang="zh-CN" sz="2800" b="1" i="0" dirty="0">
                <a:solidFill>
                  <a:srgbClr val="000000"/>
                </a:solidFill>
              </a:rPr>
              <a:t>(5) </a:t>
            </a:r>
            <a:r>
              <a:rPr lang="zh-CN" altLang="en-US" sz="2800" b="1" i="0" dirty="0">
                <a:solidFill>
                  <a:schemeClr val="tx1"/>
                </a:solidFill>
                <a:latin typeface="+mn-lt"/>
                <a:ea typeface="+mn-ea"/>
                <a:cs typeface="+mn-cs"/>
              </a:rPr>
              <a:t>正弦序列</a:t>
            </a:r>
            <a:endParaRPr lang="zh-CN" altLang="en-US" sz="2800" b="1" i="0" dirty="0">
              <a:solidFill>
                <a:schemeClr val="tx1"/>
              </a:solidFill>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835986880"/>
              </p:ext>
            </p:extLst>
          </p:nvPr>
        </p:nvGraphicFramePr>
        <p:xfrm>
          <a:off x="2286000" y="2049780"/>
          <a:ext cx="2777004" cy="617220"/>
        </p:xfrm>
        <a:graphic>
          <a:graphicData uri="http://schemas.openxmlformats.org/presentationml/2006/ole">
            <mc:AlternateContent xmlns:mc="http://schemas.openxmlformats.org/markup-compatibility/2006">
              <mc:Choice xmlns:v="urn:schemas-microsoft-com:vml" Requires="v">
                <p:oleObj name="Equation" r:id="rId2" imgW="1028520" imgH="228600" progId="Equation.DSMT4">
                  <p:embed/>
                </p:oleObj>
              </mc:Choice>
              <mc:Fallback>
                <p:oleObj name="Equation" r:id="rId2" imgW="1028520" imgH="228600" progId="Equation.DSMT4">
                  <p:embed/>
                  <p:pic>
                    <p:nvPicPr>
                      <p:cNvPr id="17" name="对象 16"/>
                      <p:cNvPicPr>
                        <a:picLocks noChangeAspect="1" noChangeArrowheads="1"/>
                      </p:cNvPicPr>
                      <p:nvPr/>
                    </p:nvPicPr>
                    <p:blipFill>
                      <a:blip r:embed="rId3"/>
                      <a:srcRect/>
                      <a:stretch>
                        <a:fillRect/>
                      </a:stretch>
                    </p:blipFill>
                    <p:spPr bwMode="auto">
                      <a:xfrm>
                        <a:off x="2286000" y="2049780"/>
                        <a:ext cx="2777004" cy="617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4"/>
          <p:cNvGraphicFramePr>
            <a:graphicFrameLocks noChangeAspect="1"/>
          </p:cNvGraphicFramePr>
          <p:nvPr>
            <p:extLst>
              <p:ext uri="{D42A27DB-BD31-4B8C-83A1-F6EECF244321}">
                <p14:modId xmlns:p14="http://schemas.microsoft.com/office/powerpoint/2010/main" val="3624770700"/>
              </p:ext>
            </p:extLst>
          </p:nvPr>
        </p:nvGraphicFramePr>
        <p:xfrm>
          <a:off x="3188400" y="2916555"/>
          <a:ext cx="2602800" cy="571500"/>
        </p:xfrm>
        <a:graphic>
          <a:graphicData uri="http://schemas.openxmlformats.org/presentationml/2006/ole">
            <mc:AlternateContent xmlns:mc="http://schemas.openxmlformats.org/markup-compatibility/2006">
              <mc:Choice xmlns:v="urn:schemas-microsoft-com:vml" Requires="v">
                <p:oleObj name="Equation" r:id="rId4" imgW="1041120" imgH="228600" progId="Equation.DSMT4">
                  <p:embed/>
                </p:oleObj>
              </mc:Choice>
              <mc:Fallback>
                <p:oleObj name="Equation" r:id="rId4" imgW="1041120" imgH="228600" progId="Equation.DSMT4">
                  <p:embed/>
                  <p:pic>
                    <p:nvPicPr>
                      <p:cNvPr id="4" name="Object 4"/>
                      <p:cNvPicPr>
                        <a:picLocks noChangeAspect="1" noChangeArrowheads="1"/>
                      </p:cNvPicPr>
                      <p:nvPr/>
                    </p:nvPicPr>
                    <p:blipFill>
                      <a:blip r:embed="rId5"/>
                      <a:srcRect/>
                      <a:stretch>
                        <a:fillRect/>
                      </a:stretch>
                    </p:blipFill>
                    <p:spPr bwMode="auto">
                      <a:xfrm>
                        <a:off x="3188400" y="2916555"/>
                        <a:ext cx="26028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p:cNvSpPr/>
          <p:nvPr/>
        </p:nvSpPr>
        <p:spPr>
          <a:xfrm>
            <a:off x="978646" y="2916555"/>
            <a:ext cx="2343911" cy="523220"/>
          </a:xfrm>
          <a:prstGeom prst="rect">
            <a:avLst/>
          </a:prstGeom>
        </p:spPr>
        <p:txBody>
          <a:bodyPr wrap="none">
            <a:spAutoFit/>
          </a:bodyPr>
          <a:lstStyle/>
          <a:p>
            <a:r>
              <a:rPr lang="zh-CN" altLang="en-US" b="1" dirty="0"/>
              <a:t>设           是从</a:t>
            </a:r>
            <a:r>
              <a:rPr lang="zh-CN" altLang="en-US" dirty="0"/>
              <a:t> </a:t>
            </a:r>
          </a:p>
        </p:txBody>
      </p:sp>
      <p:graphicFrame>
        <p:nvGraphicFramePr>
          <p:cNvPr id="20" name="对象 19"/>
          <p:cNvGraphicFramePr>
            <a:graphicFrameLocks noChangeAspect="1"/>
          </p:cNvGraphicFramePr>
          <p:nvPr>
            <p:extLst>
              <p:ext uri="{D42A27DB-BD31-4B8C-83A1-F6EECF244321}">
                <p14:modId xmlns:p14="http://schemas.microsoft.com/office/powerpoint/2010/main" val="207521510"/>
              </p:ext>
            </p:extLst>
          </p:nvPr>
        </p:nvGraphicFramePr>
        <p:xfrm>
          <a:off x="1480764" y="2921400"/>
          <a:ext cx="856800" cy="507600"/>
        </p:xfrm>
        <a:graphic>
          <a:graphicData uri="http://schemas.openxmlformats.org/presentationml/2006/ole">
            <mc:AlternateContent xmlns:mc="http://schemas.openxmlformats.org/markup-compatibility/2006">
              <mc:Choice xmlns:v="urn:schemas-microsoft-com:vml" Requires="v">
                <p:oleObj name="Equation" r:id="rId6" imgW="342720" imgH="203040" progId="Equation.DSMT4">
                  <p:embed/>
                </p:oleObj>
              </mc:Choice>
              <mc:Fallback>
                <p:oleObj name="Equation" r:id="rId6" imgW="342720" imgH="203040" progId="Equation.DSMT4">
                  <p:embed/>
                  <p:pic>
                    <p:nvPicPr>
                      <p:cNvPr id="17" name="对象 16"/>
                      <p:cNvPicPr>
                        <a:picLocks noChangeAspect="1" noChangeArrowheads="1"/>
                      </p:cNvPicPr>
                      <p:nvPr/>
                    </p:nvPicPr>
                    <p:blipFill>
                      <a:blip r:embed="rId7"/>
                      <a:srcRect/>
                      <a:stretch>
                        <a:fillRect/>
                      </a:stretch>
                    </p:blipFill>
                    <p:spPr bwMode="auto">
                      <a:xfrm>
                        <a:off x="1480764" y="2921400"/>
                        <a:ext cx="856800" cy="50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矩形 20"/>
          <p:cNvSpPr/>
          <p:nvPr/>
        </p:nvSpPr>
        <p:spPr>
          <a:xfrm>
            <a:off x="5791200" y="2916555"/>
            <a:ext cx="1627369" cy="523220"/>
          </a:xfrm>
          <a:prstGeom prst="rect">
            <a:avLst/>
          </a:prstGeom>
        </p:spPr>
        <p:txBody>
          <a:bodyPr wrap="none">
            <a:spAutoFit/>
          </a:bodyPr>
          <a:lstStyle/>
          <a:p>
            <a:r>
              <a:rPr lang="zh-CN" altLang="en-US" b="1" dirty="0"/>
              <a:t>采样得到</a:t>
            </a:r>
            <a:endParaRPr lang="zh-CN" altLang="en-US" dirty="0"/>
          </a:p>
        </p:txBody>
      </p:sp>
      <p:graphicFrame>
        <p:nvGraphicFramePr>
          <p:cNvPr id="22" name="对象 21"/>
          <p:cNvGraphicFramePr>
            <a:graphicFrameLocks noChangeAspect="1"/>
          </p:cNvGraphicFramePr>
          <p:nvPr>
            <p:extLst>
              <p:ext uri="{D42A27DB-BD31-4B8C-83A1-F6EECF244321}">
                <p14:modId xmlns:p14="http://schemas.microsoft.com/office/powerpoint/2010/main" val="2240948210"/>
              </p:ext>
            </p:extLst>
          </p:nvPr>
        </p:nvGraphicFramePr>
        <p:xfrm>
          <a:off x="929103" y="3737610"/>
          <a:ext cx="6992938" cy="685800"/>
        </p:xfrm>
        <a:graphic>
          <a:graphicData uri="http://schemas.openxmlformats.org/presentationml/2006/ole">
            <mc:AlternateContent xmlns:mc="http://schemas.openxmlformats.org/markup-compatibility/2006">
              <mc:Choice xmlns:v="urn:schemas-microsoft-com:vml" Requires="v">
                <p:oleObj name="Equation" r:id="rId8" imgW="2590560" imgH="253800" progId="Equation.DSMT4">
                  <p:embed/>
                </p:oleObj>
              </mc:Choice>
              <mc:Fallback>
                <p:oleObj name="Equation" r:id="rId8" imgW="2590560" imgH="253800" progId="Equation.DSMT4">
                  <p:embed/>
                  <p:pic>
                    <p:nvPicPr>
                      <p:cNvPr id="17" name="对象 16"/>
                      <p:cNvPicPr>
                        <a:picLocks noChangeAspect="1" noChangeArrowheads="1"/>
                      </p:cNvPicPr>
                      <p:nvPr/>
                    </p:nvPicPr>
                    <p:blipFill>
                      <a:blip r:embed="rId9"/>
                      <a:srcRect/>
                      <a:stretch>
                        <a:fillRect/>
                      </a:stretch>
                    </p:blipFill>
                    <p:spPr bwMode="auto">
                      <a:xfrm>
                        <a:off x="929103" y="3737610"/>
                        <a:ext cx="69929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4029079168"/>
              </p:ext>
            </p:extLst>
          </p:nvPr>
        </p:nvGraphicFramePr>
        <p:xfrm>
          <a:off x="3241675" y="4945063"/>
          <a:ext cx="5140325" cy="617537"/>
        </p:xfrm>
        <a:graphic>
          <a:graphicData uri="http://schemas.openxmlformats.org/presentationml/2006/ole">
            <mc:AlternateContent xmlns:mc="http://schemas.openxmlformats.org/markup-compatibility/2006">
              <mc:Choice xmlns:v="urn:schemas-microsoft-com:vml" Requires="v">
                <p:oleObj name="Equation" r:id="rId10" imgW="1904760" imgH="228600" progId="Equation.DSMT4">
                  <p:embed/>
                </p:oleObj>
              </mc:Choice>
              <mc:Fallback>
                <p:oleObj name="Equation" r:id="rId10" imgW="1904760" imgH="228600" progId="Equation.DSMT4">
                  <p:embed/>
                  <p:pic>
                    <p:nvPicPr>
                      <p:cNvPr id="22" name="对象 21"/>
                      <p:cNvPicPr>
                        <a:picLocks noChangeAspect="1" noChangeArrowheads="1"/>
                      </p:cNvPicPr>
                      <p:nvPr/>
                    </p:nvPicPr>
                    <p:blipFill>
                      <a:blip r:embed="rId11"/>
                      <a:srcRect/>
                      <a:stretch>
                        <a:fillRect/>
                      </a:stretch>
                    </p:blipFill>
                    <p:spPr bwMode="auto">
                      <a:xfrm>
                        <a:off x="3241675" y="4945063"/>
                        <a:ext cx="5140325"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p:cNvSpPr/>
          <p:nvPr/>
        </p:nvSpPr>
        <p:spPr>
          <a:xfrm>
            <a:off x="851680" y="4953000"/>
            <a:ext cx="234872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b="1" kern="0" dirty="0">
                <a:solidFill>
                  <a:srgbClr val="1306BA"/>
                </a:solidFill>
                <a:latin typeface="+mn-ea"/>
                <a:cs typeface="Heiti SC Light" charset="-122"/>
              </a:rPr>
              <a:t>数字域角频率</a:t>
            </a:r>
            <a:endParaRPr lang="zh-CN" altLang="en-US" sz="1800" kern="0" dirty="0">
              <a:solidFill>
                <a:sysClr val="windowText" lastClr="000000"/>
              </a:solidFill>
              <a:latin typeface="+mn-ea"/>
              <a:cs typeface="Heiti SC Light" charset="-122"/>
            </a:endParaRPr>
          </a:p>
        </p:txBody>
      </p:sp>
      <p:sp>
        <p:nvSpPr>
          <p:cNvPr id="13"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
        <p:nvSpPr>
          <p:cNvPr id="6" name="文本框 5">
            <a:extLst>
              <a:ext uri="{FF2B5EF4-FFF2-40B4-BE49-F238E27FC236}">
                <a16:creationId xmlns:a16="http://schemas.microsoft.com/office/drawing/2014/main" id="{AD773391-26CA-ACD0-4A45-DFAF0477B6F3}"/>
              </a:ext>
            </a:extLst>
          </p:cNvPr>
          <p:cNvSpPr txBox="1"/>
          <p:nvPr/>
        </p:nvSpPr>
        <p:spPr>
          <a:xfrm>
            <a:off x="466122" y="4945063"/>
            <a:ext cx="4572000" cy="523220"/>
          </a:xfrm>
          <a:prstGeom prst="rect">
            <a:avLst/>
          </a:prstGeom>
          <a:noFill/>
        </p:spPr>
        <p:txBody>
          <a:bodyPr wrap="square">
            <a:spAutoFit/>
          </a:bodyPr>
          <a:lstStyle/>
          <a:p>
            <a:r>
              <a:rPr lang="zh-CN" altLang="en-US" sz="2800" b="1" dirty="0">
                <a:solidFill>
                  <a:srgbClr val="FF0000"/>
                </a:solidFill>
                <a:latin typeface="Arial" panose="020B0604020202020204" pitchFamily="34" charset="0"/>
              </a:rPr>
              <a:t>★</a:t>
            </a:r>
            <a:endParaRPr lang="zh-CN" altLang="en-US" dirty="0"/>
          </a:p>
        </p:txBody>
      </p:sp>
    </p:spTree>
    <p:extLst>
      <p:ext uri="{BB962C8B-B14F-4D97-AF65-F5344CB8AC3E}">
        <p14:creationId xmlns:p14="http://schemas.microsoft.com/office/powerpoint/2010/main" val="215054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1000"/>
                                        <p:tgtEl>
                                          <p:spTgt spid="23"/>
                                        </p:tgtEl>
                                      </p:cBhvr>
                                    </p:animEffect>
                                    <p:anim calcmode="lin" valueType="num">
                                      <p:cBhvr>
                                        <p:cTn id="35" dur="1000" fill="hold"/>
                                        <p:tgtEl>
                                          <p:spTgt spid="23"/>
                                        </p:tgtEl>
                                        <p:attrNameLst>
                                          <p:attrName>ppt_x</p:attrName>
                                        </p:attrNameLst>
                                      </p:cBhvr>
                                      <p:tavLst>
                                        <p:tav tm="0">
                                          <p:val>
                                            <p:strVal val="#ppt_x"/>
                                          </p:val>
                                        </p:tav>
                                        <p:tav tm="100000">
                                          <p:val>
                                            <p:strVal val="#ppt_x"/>
                                          </p:val>
                                        </p:tav>
                                      </p:tavLst>
                                    </p:anim>
                                    <p:anim calcmode="lin" valueType="num">
                                      <p:cBhvr>
                                        <p:cTn id="36" dur="1000" fill="hold"/>
                                        <p:tgtEl>
                                          <p:spTgt spid="2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1000"/>
                                        <p:tgtEl>
                                          <p:spTgt spid="4"/>
                                        </p:tgtEl>
                                      </p:cBhvr>
                                    </p:animEffect>
                                    <p:anim calcmode="lin" valueType="num">
                                      <p:cBhvr>
                                        <p:cTn id="40" dur="1000" fill="hold"/>
                                        <p:tgtEl>
                                          <p:spTgt spid="4"/>
                                        </p:tgtEl>
                                        <p:attrNameLst>
                                          <p:attrName>ppt_x</p:attrName>
                                        </p:attrNameLst>
                                      </p:cBhvr>
                                      <p:tavLst>
                                        <p:tav tm="0">
                                          <p:val>
                                            <p:strVal val="#ppt_x"/>
                                          </p:val>
                                        </p:tav>
                                        <p:tav tm="100000">
                                          <p:val>
                                            <p:strVal val="#ppt_x"/>
                                          </p:val>
                                        </p:tav>
                                      </p:tavLst>
                                    </p:anim>
                                    <p:anim calcmode="lin" valueType="num">
                                      <p:cBhvr>
                                        <p:cTn id="41" dur="1000" fill="hold"/>
                                        <p:tgtEl>
                                          <p:spTgt spid="4"/>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1000"/>
                                        <p:tgtEl>
                                          <p:spTgt spid="6"/>
                                        </p:tgtEl>
                                      </p:cBhvr>
                                    </p:animEffect>
                                    <p:anim calcmode="lin" valueType="num">
                                      <p:cBhvr>
                                        <p:cTn id="45" dur="1000" fill="hold"/>
                                        <p:tgtEl>
                                          <p:spTgt spid="6"/>
                                        </p:tgtEl>
                                        <p:attrNameLst>
                                          <p:attrName>ppt_x</p:attrName>
                                        </p:attrNameLst>
                                      </p:cBhvr>
                                      <p:tavLst>
                                        <p:tav tm="0">
                                          <p:val>
                                            <p:strVal val="#ppt_x"/>
                                          </p:val>
                                        </p:tav>
                                        <p:tav tm="100000">
                                          <p:val>
                                            <p:strVal val="#ppt_x"/>
                                          </p:val>
                                        </p:tav>
                                      </p:tavLst>
                                    </p:anim>
                                    <p:anim calcmode="lin" valueType="num">
                                      <p:cBhvr>
                                        <p:cTn id="4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3" name="Object 5"/>
          <p:cNvGraphicFramePr>
            <a:graphicFrameLocks noGrp="1" noChangeAspect="1"/>
          </p:cNvGraphicFramePr>
          <p:nvPr>
            <p:ph sz="quarter" idx="4294967295"/>
            <p:extLst>
              <p:ext uri="{D42A27DB-BD31-4B8C-83A1-F6EECF244321}">
                <p14:modId xmlns:p14="http://schemas.microsoft.com/office/powerpoint/2010/main" val="1808131854"/>
              </p:ext>
            </p:extLst>
          </p:nvPr>
        </p:nvGraphicFramePr>
        <p:xfrm>
          <a:off x="581026" y="1219200"/>
          <a:ext cx="2452688" cy="503237"/>
        </p:xfrm>
        <a:graphic>
          <a:graphicData uri="http://schemas.openxmlformats.org/presentationml/2006/ole">
            <mc:AlternateContent xmlns:mc="http://schemas.openxmlformats.org/markup-compatibility/2006">
              <mc:Choice xmlns:v="urn:schemas-microsoft-com:vml" Requires="v">
                <p:oleObj name="Equation" r:id="rId2" imgW="990360" imgH="203040" progId="Equation.DSMT4">
                  <p:embed/>
                </p:oleObj>
              </mc:Choice>
              <mc:Fallback>
                <p:oleObj name="Equation" r:id="rId2" imgW="990360" imgH="203040" progId="Equation.DSMT4">
                  <p:embed/>
                  <p:pic>
                    <p:nvPicPr>
                      <p:cNvPr id="12293" name="Object 5"/>
                      <p:cNvPicPr>
                        <a:picLocks noGrp="1" noChangeAspect="1" noChangeArrowheads="1"/>
                      </p:cNvPicPr>
                      <p:nvPr/>
                    </p:nvPicPr>
                    <p:blipFill>
                      <a:blip r:embed="rId3"/>
                      <a:srcRect/>
                      <a:stretch>
                        <a:fillRect/>
                      </a:stretch>
                    </p:blipFill>
                    <p:spPr bwMode="auto">
                      <a:xfrm>
                        <a:off x="581026" y="1219200"/>
                        <a:ext cx="2452688" cy="503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2294" name="Object 9"/>
          <p:cNvGraphicFramePr>
            <a:graphicFrameLocks noGrp="1" noChangeAspect="1"/>
          </p:cNvGraphicFramePr>
          <p:nvPr>
            <p:ph sz="quarter" idx="4294967295"/>
            <p:extLst>
              <p:ext uri="{D42A27DB-BD31-4B8C-83A1-F6EECF244321}">
                <p14:modId xmlns:p14="http://schemas.microsoft.com/office/powerpoint/2010/main" val="2176598440"/>
              </p:ext>
            </p:extLst>
          </p:nvPr>
        </p:nvGraphicFramePr>
        <p:xfrm>
          <a:off x="3529013" y="1225550"/>
          <a:ext cx="3100387" cy="488950"/>
        </p:xfrm>
        <a:graphic>
          <a:graphicData uri="http://schemas.openxmlformats.org/presentationml/2006/ole">
            <mc:AlternateContent xmlns:mc="http://schemas.openxmlformats.org/markup-compatibility/2006">
              <mc:Choice xmlns:v="urn:schemas-microsoft-com:vml" Requires="v">
                <p:oleObj name="Equation" r:id="rId4" imgW="1447560" imgH="228600" progId="Equation.DSMT4">
                  <p:embed/>
                </p:oleObj>
              </mc:Choice>
              <mc:Fallback>
                <p:oleObj name="Equation" r:id="rId4" imgW="1447560" imgH="228600" progId="Equation.DSMT4">
                  <p:embed/>
                  <p:pic>
                    <p:nvPicPr>
                      <p:cNvPr id="12294" name="Object 9"/>
                      <p:cNvPicPr>
                        <a:picLocks noGrp="1" noChangeAspect="1" noChangeArrowheads="1"/>
                      </p:cNvPicPr>
                      <p:nvPr/>
                    </p:nvPicPr>
                    <p:blipFill>
                      <a:blip r:embed="rId5"/>
                      <a:srcRect/>
                      <a:stretch>
                        <a:fillRect/>
                      </a:stretch>
                    </p:blipFill>
                    <p:spPr bwMode="auto">
                      <a:xfrm>
                        <a:off x="3529013" y="1225550"/>
                        <a:ext cx="3100387" cy="48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2295" name="Object 4"/>
          <p:cNvGraphicFramePr>
            <a:graphicFrameLocks noGrp="1" noChangeAspect="1"/>
          </p:cNvGraphicFramePr>
          <p:nvPr>
            <p:ph sz="quarter" idx="4294967295"/>
            <p:extLst>
              <p:ext uri="{D42A27DB-BD31-4B8C-83A1-F6EECF244321}">
                <p14:modId xmlns:p14="http://schemas.microsoft.com/office/powerpoint/2010/main" val="2041302261"/>
              </p:ext>
            </p:extLst>
          </p:nvPr>
        </p:nvGraphicFramePr>
        <p:xfrm>
          <a:off x="605088" y="3970337"/>
          <a:ext cx="4218192" cy="865656"/>
        </p:xfrm>
        <a:graphic>
          <a:graphicData uri="http://schemas.openxmlformats.org/presentationml/2006/ole">
            <mc:AlternateContent xmlns:mc="http://schemas.openxmlformats.org/markup-compatibility/2006">
              <mc:Choice xmlns:v="urn:schemas-microsoft-com:vml" Requires="v">
                <p:oleObj name="Equation" r:id="rId6" imgW="1917360" imgH="393480" progId="Equation.DSMT4">
                  <p:embed/>
                </p:oleObj>
              </mc:Choice>
              <mc:Fallback>
                <p:oleObj name="Equation" r:id="rId6" imgW="1917360" imgH="393480" progId="Equation.DSMT4">
                  <p:embed/>
                  <p:pic>
                    <p:nvPicPr>
                      <p:cNvPr id="12295" name="Object 4"/>
                      <p:cNvPicPr>
                        <a:picLocks noGrp="1" noChangeAspect="1" noChangeArrowheads="1"/>
                      </p:cNvPicPr>
                      <p:nvPr/>
                    </p:nvPicPr>
                    <p:blipFill>
                      <a:blip r:embed="rId7"/>
                      <a:srcRect/>
                      <a:stretch>
                        <a:fillRect/>
                      </a:stretch>
                    </p:blipFill>
                    <p:spPr bwMode="auto">
                      <a:xfrm>
                        <a:off x="605088" y="3970337"/>
                        <a:ext cx="4218192" cy="865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2297" name="Text Box 12"/>
          <p:cNvSpPr txBox="1">
            <a:spLocks noChangeArrowheads="1"/>
          </p:cNvSpPr>
          <p:nvPr/>
        </p:nvSpPr>
        <p:spPr bwMode="auto">
          <a:xfrm>
            <a:off x="2508126" y="2402191"/>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000000"/>
                </a:solidFill>
                <a:latin typeface="Arial" panose="020B0604020202020204" pitchFamily="34" charset="0"/>
              </a:rPr>
              <a:t>采样周期</a:t>
            </a:r>
            <a:endParaRPr lang="zh-CN" altLang="en-US" sz="2800" b="1" dirty="0">
              <a:latin typeface="+mj-lt"/>
            </a:endParaRPr>
          </a:p>
        </p:txBody>
      </p:sp>
      <p:graphicFrame>
        <p:nvGraphicFramePr>
          <p:cNvPr id="12298" name="Object 16"/>
          <p:cNvGraphicFramePr>
            <a:graphicFrameLocks noChangeAspect="1"/>
          </p:cNvGraphicFramePr>
          <p:nvPr>
            <p:extLst>
              <p:ext uri="{D42A27DB-BD31-4B8C-83A1-F6EECF244321}">
                <p14:modId xmlns:p14="http://schemas.microsoft.com/office/powerpoint/2010/main" val="2951048062"/>
              </p:ext>
            </p:extLst>
          </p:nvPr>
        </p:nvGraphicFramePr>
        <p:xfrm>
          <a:off x="525463" y="3048000"/>
          <a:ext cx="4471988" cy="922337"/>
        </p:xfrm>
        <a:graphic>
          <a:graphicData uri="http://schemas.openxmlformats.org/presentationml/2006/ole">
            <mc:AlternateContent xmlns:mc="http://schemas.openxmlformats.org/markup-compatibility/2006">
              <mc:Choice xmlns:v="urn:schemas-microsoft-com:vml" Requires="v">
                <p:oleObj name="Equation" r:id="rId8" imgW="1904760" imgH="393480" progId="Equation.DSMT4">
                  <p:embed/>
                </p:oleObj>
              </mc:Choice>
              <mc:Fallback>
                <p:oleObj name="Equation" r:id="rId8" imgW="1904760" imgH="393480" progId="Equation.DSMT4">
                  <p:embed/>
                  <p:pic>
                    <p:nvPicPr>
                      <p:cNvPr id="12298" name="Object 16"/>
                      <p:cNvPicPr>
                        <a:picLocks noChangeAspect="1" noChangeArrowheads="1"/>
                      </p:cNvPicPr>
                      <p:nvPr/>
                    </p:nvPicPr>
                    <p:blipFill>
                      <a:blip r:embed="rId9"/>
                      <a:srcRect/>
                      <a:stretch>
                        <a:fillRect/>
                      </a:stretch>
                    </p:blipFill>
                    <p:spPr bwMode="auto">
                      <a:xfrm>
                        <a:off x="525463" y="3048000"/>
                        <a:ext cx="4471988"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299"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8363" y="3200400"/>
            <a:ext cx="4809173" cy="3609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00" name="Text Box 10"/>
          <p:cNvSpPr txBox="1">
            <a:spLocks noChangeArrowheads="1"/>
          </p:cNvSpPr>
          <p:nvPr/>
        </p:nvSpPr>
        <p:spPr bwMode="auto">
          <a:xfrm>
            <a:off x="525463" y="4835993"/>
            <a:ext cx="3124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latin typeface="Arial" panose="020B0604020202020204" pitchFamily="34" charset="0"/>
              </a:rPr>
              <a:t>相邻样值间的弧度</a:t>
            </a:r>
          </a:p>
        </p:txBody>
      </p:sp>
      <p:graphicFrame>
        <p:nvGraphicFramePr>
          <p:cNvPr id="17" name="Object 9"/>
          <p:cNvGraphicFramePr>
            <a:graphicFrameLocks noChangeAspect="1"/>
          </p:cNvGraphicFramePr>
          <p:nvPr>
            <p:extLst>
              <p:ext uri="{D42A27DB-BD31-4B8C-83A1-F6EECF244321}">
                <p14:modId xmlns:p14="http://schemas.microsoft.com/office/powerpoint/2010/main" val="1527140046"/>
              </p:ext>
            </p:extLst>
          </p:nvPr>
        </p:nvGraphicFramePr>
        <p:xfrm>
          <a:off x="6659563" y="1173162"/>
          <a:ext cx="1341437" cy="503238"/>
        </p:xfrm>
        <a:graphic>
          <a:graphicData uri="http://schemas.openxmlformats.org/presentationml/2006/ole">
            <mc:AlternateContent xmlns:mc="http://schemas.openxmlformats.org/markup-compatibility/2006">
              <mc:Choice xmlns:v="urn:schemas-microsoft-com:vml" Requires="v">
                <p:oleObj name="Equation" r:id="rId11" imgW="609480" imgH="228600" progId="Equation.DSMT4">
                  <p:embed/>
                </p:oleObj>
              </mc:Choice>
              <mc:Fallback>
                <p:oleObj name="Equation" r:id="rId11" imgW="609480" imgH="228600" progId="Equation.DSMT4">
                  <p:embed/>
                  <p:pic>
                    <p:nvPicPr>
                      <p:cNvPr id="12294" name="Object 9"/>
                      <p:cNvPicPr>
                        <a:picLocks noGrp="1" noChangeAspect="1" noChangeArrowheads="1"/>
                      </p:cNvPicPr>
                      <p:nvPr/>
                    </p:nvPicPr>
                    <p:blipFill>
                      <a:blip r:embed="rId12"/>
                      <a:srcRect/>
                      <a:stretch>
                        <a:fillRect/>
                      </a:stretch>
                    </p:blipFill>
                    <p:spPr bwMode="auto">
                      <a:xfrm>
                        <a:off x="6659563" y="1173162"/>
                        <a:ext cx="1341437" cy="50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2023111857"/>
              </p:ext>
            </p:extLst>
          </p:nvPr>
        </p:nvGraphicFramePr>
        <p:xfrm>
          <a:off x="4111626" y="1905000"/>
          <a:ext cx="1339850" cy="503238"/>
        </p:xfrm>
        <a:graphic>
          <a:graphicData uri="http://schemas.openxmlformats.org/presentationml/2006/ole">
            <mc:AlternateContent xmlns:mc="http://schemas.openxmlformats.org/markup-compatibility/2006">
              <mc:Choice xmlns:v="urn:schemas-microsoft-com:vml" Requires="v">
                <p:oleObj name="Equation" r:id="rId13" imgW="609480" imgH="228600" progId="Equation.DSMT4">
                  <p:embed/>
                </p:oleObj>
              </mc:Choice>
              <mc:Fallback>
                <p:oleObj name="Equation" r:id="rId13" imgW="609480" imgH="228600" progId="Equation.DSMT4">
                  <p:embed/>
                  <p:pic>
                    <p:nvPicPr>
                      <p:cNvPr id="17" name="Object 9"/>
                      <p:cNvPicPr>
                        <a:picLocks noGrp="1" noChangeAspect="1" noChangeArrowheads="1"/>
                      </p:cNvPicPr>
                      <p:nvPr/>
                    </p:nvPicPr>
                    <p:blipFill>
                      <a:blip r:embed="rId14"/>
                      <a:srcRect/>
                      <a:stretch>
                        <a:fillRect/>
                      </a:stretch>
                    </p:blipFill>
                    <p:spPr bwMode="auto">
                      <a:xfrm>
                        <a:off x="4111626" y="1905000"/>
                        <a:ext cx="1339850" cy="503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 name="矩形 5"/>
          <p:cNvSpPr/>
          <p:nvPr/>
        </p:nvSpPr>
        <p:spPr>
          <a:xfrm>
            <a:off x="2518904" y="1906286"/>
            <a:ext cx="1716547" cy="523220"/>
          </a:xfrm>
          <a:prstGeom prst="rect">
            <a:avLst/>
          </a:prstGeom>
        </p:spPr>
        <p:txBody>
          <a:bodyPr wrap="square">
            <a:spAutoFit/>
          </a:bodyPr>
          <a:lstStyle/>
          <a:p>
            <a:r>
              <a:rPr lang="zh-CN" altLang="en-US" b="1" dirty="0">
                <a:solidFill>
                  <a:srgbClr val="000000"/>
                </a:solidFill>
                <a:latin typeface="Arial" panose="020B0604020202020204" pitchFamily="34" charset="0"/>
              </a:rPr>
              <a:t>采样频率</a:t>
            </a:r>
            <a:endParaRPr lang="zh-CN" altLang="en-US" dirty="0"/>
          </a:p>
        </p:txBody>
      </p:sp>
      <p:sp>
        <p:nvSpPr>
          <p:cNvPr id="21" name="AutoShape 67"/>
          <p:cNvSpPr>
            <a:spLocks noChangeArrowheads="1"/>
          </p:cNvSpPr>
          <p:nvPr/>
        </p:nvSpPr>
        <p:spPr bwMode="auto">
          <a:xfrm>
            <a:off x="809626" y="1905000"/>
            <a:ext cx="225425" cy="1087622"/>
          </a:xfrm>
          <a:prstGeom prst="downArrow">
            <a:avLst>
              <a:gd name="adj1" fmla="val 50000"/>
              <a:gd name="adj2" fmla="val 56475"/>
            </a:avLst>
          </a:prstGeom>
          <a:solidFill>
            <a:srgbClr val="0070C0"/>
          </a:solidFill>
          <a:ln w="9525">
            <a:solidFill>
              <a:schemeClr val="tx1"/>
            </a:solidFill>
            <a:miter lim="800000"/>
            <a:headEnd/>
            <a:tailEnd/>
          </a:ln>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rgbClr val="0000FF"/>
              </a:solidFill>
              <a:latin typeface="+mn-lt"/>
              <a:ea typeface="楷体_GB2312" pitchFamily="49" charset="-122"/>
            </a:endParaRPr>
          </a:p>
        </p:txBody>
      </p:sp>
      <p:graphicFrame>
        <p:nvGraphicFramePr>
          <p:cNvPr id="22" name="对象 9"/>
          <p:cNvGraphicFramePr>
            <a:graphicFrameLocks noChangeAspect="1"/>
          </p:cNvGraphicFramePr>
          <p:nvPr>
            <p:extLst>
              <p:ext uri="{D42A27DB-BD31-4B8C-83A1-F6EECF244321}">
                <p14:modId xmlns:p14="http://schemas.microsoft.com/office/powerpoint/2010/main" val="2135123075"/>
              </p:ext>
            </p:extLst>
          </p:nvPr>
        </p:nvGraphicFramePr>
        <p:xfrm>
          <a:off x="1053100" y="2213430"/>
          <a:ext cx="960437" cy="346075"/>
        </p:xfrm>
        <a:graphic>
          <a:graphicData uri="http://schemas.openxmlformats.org/presentationml/2006/ole">
            <mc:AlternateContent xmlns:mc="http://schemas.openxmlformats.org/markup-compatibility/2006">
              <mc:Choice xmlns:v="urn:schemas-microsoft-com:vml" Requires="v">
                <p:oleObj name="Equation" r:id="rId15" imgW="457002" imgH="165028" progId="Equation.DSMT4">
                  <p:embed/>
                </p:oleObj>
              </mc:Choice>
              <mc:Fallback>
                <p:oleObj name="Equation" r:id="rId15" imgW="457002" imgH="165028" progId="Equation.DSMT4">
                  <p:embed/>
                  <p:pic>
                    <p:nvPicPr>
                      <p:cNvPr id="18" name="对象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53100" y="2213430"/>
                        <a:ext cx="9604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9"/>
          <p:cNvGraphicFramePr>
            <a:graphicFrameLocks noChangeAspect="1"/>
          </p:cNvGraphicFramePr>
          <p:nvPr>
            <p:extLst>
              <p:ext uri="{D42A27DB-BD31-4B8C-83A1-F6EECF244321}">
                <p14:modId xmlns:p14="http://schemas.microsoft.com/office/powerpoint/2010/main" val="1067060681"/>
              </p:ext>
            </p:extLst>
          </p:nvPr>
        </p:nvGraphicFramePr>
        <p:xfrm>
          <a:off x="4151312" y="2473325"/>
          <a:ext cx="1563688" cy="392113"/>
        </p:xfrm>
        <a:graphic>
          <a:graphicData uri="http://schemas.openxmlformats.org/presentationml/2006/ole">
            <mc:AlternateContent xmlns:mc="http://schemas.openxmlformats.org/markup-compatibility/2006">
              <mc:Choice xmlns:v="urn:schemas-microsoft-com:vml" Requires="v">
                <p:oleObj name="Equation" r:id="rId17" imgW="711000" imgH="177480" progId="Equation.DSMT4">
                  <p:embed/>
                </p:oleObj>
              </mc:Choice>
              <mc:Fallback>
                <p:oleObj name="Equation" r:id="rId17" imgW="711000" imgH="177480" progId="Equation.DSMT4">
                  <p:embed/>
                  <p:pic>
                    <p:nvPicPr>
                      <p:cNvPr id="18" name="Object 9"/>
                      <p:cNvPicPr>
                        <a:picLocks noGrp="1" noChangeAspect="1" noChangeArrowheads="1"/>
                      </p:cNvPicPr>
                      <p:nvPr/>
                    </p:nvPicPr>
                    <p:blipFill>
                      <a:blip r:embed="rId18"/>
                      <a:srcRect/>
                      <a:stretch>
                        <a:fillRect/>
                      </a:stretch>
                    </p:blipFill>
                    <p:spPr bwMode="auto">
                      <a:xfrm>
                        <a:off x="4151312" y="2473325"/>
                        <a:ext cx="1563688" cy="392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395805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298"/>
                                        </p:tgtEl>
                                        <p:attrNameLst>
                                          <p:attrName>style.visibility</p:attrName>
                                        </p:attrNameLst>
                                      </p:cBhvr>
                                      <p:to>
                                        <p:strVal val="visible"/>
                                      </p:to>
                                    </p:set>
                                    <p:animEffect transition="in" filter="fade">
                                      <p:cBhvr>
                                        <p:cTn id="17" dur="1000"/>
                                        <p:tgtEl>
                                          <p:spTgt spid="12298"/>
                                        </p:tgtEl>
                                      </p:cBhvr>
                                    </p:animEffect>
                                    <p:anim calcmode="lin" valueType="num">
                                      <p:cBhvr>
                                        <p:cTn id="18" dur="1000" fill="hold"/>
                                        <p:tgtEl>
                                          <p:spTgt spid="12298"/>
                                        </p:tgtEl>
                                        <p:attrNameLst>
                                          <p:attrName>ppt_x</p:attrName>
                                        </p:attrNameLst>
                                      </p:cBhvr>
                                      <p:tavLst>
                                        <p:tav tm="0">
                                          <p:val>
                                            <p:strVal val="#ppt_x"/>
                                          </p:val>
                                        </p:tav>
                                        <p:tav tm="100000">
                                          <p:val>
                                            <p:strVal val="#ppt_x"/>
                                          </p:val>
                                        </p:tav>
                                      </p:tavLst>
                                    </p:anim>
                                    <p:anim calcmode="lin" valueType="num">
                                      <p:cBhvr>
                                        <p:cTn id="19" dur="1000" fill="hold"/>
                                        <p:tgtEl>
                                          <p:spTgt spid="1229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297"/>
                                        </p:tgtEl>
                                        <p:attrNameLst>
                                          <p:attrName>style.visibility</p:attrName>
                                        </p:attrNameLst>
                                      </p:cBhvr>
                                      <p:to>
                                        <p:strVal val="visible"/>
                                      </p:to>
                                    </p:set>
                                    <p:animEffect transition="in" filter="fade">
                                      <p:cBhvr>
                                        <p:cTn id="27" dur="1000"/>
                                        <p:tgtEl>
                                          <p:spTgt spid="12297"/>
                                        </p:tgtEl>
                                      </p:cBhvr>
                                    </p:animEffect>
                                    <p:anim calcmode="lin" valueType="num">
                                      <p:cBhvr>
                                        <p:cTn id="28" dur="1000" fill="hold"/>
                                        <p:tgtEl>
                                          <p:spTgt spid="12297"/>
                                        </p:tgtEl>
                                        <p:attrNameLst>
                                          <p:attrName>ppt_x</p:attrName>
                                        </p:attrNameLst>
                                      </p:cBhvr>
                                      <p:tavLst>
                                        <p:tav tm="0">
                                          <p:val>
                                            <p:strVal val="#ppt_x"/>
                                          </p:val>
                                        </p:tav>
                                        <p:tav tm="100000">
                                          <p:val>
                                            <p:strVal val="#ppt_x"/>
                                          </p:val>
                                        </p:tav>
                                      </p:tavLst>
                                    </p:anim>
                                    <p:anim calcmode="lin" valueType="num">
                                      <p:cBhvr>
                                        <p:cTn id="29" dur="1000" fill="hold"/>
                                        <p:tgtEl>
                                          <p:spTgt spid="1229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2295"/>
                                        </p:tgtEl>
                                        <p:attrNameLst>
                                          <p:attrName>style.visibility</p:attrName>
                                        </p:attrNameLst>
                                      </p:cBhvr>
                                      <p:to>
                                        <p:strVal val="visible"/>
                                      </p:to>
                                    </p:set>
                                    <p:animEffect transition="in" filter="fade">
                                      <p:cBhvr>
                                        <p:cTn id="44" dur="1000"/>
                                        <p:tgtEl>
                                          <p:spTgt spid="12295"/>
                                        </p:tgtEl>
                                      </p:cBhvr>
                                    </p:animEffect>
                                    <p:anim calcmode="lin" valueType="num">
                                      <p:cBhvr>
                                        <p:cTn id="45" dur="1000" fill="hold"/>
                                        <p:tgtEl>
                                          <p:spTgt spid="12295"/>
                                        </p:tgtEl>
                                        <p:attrNameLst>
                                          <p:attrName>ppt_x</p:attrName>
                                        </p:attrNameLst>
                                      </p:cBhvr>
                                      <p:tavLst>
                                        <p:tav tm="0">
                                          <p:val>
                                            <p:strVal val="#ppt_x"/>
                                          </p:val>
                                        </p:tav>
                                        <p:tav tm="100000">
                                          <p:val>
                                            <p:strVal val="#ppt_x"/>
                                          </p:val>
                                        </p:tav>
                                      </p:tavLst>
                                    </p:anim>
                                    <p:anim calcmode="lin" valueType="num">
                                      <p:cBhvr>
                                        <p:cTn id="46" dur="1000" fill="hold"/>
                                        <p:tgtEl>
                                          <p:spTgt spid="12295"/>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300"/>
                                        </p:tgtEl>
                                        <p:attrNameLst>
                                          <p:attrName>style.visibility</p:attrName>
                                        </p:attrNameLst>
                                      </p:cBhvr>
                                      <p:to>
                                        <p:strVal val="visible"/>
                                      </p:to>
                                    </p:set>
                                    <p:animEffect transition="in" filter="fade">
                                      <p:cBhvr>
                                        <p:cTn id="49" dur="1000"/>
                                        <p:tgtEl>
                                          <p:spTgt spid="12300"/>
                                        </p:tgtEl>
                                      </p:cBhvr>
                                    </p:animEffect>
                                    <p:anim calcmode="lin" valueType="num">
                                      <p:cBhvr>
                                        <p:cTn id="50" dur="1000" fill="hold"/>
                                        <p:tgtEl>
                                          <p:spTgt spid="12300"/>
                                        </p:tgtEl>
                                        <p:attrNameLst>
                                          <p:attrName>ppt_x</p:attrName>
                                        </p:attrNameLst>
                                      </p:cBhvr>
                                      <p:tavLst>
                                        <p:tav tm="0">
                                          <p:val>
                                            <p:strVal val="#ppt_x"/>
                                          </p:val>
                                        </p:tav>
                                        <p:tav tm="100000">
                                          <p:val>
                                            <p:strVal val="#ppt_x"/>
                                          </p:val>
                                        </p:tav>
                                      </p:tavLst>
                                    </p:anim>
                                    <p:anim calcmode="lin" valueType="num">
                                      <p:cBhvr>
                                        <p:cTn id="51" dur="1000" fill="hold"/>
                                        <p:tgtEl>
                                          <p:spTgt spid="123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7" grpId="0"/>
      <p:bldP spid="12300" grpId="0"/>
      <p:bldP spid="6" grpId="0"/>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3"/>
          <p:cNvSpPr txBox="1">
            <a:spLocks noChangeArrowheads="1"/>
          </p:cNvSpPr>
          <p:nvPr/>
        </p:nvSpPr>
        <p:spPr bwMode="auto">
          <a:xfrm>
            <a:off x="971550" y="1995487"/>
            <a:ext cx="76327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0363" indent="-360363">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latin typeface="Arial" panose="020B0604020202020204" pitchFamily="34" charset="0"/>
              </a:rPr>
              <a:t>★</a:t>
            </a:r>
            <a:r>
              <a:rPr lang="zh-CN" altLang="en-US" sz="2800" b="1" dirty="0">
                <a:latin typeface="Arial" panose="020B0604020202020204" pitchFamily="34" charset="0"/>
              </a:rPr>
              <a:t>对模拟周期信号采样得到的序列不一定是周期序列</a:t>
            </a:r>
            <a:endParaRPr lang="zh-CN" altLang="en-US" sz="2800" b="1" dirty="0">
              <a:solidFill>
                <a:srgbClr val="FF0066"/>
              </a:solidFill>
              <a:latin typeface="Arial" panose="020B0604020202020204" pitchFamily="34" charset="0"/>
            </a:endParaRPr>
          </a:p>
        </p:txBody>
      </p:sp>
      <p:pic>
        <p:nvPicPr>
          <p:cNvPr id="133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513" y="3074987"/>
            <a:ext cx="4809173" cy="3609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p:cNvSpPr txBox="1">
            <a:spLocks noChangeArrowheads="1"/>
          </p:cNvSpPr>
          <p:nvPr/>
        </p:nvSpPr>
        <p:spPr bwMode="auto">
          <a:xfrm>
            <a:off x="611188" y="914400"/>
            <a:ext cx="274161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anchor="ct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342900" indent="-342900" eaLnBrk="1" hangingPunct="1">
              <a:spcBef>
                <a:spcPct val="20000"/>
              </a:spcBef>
              <a:defRPr/>
            </a:pPr>
            <a:r>
              <a:rPr lang="en-US" altLang="zh-CN" sz="2800" b="1" i="0" dirty="0">
                <a:solidFill>
                  <a:srgbClr val="000000"/>
                </a:solidFill>
              </a:rPr>
              <a:t>(5) </a:t>
            </a:r>
            <a:r>
              <a:rPr lang="zh-CN" altLang="en-US" sz="2800" b="1" i="0" dirty="0">
                <a:solidFill>
                  <a:schemeClr val="tx1"/>
                </a:solidFill>
                <a:latin typeface="+mn-lt"/>
                <a:ea typeface="+mn-ea"/>
                <a:cs typeface="+mn-cs"/>
              </a:rPr>
              <a:t>正弦序列</a:t>
            </a:r>
            <a:endParaRPr lang="zh-CN" altLang="en-US" sz="2800" b="1" i="0" dirty="0">
              <a:solidFill>
                <a:schemeClr val="tx1"/>
              </a:solidFill>
            </a:endParaRPr>
          </a:p>
        </p:txBody>
      </p:sp>
      <p:sp>
        <p:nvSpPr>
          <p:cNvPr id="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152737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fade">
                                      <p:cBhvr>
                                        <p:cTn id="7" dur="1000"/>
                                        <p:tgtEl>
                                          <p:spTgt spid="13316"/>
                                        </p:tgtEl>
                                      </p:cBhvr>
                                    </p:animEffect>
                                    <p:anim calcmode="lin" valueType="num">
                                      <p:cBhvr>
                                        <p:cTn id="8" dur="1000" fill="hold"/>
                                        <p:tgtEl>
                                          <p:spTgt spid="13316"/>
                                        </p:tgtEl>
                                        <p:attrNameLst>
                                          <p:attrName>ppt_x</p:attrName>
                                        </p:attrNameLst>
                                      </p:cBhvr>
                                      <p:tavLst>
                                        <p:tav tm="0">
                                          <p:val>
                                            <p:strVal val="#ppt_x"/>
                                          </p:val>
                                        </p:tav>
                                        <p:tav tm="100000">
                                          <p:val>
                                            <p:strVal val="#ppt_x"/>
                                          </p:val>
                                        </p:tav>
                                      </p:tavLst>
                                    </p:anim>
                                    <p:anim calcmode="lin" valueType="num">
                                      <p:cBhvr>
                                        <p:cTn id="9" dur="1000" fill="hold"/>
                                        <p:tgtEl>
                                          <p:spTgt spid="133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72050" y="3886357"/>
            <a:ext cx="4171950" cy="2977515"/>
          </a:xfrm>
          <a:prstGeom prst="rect">
            <a:avLst/>
          </a:prstGeom>
        </p:spPr>
      </p:pic>
      <p:sp>
        <p:nvSpPr>
          <p:cNvPr id="14338" name="Rectangle 10"/>
          <p:cNvSpPr>
            <a:spLocks noChangeArrowheads="1"/>
          </p:cNvSpPr>
          <p:nvPr/>
        </p:nvSpPr>
        <p:spPr bwMode="auto">
          <a:xfrm>
            <a:off x="1066800" y="3222625"/>
            <a:ext cx="5842000"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t>当            时，</a:t>
            </a:r>
            <a:r>
              <a:rPr lang="en-US" altLang="zh-CN" sz="2800" b="1" i="1" dirty="0"/>
              <a:t>x</a:t>
            </a:r>
            <a:r>
              <a:rPr lang="en-US" altLang="zh-CN" sz="2800" b="1" dirty="0"/>
              <a:t>(</a:t>
            </a:r>
            <a:r>
              <a:rPr lang="en-US" altLang="zh-CN" sz="2800" b="1" i="1" dirty="0"/>
              <a:t>n</a:t>
            </a:r>
            <a:r>
              <a:rPr lang="en-US" altLang="zh-CN" sz="2800" b="1" dirty="0"/>
              <a:t>)</a:t>
            </a:r>
            <a:r>
              <a:rPr lang="zh-CN" altLang="en-US" sz="2800" b="1" dirty="0"/>
              <a:t>的实部和虚部</a:t>
            </a:r>
          </a:p>
        </p:txBody>
      </p:sp>
      <p:sp>
        <p:nvSpPr>
          <p:cNvPr id="5" name="Rectangle 4"/>
          <p:cNvSpPr>
            <a:spLocks noChangeArrowheads="1"/>
          </p:cNvSpPr>
          <p:nvPr/>
        </p:nvSpPr>
        <p:spPr bwMode="auto">
          <a:xfrm>
            <a:off x="684213" y="838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342900" indent="-342900" eaLnBrk="1" hangingPunct="1">
              <a:buNone/>
              <a:defRPr/>
            </a:pPr>
            <a:r>
              <a:rPr lang="en-US" altLang="zh-CN" sz="2800" dirty="0">
                <a:solidFill>
                  <a:srgbClr val="000000"/>
                </a:solidFill>
                <a:latin typeface="+mj-lt"/>
              </a:rPr>
              <a:t>(6) </a:t>
            </a:r>
            <a:r>
              <a:rPr lang="zh-CN" altLang="en-US" sz="2800" dirty="0">
                <a:latin typeface="+mj-lt"/>
                <a:ea typeface="+mn-ea"/>
              </a:rPr>
              <a:t>复指数序列 </a:t>
            </a:r>
            <a:r>
              <a:rPr lang="en-US" altLang="zh-CN" sz="2800" dirty="0">
                <a:latin typeface="+mj-lt"/>
              </a:rPr>
              <a:t>(complex exponential sequence)</a:t>
            </a:r>
            <a:endParaRPr lang="zh-CN" altLang="en-US" sz="2800" dirty="0">
              <a:latin typeface="+mj-lt"/>
            </a:endParaRPr>
          </a:p>
        </p:txBody>
      </p:sp>
      <p:graphicFrame>
        <p:nvGraphicFramePr>
          <p:cNvPr id="14341" name="Object 6"/>
          <p:cNvGraphicFramePr>
            <a:graphicFrameLocks noChangeAspect="1"/>
          </p:cNvGraphicFramePr>
          <p:nvPr>
            <p:extLst>
              <p:ext uri="{D42A27DB-BD31-4B8C-83A1-F6EECF244321}">
                <p14:modId xmlns:p14="http://schemas.microsoft.com/office/powerpoint/2010/main" val="3093204341"/>
              </p:ext>
            </p:extLst>
          </p:nvPr>
        </p:nvGraphicFramePr>
        <p:xfrm>
          <a:off x="1143000" y="1981200"/>
          <a:ext cx="7200576" cy="856332"/>
        </p:xfrm>
        <a:graphic>
          <a:graphicData uri="http://schemas.openxmlformats.org/presentationml/2006/ole">
            <mc:AlternateContent xmlns:mc="http://schemas.openxmlformats.org/markup-compatibility/2006">
              <mc:Choice xmlns:v="urn:schemas-microsoft-com:vml" Requires="v">
                <p:oleObj name="Equation" r:id="rId3" imgW="2666880" imgH="317160" progId="Equation.DSMT4">
                  <p:embed/>
                </p:oleObj>
              </mc:Choice>
              <mc:Fallback>
                <p:oleObj name="Equation" r:id="rId3" imgW="2666880" imgH="317160" progId="Equation.DSMT4">
                  <p:embed/>
                  <p:pic>
                    <p:nvPicPr>
                      <p:cNvPr id="14341" name="Object 6"/>
                      <p:cNvPicPr>
                        <a:picLocks noChangeAspect="1" noChangeArrowheads="1"/>
                      </p:cNvPicPr>
                      <p:nvPr/>
                    </p:nvPicPr>
                    <p:blipFill>
                      <a:blip r:embed="rId4"/>
                      <a:srcRect/>
                      <a:stretch>
                        <a:fillRect/>
                      </a:stretch>
                    </p:blipFill>
                    <p:spPr bwMode="auto">
                      <a:xfrm>
                        <a:off x="1143000" y="1981200"/>
                        <a:ext cx="7200576" cy="85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2" name="Object 8"/>
          <p:cNvGraphicFramePr>
            <a:graphicFrameLocks noChangeAspect="1"/>
          </p:cNvGraphicFramePr>
          <p:nvPr>
            <p:extLst>
              <p:ext uri="{D42A27DB-BD31-4B8C-83A1-F6EECF244321}">
                <p14:modId xmlns:p14="http://schemas.microsoft.com/office/powerpoint/2010/main" val="2683416429"/>
              </p:ext>
            </p:extLst>
          </p:nvPr>
        </p:nvGraphicFramePr>
        <p:xfrm>
          <a:off x="1601334" y="3232150"/>
          <a:ext cx="891324" cy="445176"/>
        </p:xfrm>
        <a:graphic>
          <a:graphicData uri="http://schemas.openxmlformats.org/presentationml/2006/ole">
            <mc:AlternateContent xmlns:mc="http://schemas.openxmlformats.org/markup-compatibility/2006">
              <mc:Choice xmlns:v="urn:schemas-microsoft-com:vml" Requires="v">
                <p:oleObj name="Equation" r:id="rId5" imgW="330120" imgH="164880" progId="Equation.DSMT4">
                  <p:embed/>
                </p:oleObj>
              </mc:Choice>
              <mc:Fallback>
                <p:oleObj name="Equation" r:id="rId5" imgW="330120" imgH="164880" progId="Equation.DSMT4">
                  <p:embed/>
                  <p:pic>
                    <p:nvPicPr>
                      <p:cNvPr id="14342" name="Object 8"/>
                      <p:cNvPicPr>
                        <a:picLocks noChangeAspect="1" noChangeArrowheads="1"/>
                      </p:cNvPicPr>
                      <p:nvPr/>
                    </p:nvPicPr>
                    <p:blipFill>
                      <a:blip r:embed="rId6"/>
                      <a:srcRect/>
                      <a:stretch>
                        <a:fillRect/>
                      </a:stretch>
                    </p:blipFill>
                    <p:spPr bwMode="auto">
                      <a:xfrm>
                        <a:off x="1601334" y="3232150"/>
                        <a:ext cx="891324" cy="44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11"/>
          <p:cNvSpPr>
            <a:spLocks noChangeArrowheads="1"/>
          </p:cNvSpPr>
          <p:nvPr/>
        </p:nvSpPr>
        <p:spPr bwMode="auto">
          <a:xfrm>
            <a:off x="5927271" y="3232150"/>
            <a:ext cx="1266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t>分别是</a:t>
            </a:r>
          </a:p>
        </p:txBody>
      </p:sp>
      <p:sp>
        <p:nvSpPr>
          <p:cNvPr id="2" name="矩形 1"/>
          <p:cNvSpPr/>
          <p:nvPr/>
        </p:nvSpPr>
        <p:spPr>
          <a:xfrm>
            <a:off x="1066800" y="3883680"/>
            <a:ext cx="3159839" cy="523220"/>
          </a:xfrm>
          <a:prstGeom prst="rect">
            <a:avLst/>
          </a:prstGeom>
        </p:spPr>
        <p:txBody>
          <a:bodyPr wrap="none">
            <a:spAutoFit/>
          </a:bodyPr>
          <a:lstStyle/>
          <a:p>
            <a:r>
              <a:rPr lang="zh-CN" altLang="en-US" b="1" dirty="0"/>
              <a:t>余弦和正弦序列。 </a:t>
            </a:r>
          </a:p>
        </p:txBody>
      </p:sp>
      <p:graphicFrame>
        <p:nvGraphicFramePr>
          <p:cNvPr id="17" name="Object 6"/>
          <p:cNvGraphicFramePr>
            <a:graphicFrameLocks noChangeAspect="1"/>
          </p:cNvGraphicFramePr>
          <p:nvPr>
            <p:extLst>
              <p:ext uri="{D42A27DB-BD31-4B8C-83A1-F6EECF244321}">
                <p14:modId xmlns:p14="http://schemas.microsoft.com/office/powerpoint/2010/main" val="1302979246"/>
              </p:ext>
            </p:extLst>
          </p:nvPr>
        </p:nvGraphicFramePr>
        <p:xfrm>
          <a:off x="533400" y="4726151"/>
          <a:ext cx="4835525" cy="684212"/>
        </p:xfrm>
        <a:graphic>
          <a:graphicData uri="http://schemas.openxmlformats.org/presentationml/2006/ole">
            <mc:AlternateContent xmlns:mc="http://schemas.openxmlformats.org/markup-compatibility/2006">
              <mc:Choice xmlns:v="urn:schemas-microsoft-com:vml" Requires="v">
                <p:oleObj name="Equation" r:id="rId7" imgW="1790640" imgH="253800" progId="Equation.DSMT4">
                  <p:embed/>
                </p:oleObj>
              </mc:Choice>
              <mc:Fallback>
                <p:oleObj name="Equation" r:id="rId7" imgW="1790640" imgH="253800" progId="Equation.DSMT4">
                  <p:embed/>
                  <p:pic>
                    <p:nvPicPr>
                      <p:cNvPr id="14341" name="Object 6"/>
                      <p:cNvPicPr>
                        <a:picLocks noChangeAspect="1" noChangeArrowheads="1"/>
                      </p:cNvPicPr>
                      <p:nvPr/>
                    </p:nvPicPr>
                    <p:blipFill>
                      <a:blip r:embed="rId8"/>
                      <a:srcRect/>
                      <a:stretch>
                        <a:fillRect/>
                      </a:stretch>
                    </p:blipFill>
                    <p:spPr bwMode="auto">
                      <a:xfrm>
                        <a:off x="533400" y="4726151"/>
                        <a:ext cx="48355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293318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342"/>
                                        </p:tgtEl>
                                        <p:attrNameLst>
                                          <p:attrName>style.visibility</p:attrName>
                                        </p:attrNameLst>
                                      </p:cBhvr>
                                      <p:to>
                                        <p:strVal val="visible"/>
                                      </p:to>
                                    </p:set>
                                    <p:animEffect transition="in" filter="fade">
                                      <p:cBhvr>
                                        <p:cTn id="7" dur="1000"/>
                                        <p:tgtEl>
                                          <p:spTgt spid="14342"/>
                                        </p:tgtEl>
                                      </p:cBhvr>
                                    </p:animEffect>
                                    <p:anim calcmode="lin" valueType="num">
                                      <p:cBhvr>
                                        <p:cTn id="8" dur="1000" fill="hold"/>
                                        <p:tgtEl>
                                          <p:spTgt spid="14342"/>
                                        </p:tgtEl>
                                        <p:attrNameLst>
                                          <p:attrName>ppt_x</p:attrName>
                                        </p:attrNameLst>
                                      </p:cBhvr>
                                      <p:tavLst>
                                        <p:tav tm="0">
                                          <p:val>
                                            <p:strVal val="#ppt_x"/>
                                          </p:val>
                                        </p:tav>
                                        <p:tav tm="100000">
                                          <p:val>
                                            <p:strVal val="#ppt_x"/>
                                          </p:val>
                                        </p:tav>
                                      </p:tavLst>
                                    </p:anim>
                                    <p:anim calcmode="lin" valueType="num">
                                      <p:cBhvr>
                                        <p:cTn id="9" dur="1000" fill="hold"/>
                                        <p:tgtEl>
                                          <p:spTgt spid="1434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338"/>
                                        </p:tgtEl>
                                        <p:attrNameLst>
                                          <p:attrName>style.visibility</p:attrName>
                                        </p:attrNameLst>
                                      </p:cBhvr>
                                      <p:to>
                                        <p:strVal val="visible"/>
                                      </p:to>
                                    </p:set>
                                    <p:animEffect transition="in" filter="fade">
                                      <p:cBhvr>
                                        <p:cTn id="12" dur="1000"/>
                                        <p:tgtEl>
                                          <p:spTgt spid="14338"/>
                                        </p:tgtEl>
                                      </p:cBhvr>
                                    </p:animEffect>
                                    <p:anim calcmode="lin" valueType="num">
                                      <p:cBhvr>
                                        <p:cTn id="13" dur="1000" fill="hold"/>
                                        <p:tgtEl>
                                          <p:spTgt spid="14338"/>
                                        </p:tgtEl>
                                        <p:attrNameLst>
                                          <p:attrName>ppt_x</p:attrName>
                                        </p:attrNameLst>
                                      </p:cBhvr>
                                      <p:tavLst>
                                        <p:tav tm="0">
                                          <p:val>
                                            <p:strVal val="#ppt_x"/>
                                          </p:val>
                                        </p:tav>
                                        <p:tav tm="100000">
                                          <p:val>
                                            <p:strVal val="#ppt_x"/>
                                          </p:val>
                                        </p:tav>
                                      </p:tavLst>
                                    </p:anim>
                                    <p:anim calcmode="lin" valueType="num">
                                      <p:cBhvr>
                                        <p:cTn id="14" dur="1000" fill="hold"/>
                                        <p:tgtEl>
                                          <p:spTgt spid="143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343"/>
                                        </p:tgtEl>
                                        <p:attrNameLst>
                                          <p:attrName>style.visibility</p:attrName>
                                        </p:attrNameLst>
                                      </p:cBhvr>
                                      <p:to>
                                        <p:strVal val="visible"/>
                                      </p:to>
                                    </p:set>
                                    <p:animEffect transition="in" filter="fade">
                                      <p:cBhvr>
                                        <p:cTn id="17" dur="1000"/>
                                        <p:tgtEl>
                                          <p:spTgt spid="14343"/>
                                        </p:tgtEl>
                                      </p:cBhvr>
                                    </p:animEffect>
                                    <p:anim calcmode="lin" valueType="num">
                                      <p:cBhvr>
                                        <p:cTn id="18" dur="1000" fill="hold"/>
                                        <p:tgtEl>
                                          <p:spTgt spid="14343"/>
                                        </p:tgtEl>
                                        <p:attrNameLst>
                                          <p:attrName>ppt_x</p:attrName>
                                        </p:attrNameLst>
                                      </p:cBhvr>
                                      <p:tavLst>
                                        <p:tav tm="0">
                                          <p:val>
                                            <p:strVal val="#ppt_x"/>
                                          </p:val>
                                        </p:tav>
                                        <p:tav tm="100000">
                                          <p:val>
                                            <p:strVal val="#ppt_x"/>
                                          </p:val>
                                        </p:tav>
                                      </p:tavLst>
                                    </p:anim>
                                    <p:anim calcmode="lin" valueType="num">
                                      <p:cBhvr>
                                        <p:cTn id="19" dur="1000" fill="hold"/>
                                        <p:tgtEl>
                                          <p:spTgt spid="1434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43"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5" name="Object 2"/>
          <p:cNvGraphicFramePr>
            <a:graphicFrameLocks noChangeAspect="1"/>
          </p:cNvGraphicFramePr>
          <p:nvPr>
            <p:extLst>
              <p:ext uri="{D42A27DB-BD31-4B8C-83A1-F6EECF244321}">
                <p14:modId xmlns:p14="http://schemas.microsoft.com/office/powerpoint/2010/main" val="2026231299"/>
              </p:ext>
            </p:extLst>
          </p:nvPr>
        </p:nvGraphicFramePr>
        <p:xfrm>
          <a:off x="2978150" y="1014412"/>
          <a:ext cx="5784850" cy="433388"/>
        </p:xfrm>
        <a:graphic>
          <a:graphicData uri="http://schemas.openxmlformats.org/presentationml/2006/ole">
            <mc:AlternateContent xmlns:mc="http://schemas.openxmlformats.org/markup-compatibility/2006">
              <mc:Choice xmlns:v="urn:schemas-microsoft-com:vml" Requires="v">
                <p:oleObj name="Equation" r:id="rId2" imgW="3047760" imgH="228600" progId="Equation.DSMT4">
                  <p:embed/>
                </p:oleObj>
              </mc:Choice>
              <mc:Fallback>
                <p:oleObj name="Equation" r:id="rId2" imgW="3047760" imgH="228600" progId="Equation.DSMT4">
                  <p:embed/>
                  <p:pic>
                    <p:nvPicPr>
                      <p:cNvPr id="15365" name="Object 2"/>
                      <p:cNvPicPr>
                        <a:picLocks noChangeAspect="1" noChangeArrowheads="1"/>
                      </p:cNvPicPr>
                      <p:nvPr/>
                    </p:nvPicPr>
                    <p:blipFill>
                      <a:blip r:embed="rId3"/>
                      <a:srcRect/>
                      <a:stretch>
                        <a:fillRect/>
                      </a:stretch>
                    </p:blipFill>
                    <p:spPr bwMode="auto">
                      <a:xfrm>
                        <a:off x="2978150" y="1014412"/>
                        <a:ext cx="57848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4"/>
          <a:stretch>
            <a:fillRect/>
          </a:stretch>
        </p:blipFill>
        <p:spPr>
          <a:xfrm>
            <a:off x="1307465" y="1600200"/>
            <a:ext cx="6065520" cy="4983480"/>
          </a:xfrm>
          <a:prstGeom prst="rect">
            <a:avLst/>
          </a:prstGeom>
        </p:spPr>
      </p:pic>
      <p:sp>
        <p:nvSpPr>
          <p:cNvPr id="3" name="矩形 2"/>
          <p:cNvSpPr/>
          <p:nvPr/>
        </p:nvSpPr>
        <p:spPr>
          <a:xfrm>
            <a:off x="2743200" y="3667780"/>
            <a:ext cx="906017" cy="523220"/>
          </a:xfrm>
          <a:prstGeom prst="rect">
            <a:avLst/>
          </a:prstGeom>
        </p:spPr>
        <p:txBody>
          <a:bodyPr wrap="none">
            <a:spAutoFit/>
          </a:bodyPr>
          <a:lstStyle/>
          <a:p>
            <a:r>
              <a:rPr lang="zh-CN" altLang="en-US" b="1" dirty="0">
                <a:cs typeface="Times New Roman" panose="02020603050405020304" pitchFamily="18" charset="0"/>
              </a:rPr>
              <a:t>幅度</a:t>
            </a:r>
            <a:endParaRPr lang="zh-CN" altLang="en-US" dirty="0"/>
          </a:p>
        </p:txBody>
      </p:sp>
      <p:sp>
        <p:nvSpPr>
          <p:cNvPr id="6" name="矩形 5"/>
          <p:cNvSpPr/>
          <p:nvPr/>
        </p:nvSpPr>
        <p:spPr>
          <a:xfrm>
            <a:off x="6096000" y="3667780"/>
            <a:ext cx="906017" cy="523220"/>
          </a:xfrm>
          <a:prstGeom prst="rect">
            <a:avLst/>
          </a:prstGeom>
        </p:spPr>
        <p:txBody>
          <a:bodyPr wrap="none">
            <a:spAutoFit/>
          </a:bodyPr>
          <a:lstStyle/>
          <a:p>
            <a:r>
              <a:rPr lang="zh-CN" altLang="en-US" b="1" dirty="0">
                <a:solidFill>
                  <a:prstClr val="black"/>
                </a:solidFill>
                <a:cs typeface="Times New Roman" panose="02020603050405020304" pitchFamily="18" charset="0"/>
              </a:rPr>
              <a:t>相位</a:t>
            </a:r>
            <a:endParaRPr lang="zh-CN" altLang="en-US" dirty="0"/>
          </a:p>
        </p:txBody>
      </p:sp>
      <p:sp>
        <p:nvSpPr>
          <p:cNvPr id="7" name="矩形 6"/>
          <p:cNvSpPr/>
          <p:nvPr/>
        </p:nvSpPr>
        <p:spPr>
          <a:xfrm>
            <a:off x="2895600" y="6172200"/>
            <a:ext cx="906017" cy="523220"/>
          </a:xfrm>
          <a:prstGeom prst="rect">
            <a:avLst/>
          </a:prstGeom>
        </p:spPr>
        <p:txBody>
          <a:bodyPr wrap="none">
            <a:spAutoFit/>
          </a:bodyPr>
          <a:lstStyle/>
          <a:p>
            <a:r>
              <a:rPr lang="zh-CN" altLang="en-US" b="1" dirty="0"/>
              <a:t>实部</a:t>
            </a:r>
            <a:endParaRPr lang="zh-CN" altLang="en-US" dirty="0"/>
          </a:p>
        </p:txBody>
      </p:sp>
      <p:sp>
        <p:nvSpPr>
          <p:cNvPr id="8" name="矩形 7"/>
          <p:cNvSpPr/>
          <p:nvPr/>
        </p:nvSpPr>
        <p:spPr>
          <a:xfrm>
            <a:off x="6186933" y="6143243"/>
            <a:ext cx="906017" cy="523220"/>
          </a:xfrm>
          <a:prstGeom prst="rect">
            <a:avLst/>
          </a:prstGeom>
        </p:spPr>
        <p:txBody>
          <a:bodyPr wrap="none">
            <a:spAutoFit/>
          </a:bodyPr>
          <a:lstStyle/>
          <a:p>
            <a:r>
              <a:rPr lang="zh-CN" altLang="en-US" b="1" dirty="0"/>
              <a:t>虚部</a:t>
            </a:r>
          </a:p>
        </p:txBody>
      </p:sp>
      <p:sp>
        <p:nvSpPr>
          <p:cNvPr id="9" name="矩形 8"/>
          <p:cNvSpPr/>
          <p:nvPr/>
        </p:nvSpPr>
        <p:spPr>
          <a:xfrm>
            <a:off x="0" y="1000780"/>
            <a:ext cx="3057247" cy="523220"/>
          </a:xfrm>
          <a:prstGeom prst="rect">
            <a:avLst/>
          </a:prstGeom>
        </p:spPr>
        <p:txBody>
          <a:bodyPr wrap="none">
            <a:spAutoFit/>
          </a:bodyPr>
          <a:lstStyle/>
          <a:p>
            <a:r>
              <a:rPr lang="zh-CN" altLang="en-US" b="1" dirty="0">
                <a:latin typeface="+mj-lt"/>
              </a:rPr>
              <a:t>例</a:t>
            </a:r>
            <a:r>
              <a:rPr lang="en-US" altLang="zh-CN" b="1" dirty="0">
                <a:latin typeface="+mj-lt"/>
              </a:rPr>
              <a:t>1.1  </a:t>
            </a:r>
            <a:r>
              <a:rPr lang="zh-CN" altLang="en-US" b="1" dirty="0">
                <a:latin typeface="+mj-lt"/>
              </a:rPr>
              <a:t>复指数序列</a:t>
            </a:r>
          </a:p>
        </p:txBody>
      </p:sp>
      <p:sp>
        <p:nvSpPr>
          <p:cNvPr id="10"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.1 </a:t>
            </a:r>
            <a:r>
              <a:rPr lang="zh-CN" altLang="en-US" sz="3200" b="1" dirty="0">
                <a:solidFill>
                  <a:srgbClr val="993300"/>
                </a:solidFill>
                <a:ea typeface="楷体_GB2312" pitchFamily="49" charset="-122"/>
              </a:rPr>
              <a:t>几种最常用的典型序列</a:t>
            </a:r>
          </a:p>
        </p:txBody>
      </p:sp>
    </p:spTree>
    <p:extLst>
      <p:ext uri="{BB962C8B-B14F-4D97-AF65-F5344CB8AC3E}">
        <p14:creationId xmlns:p14="http://schemas.microsoft.com/office/powerpoint/2010/main" val="1378324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993300"/>
                </a:solidFill>
                <a:ea typeface="楷体_GB2312" pitchFamily="49" charset="-122"/>
              </a:rPr>
              <a:t>1.1</a:t>
            </a:r>
            <a:r>
              <a:rPr lang="en-US" altLang="zh-CN" sz="3200" b="1">
                <a:solidFill>
                  <a:srgbClr val="993300"/>
                </a:solidFill>
                <a:ea typeface="楷体_GB2312" pitchFamily="49" charset="-122"/>
              </a:rPr>
              <a:t>.2 </a:t>
            </a:r>
            <a:r>
              <a:rPr lang="zh-CN" altLang="en-US" sz="3200" b="1">
                <a:solidFill>
                  <a:srgbClr val="993300"/>
                </a:solidFill>
                <a:ea typeface="楷体_GB2312" pitchFamily="49" charset="-122"/>
              </a:rPr>
              <a:t>离散周期序列</a:t>
            </a:r>
          </a:p>
        </p:txBody>
      </p:sp>
      <p:sp>
        <p:nvSpPr>
          <p:cNvPr id="16389" name="Rectangle 4"/>
          <p:cNvSpPr>
            <a:spLocks noChangeArrowheads="1"/>
          </p:cNvSpPr>
          <p:nvPr/>
        </p:nvSpPr>
        <p:spPr bwMode="auto">
          <a:xfrm>
            <a:off x="5181600" y="1905000"/>
            <a:ext cx="2971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i="1" dirty="0">
                <a:latin typeface="+mj-lt"/>
              </a:rPr>
              <a:t>k </a:t>
            </a:r>
            <a:r>
              <a:rPr lang="zh-CN" altLang="en-US" sz="2800" b="1" dirty="0">
                <a:latin typeface="+mj-lt"/>
              </a:rPr>
              <a:t>为任意整数</a:t>
            </a:r>
            <a:endParaRPr lang="zh-CN" altLang="en-US" sz="2800" dirty="0">
              <a:solidFill>
                <a:srgbClr val="FF0066"/>
              </a:solidFill>
              <a:latin typeface="+mj-lt"/>
            </a:endParaRPr>
          </a:p>
        </p:txBody>
      </p:sp>
      <p:sp>
        <p:nvSpPr>
          <p:cNvPr id="7" name="Rectangle 4"/>
          <p:cNvSpPr>
            <a:spLocks noChangeArrowheads="1"/>
          </p:cNvSpPr>
          <p:nvPr/>
        </p:nvSpPr>
        <p:spPr bwMode="auto">
          <a:xfrm>
            <a:off x="866775" y="7620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342900" indent="-342900" eaLnBrk="1" hangingPunct="1">
              <a:buFontTx/>
              <a:buNone/>
              <a:defRPr/>
            </a:pPr>
            <a:r>
              <a:rPr lang="zh-CN" altLang="en-US" sz="2800" dirty="0">
                <a:latin typeface="+mn-lt"/>
                <a:ea typeface="+mn-ea"/>
              </a:rPr>
              <a:t>对于一个</a:t>
            </a:r>
            <a:r>
              <a:rPr lang="zh-CN" altLang="en-US" sz="2800" dirty="0">
                <a:solidFill>
                  <a:srgbClr val="FF0000"/>
                </a:solidFill>
                <a:latin typeface="+mn-lt"/>
                <a:ea typeface="+mn-ea"/>
              </a:rPr>
              <a:t>周期</a:t>
            </a:r>
            <a:r>
              <a:rPr lang="zh-CN" altLang="en-US" sz="2800" dirty="0">
                <a:latin typeface="+mn-lt"/>
                <a:ea typeface="+mn-ea"/>
              </a:rPr>
              <a:t>为</a:t>
            </a:r>
            <a:r>
              <a:rPr lang="en-US" altLang="zh-CN" sz="2800" i="1" dirty="0">
                <a:solidFill>
                  <a:srgbClr val="FF0000"/>
                </a:solidFill>
                <a:latin typeface="+mj-lt"/>
                <a:ea typeface="+mn-ea"/>
              </a:rPr>
              <a:t>N</a:t>
            </a:r>
            <a:r>
              <a:rPr lang="en-US" altLang="zh-CN" sz="2800" dirty="0">
                <a:latin typeface="+mj-lt"/>
                <a:ea typeface="+mn-ea"/>
              </a:rPr>
              <a:t>(</a:t>
            </a:r>
            <a:r>
              <a:rPr lang="en-US" altLang="zh-CN" sz="2800" i="1" dirty="0">
                <a:latin typeface="+mj-lt"/>
                <a:ea typeface="+mn-ea"/>
              </a:rPr>
              <a:t>N</a:t>
            </a:r>
            <a:r>
              <a:rPr lang="zh-CN" altLang="en-US" sz="2800" dirty="0">
                <a:latin typeface="+mj-lt"/>
                <a:ea typeface="+mn-ea"/>
              </a:rPr>
              <a:t>为正整数</a:t>
            </a:r>
            <a:r>
              <a:rPr lang="en-US" altLang="zh-CN" sz="2800" dirty="0">
                <a:latin typeface="+mj-lt"/>
                <a:ea typeface="+mn-ea"/>
              </a:rPr>
              <a:t>)</a:t>
            </a:r>
            <a:r>
              <a:rPr lang="zh-CN" altLang="en-US" sz="2800" dirty="0">
                <a:latin typeface="+mn-lt"/>
                <a:ea typeface="+mn-ea"/>
              </a:rPr>
              <a:t>的离散周期序列</a:t>
            </a:r>
            <a:endParaRPr lang="en-US" altLang="zh-CN" sz="2800" dirty="0">
              <a:latin typeface="+mn-lt"/>
              <a:ea typeface="+mn-ea"/>
            </a:endParaRPr>
          </a:p>
          <a:p>
            <a:pPr marL="342900" indent="-342900" eaLnBrk="1" hangingPunct="1">
              <a:buFontTx/>
              <a:buNone/>
              <a:defRPr/>
            </a:pPr>
            <a:r>
              <a:rPr lang="zh-CN" altLang="en-US" sz="2800" dirty="0">
                <a:latin typeface="+mn-lt"/>
                <a:ea typeface="+mn-ea"/>
              </a:rPr>
              <a:t>记作</a:t>
            </a:r>
          </a:p>
        </p:txBody>
      </p:sp>
      <p:graphicFrame>
        <p:nvGraphicFramePr>
          <p:cNvPr id="10" name="Object 3"/>
          <p:cNvGraphicFramePr>
            <a:graphicFrameLocks noChangeAspect="1"/>
          </p:cNvGraphicFramePr>
          <p:nvPr>
            <p:extLst>
              <p:ext uri="{D42A27DB-BD31-4B8C-83A1-F6EECF244321}">
                <p14:modId xmlns:p14="http://schemas.microsoft.com/office/powerpoint/2010/main" val="1025522748"/>
              </p:ext>
            </p:extLst>
          </p:nvPr>
        </p:nvGraphicFramePr>
        <p:xfrm>
          <a:off x="1838325" y="1920094"/>
          <a:ext cx="2952000" cy="507600"/>
        </p:xfrm>
        <a:graphic>
          <a:graphicData uri="http://schemas.openxmlformats.org/presentationml/2006/ole">
            <mc:AlternateContent xmlns:mc="http://schemas.openxmlformats.org/markup-compatibility/2006">
              <mc:Choice xmlns:v="urn:schemas-microsoft-com:vml" Requires="v">
                <p:oleObj name="Equation" r:id="rId2" imgW="1180800" imgH="203040" progId="Equation.DSMT4">
                  <p:embed/>
                </p:oleObj>
              </mc:Choice>
              <mc:Fallback>
                <p:oleObj name="Equation" r:id="rId2" imgW="1180800" imgH="203040" progId="Equation.DSMT4">
                  <p:embed/>
                  <p:pic>
                    <p:nvPicPr>
                      <p:cNvPr id="10" name="Object 3"/>
                      <p:cNvPicPr>
                        <a:picLocks noChangeAspect="1" noChangeArrowheads="1"/>
                      </p:cNvPicPr>
                      <p:nvPr/>
                    </p:nvPicPr>
                    <p:blipFill>
                      <a:blip r:embed="rId3"/>
                      <a:srcRect/>
                      <a:stretch>
                        <a:fillRect/>
                      </a:stretch>
                    </p:blipFill>
                    <p:spPr bwMode="auto">
                      <a:xfrm>
                        <a:off x="1838325" y="1920094"/>
                        <a:ext cx="2952000" cy="50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2767261613"/>
              </p:ext>
            </p:extLst>
          </p:nvPr>
        </p:nvGraphicFramePr>
        <p:xfrm>
          <a:off x="1752600" y="1356792"/>
          <a:ext cx="856800" cy="507600"/>
        </p:xfrm>
        <a:graphic>
          <a:graphicData uri="http://schemas.openxmlformats.org/presentationml/2006/ole">
            <mc:AlternateContent xmlns:mc="http://schemas.openxmlformats.org/markup-compatibility/2006">
              <mc:Choice xmlns:v="urn:schemas-microsoft-com:vml" Requires="v">
                <p:oleObj name="Equation" r:id="rId4" imgW="342720" imgH="203040" progId="Equation.DSMT4">
                  <p:embed/>
                </p:oleObj>
              </mc:Choice>
              <mc:Fallback>
                <p:oleObj name="Equation" r:id="rId4" imgW="342720" imgH="203040" progId="Equation.DSMT4">
                  <p:embed/>
                  <p:pic>
                    <p:nvPicPr>
                      <p:cNvPr id="11" name="Object 3"/>
                      <p:cNvPicPr>
                        <a:picLocks noChangeAspect="1" noChangeArrowheads="1"/>
                      </p:cNvPicPr>
                      <p:nvPr/>
                    </p:nvPicPr>
                    <p:blipFill>
                      <a:blip r:embed="rId5"/>
                      <a:srcRect/>
                      <a:stretch>
                        <a:fillRect/>
                      </a:stretch>
                    </p:blipFill>
                    <p:spPr bwMode="auto">
                      <a:xfrm>
                        <a:off x="1752600" y="1356792"/>
                        <a:ext cx="856800" cy="50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866775" y="2543981"/>
            <a:ext cx="4673074" cy="523220"/>
          </a:xfrm>
          <a:prstGeom prst="rect">
            <a:avLst/>
          </a:prstGeom>
        </p:spPr>
        <p:txBody>
          <a:bodyPr wrap="none">
            <a:spAutoFit/>
          </a:bodyPr>
          <a:lstStyle/>
          <a:p>
            <a:r>
              <a:rPr lang="zh-CN" altLang="en-US" b="1" dirty="0"/>
              <a:t>以正弦序列为例讨论周期性 </a:t>
            </a:r>
          </a:p>
        </p:txBody>
      </p:sp>
      <p:graphicFrame>
        <p:nvGraphicFramePr>
          <p:cNvPr id="14" name="对象 13"/>
          <p:cNvGraphicFramePr>
            <a:graphicFrameLocks noChangeAspect="1"/>
          </p:cNvGraphicFramePr>
          <p:nvPr>
            <p:extLst>
              <p:ext uri="{D42A27DB-BD31-4B8C-83A1-F6EECF244321}">
                <p14:modId xmlns:p14="http://schemas.microsoft.com/office/powerpoint/2010/main" val="2335083263"/>
              </p:ext>
            </p:extLst>
          </p:nvPr>
        </p:nvGraphicFramePr>
        <p:xfrm>
          <a:off x="990600" y="3145643"/>
          <a:ext cx="2571300" cy="571500"/>
        </p:xfrm>
        <a:graphic>
          <a:graphicData uri="http://schemas.openxmlformats.org/presentationml/2006/ole">
            <mc:AlternateContent xmlns:mc="http://schemas.openxmlformats.org/markup-compatibility/2006">
              <mc:Choice xmlns:v="urn:schemas-microsoft-com:vml" Requires="v">
                <p:oleObj name="Equation" r:id="rId6" imgW="1028520" imgH="228600" progId="Equation.DSMT4">
                  <p:embed/>
                </p:oleObj>
              </mc:Choice>
              <mc:Fallback>
                <p:oleObj name="Equation" r:id="rId6" imgW="1028520" imgH="228600" progId="Equation.DSMT4">
                  <p:embed/>
                  <p:pic>
                    <p:nvPicPr>
                      <p:cNvPr id="14" name="对象 13"/>
                      <p:cNvPicPr>
                        <a:picLocks noChangeAspect="1" noChangeArrowheads="1"/>
                      </p:cNvPicPr>
                      <p:nvPr/>
                    </p:nvPicPr>
                    <p:blipFill>
                      <a:blip r:embed="rId7"/>
                      <a:srcRect/>
                      <a:stretch>
                        <a:fillRect/>
                      </a:stretch>
                    </p:blipFill>
                    <p:spPr bwMode="auto">
                      <a:xfrm>
                        <a:off x="990600" y="3145643"/>
                        <a:ext cx="25713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241022842"/>
              </p:ext>
            </p:extLst>
          </p:nvPr>
        </p:nvGraphicFramePr>
        <p:xfrm>
          <a:off x="957943" y="3779192"/>
          <a:ext cx="7016400" cy="571500"/>
        </p:xfrm>
        <a:graphic>
          <a:graphicData uri="http://schemas.openxmlformats.org/presentationml/2006/ole">
            <mc:AlternateContent xmlns:mc="http://schemas.openxmlformats.org/markup-compatibility/2006">
              <mc:Choice xmlns:v="urn:schemas-microsoft-com:vml" Requires="v">
                <p:oleObj name="Equation" r:id="rId8" imgW="2806560" imgH="228600" progId="Equation.DSMT4">
                  <p:embed/>
                </p:oleObj>
              </mc:Choice>
              <mc:Fallback>
                <p:oleObj name="Equation" r:id="rId8" imgW="2806560" imgH="228600" progId="Equation.DSMT4">
                  <p:embed/>
                  <p:pic>
                    <p:nvPicPr>
                      <p:cNvPr id="15" name="对象 14"/>
                      <p:cNvPicPr>
                        <a:picLocks noChangeAspect="1" noChangeArrowheads="1"/>
                      </p:cNvPicPr>
                      <p:nvPr/>
                    </p:nvPicPr>
                    <p:blipFill>
                      <a:blip r:embed="rId9"/>
                      <a:srcRect/>
                      <a:stretch>
                        <a:fillRect/>
                      </a:stretch>
                    </p:blipFill>
                    <p:spPr bwMode="auto">
                      <a:xfrm>
                        <a:off x="957943" y="3779192"/>
                        <a:ext cx="70164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p:cNvSpPr/>
          <p:nvPr/>
        </p:nvSpPr>
        <p:spPr>
          <a:xfrm>
            <a:off x="866775" y="4568371"/>
            <a:ext cx="1980029" cy="523220"/>
          </a:xfrm>
          <a:prstGeom prst="rect">
            <a:avLst/>
          </a:prstGeom>
        </p:spPr>
        <p:txBody>
          <a:bodyPr wrap="none">
            <a:spAutoFit/>
          </a:bodyPr>
          <a:lstStyle/>
          <a:p>
            <a:r>
              <a:rPr lang="zh-CN" altLang="en-US" b="1" dirty="0"/>
              <a:t>当满足条件</a:t>
            </a:r>
          </a:p>
        </p:txBody>
      </p:sp>
      <p:graphicFrame>
        <p:nvGraphicFramePr>
          <p:cNvPr id="18" name="Object 5"/>
          <p:cNvGraphicFramePr>
            <a:graphicFrameLocks noChangeAspect="1"/>
          </p:cNvGraphicFramePr>
          <p:nvPr>
            <p:extLst>
              <p:ext uri="{D42A27DB-BD31-4B8C-83A1-F6EECF244321}">
                <p14:modId xmlns:p14="http://schemas.microsoft.com/office/powerpoint/2010/main" val="2574400978"/>
              </p:ext>
            </p:extLst>
          </p:nvPr>
        </p:nvGraphicFramePr>
        <p:xfrm>
          <a:off x="2947988" y="4547079"/>
          <a:ext cx="1852612" cy="544512"/>
        </p:xfrm>
        <a:graphic>
          <a:graphicData uri="http://schemas.openxmlformats.org/presentationml/2006/ole">
            <mc:AlternateContent xmlns:mc="http://schemas.openxmlformats.org/markup-compatibility/2006">
              <mc:Choice xmlns:v="urn:schemas-microsoft-com:vml" Requires="v">
                <p:oleObj name="Equation" r:id="rId10" imgW="711000" imgH="228600" progId="Equation.DSMT4">
                  <p:embed/>
                </p:oleObj>
              </mc:Choice>
              <mc:Fallback>
                <p:oleObj name="Equation" r:id="rId10" imgW="711000" imgH="228600" progId="Equation.DSMT4">
                  <p:embed/>
                  <p:pic>
                    <p:nvPicPr>
                      <p:cNvPr id="18" name="Object 5"/>
                      <p:cNvPicPr>
                        <a:picLocks noChangeAspect="1" noChangeArrowheads="1"/>
                      </p:cNvPicPr>
                      <p:nvPr/>
                    </p:nvPicPr>
                    <p:blipFill>
                      <a:blip r:embed="rId11"/>
                      <a:srcRect/>
                      <a:stretch>
                        <a:fillRect/>
                      </a:stretch>
                    </p:blipFill>
                    <p:spPr bwMode="auto">
                      <a:xfrm>
                        <a:off x="2947988" y="4547079"/>
                        <a:ext cx="1852612"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4"/>
          <p:cNvSpPr>
            <a:spLocks noChangeArrowheads="1"/>
          </p:cNvSpPr>
          <p:nvPr/>
        </p:nvSpPr>
        <p:spPr bwMode="auto">
          <a:xfrm>
            <a:off x="5029200" y="4516146"/>
            <a:ext cx="2971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latin typeface="+mj-lt"/>
              </a:rPr>
              <a:t>(</a:t>
            </a:r>
            <a:r>
              <a:rPr lang="en-US" altLang="zh-CN" sz="2800" b="1" i="1" dirty="0" err="1">
                <a:latin typeface="+mj-lt"/>
              </a:rPr>
              <a:t>i</a:t>
            </a:r>
            <a:r>
              <a:rPr lang="en-US" altLang="zh-CN" sz="2800" b="1" i="1" dirty="0">
                <a:latin typeface="+mj-lt"/>
              </a:rPr>
              <a:t> </a:t>
            </a:r>
            <a:r>
              <a:rPr lang="zh-CN" altLang="en-US" sz="2800" b="1" dirty="0">
                <a:latin typeface="+mj-lt"/>
              </a:rPr>
              <a:t>为整数</a:t>
            </a:r>
            <a:r>
              <a:rPr lang="en-US" altLang="zh-CN" sz="2800" b="1" dirty="0">
                <a:latin typeface="+mj-lt"/>
              </a:rPr>
              <a:t>)</a:t>
            </a:r>
            <a:endParaRPr lang="zh-CN" altLang="en-US" sz="2800" dirty="0">
              <a:solidFill>
                <a:srgbClr val="FF0066"/>
              </a:solidFill>
              <a:latin typeface="+mj-lt"/>
            </a:endParaRPr>
          </a:p>
        </p:txBody>
      </p:sp>
      <p:graphicFrame>
        <p:nvGraphicFramePr>
          <p:cNvPr id="21" name="Object 15"/>
          <p:cNvGraphicFramePr>
            <a:graphicFrameLocks noChangeAspect="1"/>
          </p:cNvGraphicFramePr>
          <p:nvPr>
            <p:extLst>
              <p:ext uri="{D42A27DB-BD31-4B8C-83A1-F6EECF244321}">
                <p14:modId xmlns:p14="http://schemas.microsoft.com/office/powerpoint/2010/main" val="258750674"/>
              </p:ext>
            </p:extLst>
          </p:nvPr>
        </p:nvGraphicFramePr>
        <p:xfrm>
          <a:off x="1743074" y="5252361"/>
          <a:ext cx="2666700" cy="507600"/>
        </p:xfrm>
        <a:graphic>
          <a:graphicData uri="http://schemas.openxmlformats.org/presentationml/2006/ole">
            <mc:AlternateContent xmlns:mc="http://schemas.openxmlformats.org/markup-compatibility/2006">
              <mc:Choice xmlns:v="urn:schemas-microsoft-com:vml" Requires="v">
                <p:oleObj name="Equation" r:id="rId12" imgW="1066680" imgH="203040" progId="Equation.DSMT4">
                  <p:embed/>
                </p:oleObj>
              </mc:Choice>
              <mc:Fallback>
                <p:oleObj name="Equation" r:id="rId12" imgW="1066680" imgH="203040" progId="Equation.DSMT4">
                  <p:embed/>
                  <p:pic>
                    <p:nvPicPr>
                      <p:cNvPr id="21" name="Object 15"/>
                      <p:cNvPicPr>
                        <a:picLocks noChangeAspect="1" noChangeArrowheads="1"/>
                      </p:cNvPicPr>
                      <p:nvPr/>
                    </p:nvPicPr>
                    <p:blipFill>
                      <a:blip r:embed="rId13"/>
                      <a:srcRect/>
                      <a:stretch>
                        <a:fillRect/>
                      </a:stretch>
                    </p:blipFill>
                    <p:spPr bwMode="auto">
                      <a:xfrm>
                        <a:off x="1743074" y="5252361"/>
                        <a:ext cx="2666700" cy="50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16"/>
          <p:cNvSpPr/>
          <p:nvPr/>
        </p:nvSpPr>
        <p:spPr>
          <a:xfrm>
            <a:off x="893539" y="5206202"/>
            <a:ext cx="545342" cy="523220"/>
          </a:xfrm>
          <a:prstGeom prst="rect">
            <a:avLst/>
          </a:prstGeom>
        </p:spPr>
        <p:txBody>
          <a:bodyPr wrap="none">
            <a:spAutoFit/>
          </a:bodyPr>
          <a:lstStyle/>
          <a:p>
            <a:pPr lvl="0"/>
            <a:r>
              <a:rPr lang="zh-CN" altLang="en-US" sz="2800" b="1" dirty="0">
                <a:solidFill>
                  <a:srgbClr val="000000"/>
                </a:solidFill>
                <a:latin typeface="Arial"/>
              </a:rPr>
              <a:t>则</a:t>
            </a:r>
          </a:p>
        </p:txBody>
      </p:sp>
      <p:sp>
        <p:nvSpPr>
          <p:cNvPr id="16" name="矩形 15"/>
          <p:cNvSpPr/>
          <p:nvPr/>
        </p:nvSpPr>
        <p:spPr>
          <a:xfrm>
            <a:off x="894900" y="5863771"/>
            <a:ext cx="5751896" cy="523220"/>
          </a:xfrm>
          <a:prstGeom prst="rect">
            <a:avLst/>
          </a:prstGeom>
        </p:spPr>
        <p:txBody>
          <a:bodyPr wrap="none">
            <a:spAutoFit/>
          </a:bodyPr>
          <a:lstStyle/>
          <a:p>
            <a:r>
              <a:rPr lang="zh-CN" altLang="en-US" b="1" dirty="0"/>
              <a:t>此时正弦序列是周期序列，周期为</a:t>
            </a:r>
          </a:p>
        </p:txBody>
      </p:sp>
      <p:graphicFrame>
        <p:nvGraphicFramePr>
          <p:cNvPr id="17" name="Object 6"/>
          <p:cNvGraphicFramePr>
            <a:graphicFrameLocks noChangeAspect="1"/>
          </p:cNvGraphicFramePr>
          <p:nvPr>
            <p:extLst>
              <p:ext uri="{D42A27DB-BD31-4B8C-83A1-F6EECF244321}">
                <p14:modId xmlns:p14="http://schemas.microsoft.com/office/powerpoint/2010/main" val="2627730748"/>
              </p:ext>
            </p:extLst>
          </p:nvPr>
        </p:nvGraphicFramePr>
        <p:xfrm>
          <a:off x="6466113" y="5679847"/>
          <a:ext cx="1381125" cy="1036637"/>
        </p:xfrm>
        <a:graphic>
          <a:graphicData uri="http://schemas.openxmlformats.org/presentationml/2006/ole">
            <mc:AlternateContent xmlns:mc="http://schemas.openxmlformats.org/markup-compatibility/2006">
              <mc:Choice xmlns:v="urn:schemas-microsoft-com:vml" Requires="v">
                <p:oleObj name="Equation" r:id="rId14" imgW="609480" imgH="431640" progId="Equation.DSMT4">
                  <p:embed/>
                </p:oleObj>
              </mc:Choice>
              <mc:Fallback>
                <p:oleObj name="Equation" r:id="rId14" imgW="609480" imgH="431640" progId="Equation.DSMT4">
                  <p:embed/>
                  <p:pic>
                    <p:nvPicPr>
                      <p:cNvPr id="12" name="Object 6"/>
                      <p:cNvPicPr>
                        <a:picLocks noChangeAspect="1" noChangeArrowheads="1"/>
                      </p:cNvPicPr>
                      <p:nvPr/>
                    </p:nvPicPr>
                    <p:blipFill>
                      <a:blip r:embed="rId15"/>
                      <a:srcRect/>
                      <a:stretch>
                        <a:fillRect/>
                      </a:stretch>
                    </p:blipFill>
                    <p:spPr bwMode="auto">
                      <a:xfrm>
                        <a:off x="6466113" y="5679847"/>
                        <a:ext cx="138112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1474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1000"/>
                                        <p:tgtEl>
                                          <p:spTgt spid="21"/>
                                        </p:tgtEl>
                                      </p:cBhvr>
                                    </p:animEffect>
                                    <p:anim calcmode="lin" valueType="num">
                                      <p:cBhvr>
                                        <p:cTn id="42" dur="1000" fill="hold"/>
                                        <p:tgtEl>
                                          <p:spTgt spid="21"/>
                                        </p:tgtEl>
                                        <p:attrNameLst>
                                          <p:attrName>ppt_x</p:attrName>
                                        </p:attrNameLst>
                                      </p:cBhvr>
                                      <p:tavLst>
                                        <p:tav tm="0">
                                          <p:val>
                                            <p:strVal val="#ppt_x"/>
                                          </p:val>
                                        </p:tav>
                                        <p:tav tm="100000">
                                          <p:val>
                                            <p:strVal val="#ppt_x"/>
                                          </p:val>
                                        </p:tav>
                                      </p:tavLst>
                                    </p:anim>
                                    <p:anim calcmode="lin" valueType="num">
                                      <p:cBhvr>
                                        <p:cTn id="43" dur="1000" fill="hold"/>
                                        <p:tgtEl>
                                          <p:spTgt spid="2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1000"/>
                                        <p:tgtEl>
                                          <p:spTgt spid="22"/>
                                        </p:tgtEl>
                                      </p:cBhvr>
                                    </p:animEffect>
                                    <p:anim calcmode="lin" valueType="num">
                                      <p:cBhvr>
                                        <p:cTn id="47" dur="1000" fill="hold"/>
                                        <p:tgtEl>
                                          <p:spTgt spid="22"/>
                                        </p:tgtEl>
                                        <p:attrNameLst>
                                          <p:attrName>ppt_x</p:attrName>
                                        </p:attrNameLst>
                                      </p:cBhvr>
                                      <p:tavLst>
                                        <p:tav tm="0">
                                          <p:val>
                                            <p:strVal val="#ppt_x"/>
                                          </p:val>
                                        </p:tav>
                                        <p:tav tm="100000">
                                          <p:val>
                                            <p:strVal val="#ppt_x"/>
                                          </p:val>
                                        </p:tav>
                                      </p:tavLst>
                                    </p:anim>
                                    <p:anim calcmode="lin" valueType="num">
                                      <p:cBhvr>
                                        <p:cTn id="48" dur="1000" fill="hold"/>
                                        <p:tgtEl>
                                          <p:spTgt spid="2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anim calcmode="lin" valueType="num">
                                      <p:cBhvr>
                                        <p:cTn id="52" dur="1000" fill="hold"/>
                                        <p:tgtEl>
                                          <p:spTgt spid="16"/>
                                        </p:tgtEl>
                                        <p:attrNameLst>
                                          <p:attrName>ppt_x</p:attrName>
                                        </p:attrNameLst>
                                      </p:cBhvr>
                                      <p:tavLst>
                                        <p:tav tm="0">
                                          <p:val>
                                            <p:strVal val="#ppt_x"/>
                                          </p:val>
                                        </p:tav>
                                        <p:tav tm="100000">
                                          <p:val>
                                            <p:strVal val="#ppt_x"/>
                                          </p:val>
                                        </p:tav>
                                      </p:tavLst>
                                    </p:anim>
                                    <p:anim calcmode="lin" valueType="num">
                                      <p:cBhvr>
                                        <p:cTn id="53" dur="1000" fill="hold"/>
                                        <p:tgtEl>
                                          <p:spTgt spid="16"/>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1000"/>
                                        <p:tgtEl>
                                          <p:spTgt spid="17"/>
                                        </p:tgtEl>
                                      </p:cBhvr>
                                    </p:animEffect>
                                    <p:anim calcmode="lin" valueType="num">
                                      <p:cBhvr>
                                        <p:cTn id="57" dur="1000" fill="hold"/>
                                        <p:tgtEl>
                                          <p:spTgt spid="17"/>
                                        </p:tgtEl>
                                        <p:attrNameLst>
                                          <p:attrName>ppt_x</p:attrName>
                                        </p:attrNameLst>
                                      </p:cBhvr>
                                      <p:tavLst>
                                        <p:tav tm="0">
                                          <p:val>
                                            <p:strVal val="#ppt_x"/>
                                          </p:val>
                                        </p:tav>
                                        <p:tav tm="100000">
                                          <p:val>
                                            <p:strVal val="#ppt_x"/>
                                          </p:val>
                                        </p:tav>
                                      </p:tavLst>
                                    </p:anim>
                                    <p:anim calcmode="lin" valueType="num">
                                      <p:cBhvr>
                                        <p:cTn id="5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20" grpId="0"/>
      <p:bldP spid="22"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p:cNvSpPr txBox="1">
            <a:spLocks noChangeArrowheads="1"/>
          </p:cNvSpPr>
          <p:nvPr/>
        </p:nvSpPr>
        <p:spPr bwMode="auto">
          <a:xfrm>
            <a:off x="381000" y="914400"/>
            <a:ext cx="648446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dirty="0">
                <a:solidFill>
                  <a:srgbClr val="FF0000"/>
                </a:solidFill>
                <a:latin typeface="宋体" panose="02010600030101010101" pitchFamily="2" charset="-122"/>
              </a:rPr>
              <a:t>★</a:t>
            </a:r>
            <a:r>
              <a:rPr lang="zh-CN" altLang="en-US" sz="3200" b="1" dirty="0">
                <a:latin typeface="宋体" panose="02010600030101010101" pitchFamily="2" charset="-122"/>
              </a:rPr>
              <a:t>判断正弦序列        的周期性</a:t>
            </a:r>
            <a:endParaRPr lang="zh-CN" altLang="en-US" sz="2800" dirty="0">
              <a:solidFill>
                <a:srgbClr val="660033"/>
              </a:solidFill>
              <a:latin typeface="宋体" panose="02010600030101010101" pitchFamily="2" charset="-122"/>
            </a:endParaRPr>
          </a:p>
        </p:txBody>
      </p:sp>
      <p:graphicFrame>
        <p:nvGraphicFramePr>
          <p:cNvPr id="17412" name="对象 2"/>
          <p:cNvGraphicFramePr>
            <a:graphicFrameLocks noChangeAspect="1"/>
          </p:cNvGraphicFramePr>
          <p:nvPr/>
        </p:nvGraphicFramePr>
        <p:xfrm>
          <a:off x="3448500" y="990600"/>
          <a:ext cx="1428300" cy="571500"/>
        </p:xfrm>
        <a:graphic>
          <a:graphicData uri="http://schemas.openxmlformats.org/presentationml/2006/ole">
            <mc:AlternateContent xmlns:mc="http://schemas.openxmlformats.org/markup-compatibility/2006">
              <mc:Choice xmlns:v="urn:schemas-microsoft-com:vml" Requires="v">
                <p:oleObj name="Equation" r:id="rId2" imgW="571320" imgH="228600" progId="Equation.DSMT4">
                  <p:embed/>
                </p:oleObj>
              </mc:Choice>
              <mc:Fallback>
                <p:oleObj name="Equation" r:id="rId2" imgW="571320" imgH="228600" progId="Equation.DSMT4">
                  <p:embed/>
                  <p:pic>
                    <p:nvPicPr>
                      <p:cNvPr id="17412" name="对象 2"/>
                      <p:cNvPicPr>
                        <a:picLocks noChangeAspect="1" noChangeArrowheads="1"/>
                      </p:cNvPicPr>
                      <p:nvPr/>
                    </p:nvPicPr>
                    <p:blipFill>
                      <a:blip r:embed="rId3"/>
                      <a:srcRect/>
                      <a:stretch>
                        <a:fillRect/>
                      </a:stretch>
                    </p:blipFill>
                    <p:spPr bwMode="auto">
                      <a:xfrm>
                        <a:off x="3448500" y="990600"/>
                        <a:ext cx="1428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6"/>
          <p:cNvGraphicFramePr>
            <a:graphicFrameLocks noChangeAspect="1"/>
          </p:cNvGraphicFramePr>
          <p:nvPr>
            <p:extLst>
              <p:ext uri="{D42A27DB-BD31-4B8C-83A1-F6EECF244321}">
                <p14:modId xmlns:p14="http://schemas.microsoft.com/office/powerpoint/2010/main" val="3671101262"/>
              </p:ext>
            </p:extLst>
          </p:nvPr>
        </p:nvGraphicFramePr>
        <p:xfrm>
          <a:off x="1277938" y="1509713"/>
          <a:ext cx="1381125" cy="1036637"/>
        </p:xfrm>
        <a:graphic>
          <a:graphicData uri="http://schemas.openxmlformats.org/presentationml/2006/ole">
            <mc:AlternateContent xmlns:mc="http://schemas.openxmlformats.org/markup-compatibility/2006">
              <mc:Choice xmlns:v="urn:schemas-microsoft-com:vml" Requires="v">
                <p:oleObj name="Equation" r:id="rId4" imgW="609480" imgH="431640" progId="Equation.DSMT4">
                  <p:embed/>
                </p:oleObj>
              </mc:Choice>
              <mc:Fallback>
                <p:oleObj name="Equation" r:id="rId4" imgW="609480" imgH="431640" progId="Equation.DSMT4">
                  <p:embed/>
                  <p:pic>
                    <p:nvPicPr>
                      <p:cNvPr id="12" name="Object 6"/>
                      <p:cNvPicPr>
                        <a:picLocks noChangeAspect="1" noChangeArrowheads="1"/>
                      </p:cNvPicPr>
                      <p:nvPr/>
                    </p:nvPicPr>
                    <p:blipFill>
                      <a:blip r:embed="rId5"/>
                      <a:srcRect/>
                      <a:stretch>
                        <a:fillRect/>
                      </a:stretch>
                    </p:blipFill>
                    <p:spPr bwMode="auto">
                      <a:xfrm>
                        <a:off x="1277938" y="1509713"/>
                        <a:ext cx="138112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0"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993300"/>
                </a:solidFill>
                <a:ea typeface="楷体_GB2312" pitchFamily="49" charset="-122"/>
              </a:rPr>
              <a:t>1.1</a:t>
            </a:r>
            <a:r>
              <a:rPr lang="en-US" altLang="zh-CN" sz="3200" b="1" dirty="0">
                <a:solidFill>
                  <a:srgbClr val="993300"/>
                </a:solidFill>
                <a:ea typeface="楷体_GB2312" pitchFamily="49" charset="-122"/>
              </a:rPr>
              <a:t>.2 </a:t>
            </a:r>
            <a:r>
              <a:rPr lang="zh-CN" altLang="en-US" sz="3200" b="1" dirty="0">
                <a:solidFill>
                  <a:srgbClr val="993300"/>
                </a:solidFill>
                <a:ea typeface="楷体_GB2312" pitchFamily="49" charset="-122"/>
              </a:rPr>
              <a:t>离散周期序列</a:t>
            </a:r>
          </a:p>
        </p:txBody>
      </p:sp>
      <p:sp>
        <p:nvSpPr>
          <p:cNvPr id="16" name="矩形 15"/>
          <p:cNvSpPr/>
          <p:nvPr/>
        </p:nvSpPr>
        <p:spPr>
          <a:xfrm>
            <a:off x="152400" y="2590800"/>
            <a:ext cx="8441691" cy="523220"/>
          </a:xfrm>
          <a:prstGeom prst="rect">
            <a:avLst/>
          </a:prstGeom>
        </p:spPr>
        <p:txBody>
          <a:bodyPr wrap="square">
            <a:spAutoFit/>
          </a:bodyPr>
          <a:lstStyle/>
          <a:p>
            <a:pPr marL="457200" indent="-457200">
              <a:buFont typeface="Wingdings" panose="05000000000000000000" pitchFamily="2" charset="2"/>
              <a:buChar char="Ø"/>
            </a:pPr>
            <a:r>
              <a:rPr lang="en-US" altLang="zh-CN" b="1" dirty="0">
                <a:effectLst>
                  <a:outerShdw blurRad="38100" dist="38100" dir="2700000" algn="tl">
                    <a:srgbClr val="FFFFFF"/>
                  </a:outerShdw>
                </a:effectLst>
                <a:latin typeface="+mj-lt"/>
              </a:rPr>
              <a:t>2π/</a:t>
            </a:r>
            <a:r>
              <a:rPr lang="en-US" altLang="zh-CN" b="1" i="1" dirty="0">
                <a:effectLst>
                  <a:outerShdw blurRad="38100" dist="38100" dir="2700000" algn="tl">
                    <a:srgbClr val="FFFFFF"/>
                  </a:outerShdw>
                </a:effectLst>
                <a:latin typeface="+mj-lt"/>
              </a:rPr>
              <a:t>ω</a:t>
            </a:r>
            <a:r>
              <a:rPr lang="en-US" altLang="zh-CN" b="1" baseline="-25000" dirty="0">
                <a:effectLst>
                  <a:outerShdw blurRad="38100" dist="38100" dir="2700000" algn="tl">
                    <a:srgbClr val="FFFFFF"/>
                  </a:outerShdw>
                </a:effectLst>
                <a:latin typeface="+mj-lt"/>
              </a:rPr>
              <a:t>0</a:t>
            </a:r>
            <a:r>
              <a:rPr lang="zh-CN" altLang="en-US" b="1" dirty="0">
                <a:effectLst>
                  <a:outerShdw blurRad="38100" dist="38100" dir="2700000" algn="tl">
                    <a:srgbClr val="FFFFFF"/>
                  </a:outerShdw>
                </a:effectLst>
                <a:latin typeface="+mj-lt"/>
              </a:rPr>
              <a:t>为</a:t>
            </a:r>
            <a:r>
              <a:rPr lang="zh-CN" altLang="en-US" b="1" dirty="0">
                <a:solidFill>
                  <a:srgbClr val="FF0000"/>
                </a:solidFill>
                <a:latin typeface="+mj-lt"/>
              </a:rPr>
              <a:t>有理数</a:t>
            </a:r>
            <a:endParaRPr lang="zh-CN" altLang="en-US" b="1" baseline="-25000" dirty="0">
              <a:latin typeface="+mj-lt"/>
            </a:endParaRPr>
          </a:p>
        </p:txBody>
      </p:sp>
      <p:graphicFrame>
        <p:nvGraphicFramePr>
          <p:cNvPr id="17" name="Object 6"/>
          <p:cNvGraphicFramePr>
            <a:graphicFrameLocks noChangeAspect="1"/>
          </p:cNvGraphicFramePr>
          <p:nvPr>
            <p:extLst>
              <p:ext uri="{D42A27DB-BD31-4B8C-83A1-F6EECF244321}">
                <p14:modId xmlns:p14="http://schemas.microsoft.com/office/powerpoint/2010/main" val="3211307903"/>
              </p:ext>
            </p:extLst>
          </p:nvPr>
        </p:nvGraphicFramePr>
        <p:xfrm>
          <a:off x="3086101" y="2980189"/>
          <a:ext cx="1337308" cy="1036637"/>
        </p:xfrm>
        <a:graphic>
          <a:graphicData uri="http://schemas.openxmlformats.org/presentationml/2006/ole">
            <mc:AlternateContent xmlns:mc="http://schemas.openxmlformats.org/markup-compatibility/2006">
              <mc:Choice xmlns:v="urn:schemas-microsoft-com:vml" Requires="v">
                <p:oleObj name="Equation" r:id="rId6" imgW="609480" imgH="431640" progId="Equation.DSMT4">
                  <p:embed/>
                </p:oleObj>
              </mc:Choice>
              <mc:Fallback>
                <p:oleObj name="Equation" r:id="rId6" imgW="609480" imgH="431640" progId="Equation.DSMT4">
                  <p:embed/>
                  <p:pic>
                    <p:nvPicPr>
                      <p:cNvPr id="17" name="Object 6"/>
                      <p:cNvPicPr>
                        <a:picLocks noChangeAspect="1" noChangeArrowheads="1"/>
                      </p:cNvPicPr>
                      <p:nvPr/>
                    </p:nvPicPr>
                    <p:blipFill>
                      <a:blip r:embed="rId7"/>
                      <a:srcRect/>
                      <a:stretch>
                        <a:fillRect/>
                      </a:stretch>
                    </p:blipFill>
                    <p:spPr bwMode="auto">
                      <a:xfrm>
                        <a:off x="3086101" y="2980189"/>
                        <a:ext cx="1337308" cy="1036637"/>
                      </a:xfrm>
                      <a:prstGeom prst="rect">
                        <a:avLst/>
                      </a:prstGeom>
                      <a:noFill/>
                      <a:ln>
                        <a:noFill/>
                      </a:ln>
                    </p:spPr>
                  </p:pic>
                </p:oleObj>
              </mc:Fallback>
            </mc:AlternateContent>
          </a:graphicData>
        </a:graphic>
      </p:graphicFrame>
      <p:sp>
        <p:nvSpPr>
          <p:cNvPr id="18" name="矩形 17"/>
          <p:cNvSpPr/>
          <p:nvPr/>
        </p:nvSpPr>
        <p:spPr>
          <a:xfrm>
            <a:off x="457201" y="3124200"/>
            <a:ext cx="8517890" cy="1114664"/>
          </a:xfrm>
          <a:prstGeom prst="rect">
            <a:avLst/>
          </a:prstGeom>
        </p:spPr>
        <p:txBody>
          <a:bodyPr wrap="square">
            <a:spAutoFit/>
          </a:bodyPr>
          <a:lstStyle/>
          <a:p>
            <a:pPr eaLnBrk="1" hangingPunct="1">
              <a:lnSpc>
                <a:spcPct val="125000"/>
              </a:lnSpc>
              <a:spcBef>
                <a:spcPts val="600"/>
              </a:spcBef>
            </a:pPr>
            <a:r>
              <a:rPr lang="zh-CN" altLang="en-US" b="1" dirty="0">
                <a:latin typeface="+mj-lt"/>
              </a:rPr>
              <a:t>选择</a:t>
            </a:r>
            <a:r>
              <a:rPr lang="en-US" altLang="zh-CN" b="1" i="1" dirty="0" err="1">
                <a:latin typeface="+mj-lt"/>
              </a:rPr>
              <a:t>i</a:t>
            </a:r>
            <a:r>
              <a:rPr lang="en-US" altLang="zh-CN" b="1" dirty="0">
                <a:latin typeface="+mj-lt"/>
              </a:rPr>
              <a:t>(</a:t>
            </a:r>
            <a:r>
              <a:rPr lang="zh-CN" altLang="en-US" b="1" dirty="0">
                <a:latin typeface="+mj-lt"/>
              </a:rPr>
              <a:t>整数</a:t>
            </a:r>
            <a:r>
              <a:rPr lang="en-US" altLang="zh-CN" b="1" dirty="0">
                <a:latin typeface="+mj-lt"/>
              </a:rPr>
              <a:t>)</a:t>
            </a:r>
            <a:r>
              <a:rPr lang="zh-CN" altLang="en-US" b="1" dirty="0">
                <a:latin typeface="+mj-lt"/>
              </a:rPr>
              <a:t>，使                 </a:t>
            </a:r>
            <a:r>
              <a:rPr lang="zh-CN" altLang="en-US" b="1" dirty="0"/>
              <a:t>取最小正整数，</a:t>
            </a:r>
            <a:r>
              <a:rPr lang="en-US" altLang="zh-CN" b="1" i="1" dirty="0"/>
              <a:t>N</a:t>
            </a:r>
            <a:r>
              <a:rPr lang="zh-CN" altLang="en-US" b="1" i="1" dirty="0"/>
              <a:t> </a:t>
            </a:r>
            <a:r>
              <a:rPr lang="zh-CN" altLang="en-US" b="1" dirty="0"/>
              <a:t>即为基本</a:t>
            </a:r>
            <a:r>
              <a:rPr lang="zh-CN" altLang="en-US" b="1" dirty="0">
                <a:solidFill>
                  <a:srgbClr val="FF0000"/>
                </a:solidFill>
              </a:rPr>
              <a:t>周期</a:t>
            </a:r>
            <a:r>
              <a:rPr lang="zh-CN" altLang="en-US" b="1" dirty="0"/>
              <a:t>。</a:t>
            </a:r>
          </a:p>
        </p:txBody>
      </p:sp>
      <p:sp>
        <p:nvSpPr>
          <p:cNvPr id="22" name="矩形 21"/>
          <p:cNvSpPr/>
          <p:nvPr/>
        </p:nvSpPr>
        <p:spPr>
          <a:xfrm>
            <a:off x="152400" y="4382715"/>
            <a:ext cx="8822691" cy="540533"/>
          </a:xfrm>
          <a:prstGeom prst="rect">
            <a:avLst/>
          </a:prstGeom>
        </p:spPr>
        <p:txBody>
          <a:bodyPr wrap="square">
            <a:spAutoFit/>
          </a:bodyPr>
          <a:lstStyle/>
          <a:p>
            <a:pPr marL="457200" indent="-457200">
              <a:lnSpc>
                <a:spcPct val="114000"/>
              </a:lnSpc>
              <a:spcBef>
                <a:spcPts val="0"/>
              </a:spcBef>
              <a:buFont typeface="Wingdings" panose="05000000000000000000" pitchFamily="2" charset="2"/>
              <a:buChar char="Ø"/>
            </a:pPr>
            <a:r>
              <a:rPr lang="en-US" altLang="zh-CN" b="1" dirty="0">
                <a:effectLst>
                  <a:outerShdw blurRad="38100" dist="38100" dir="2700000" algn="tl">
                    <a:srgbClr val="FFFFFF"/>
                  </a:outerShdw>
                </a:effectLst>
                <a:latin typeface="+mj-lt"/>
              </a:rPr>
              <a:t>2π/</a:t>
            </a:r>
            <a:r>
              <a:rPr lang="en-US" altLang="zh-CN" b="1" i="1" dirty="0">
                <a:effectLst>
                  <a:outerShdw blurRad="38100" dist="38100" dir="2700000" algn="tl">
                    <a:srgbClr val="FFFFFF"/>
                  </a:outerShdw>
                </a:effectLst>
                <a:latin typeface="+mj-lt"/>
              </a:rPr>
              <a:t>ω</a:t>
            </a:r>
            <a:r>
              <a:rPr lang="en-US" altLang="zh-CN" b="1" baseline="-25000" dirty="0">
                <a:effectLst>
                  <a:outerShdw blurRad="38100" dist="38100" dir="2700000" algn="tl">
                    <a:srgbClr val="FFFFFF"/>
                  </a:outerShdw>
                </a:effectLst>
                <a:latin typeface="+mj-lt"/>
              </a:rPr>
              <a:t>0</a:t>
            </a:r>
            <a:r>
              <a:rPr lang="zh-CN" altLang="en-US" b="1" dirty="0">
                <a:effectLst>
                  <a:outerShdw blurRad="38100" dist="38100" dir="2700000" algn="tl">
                    <a:srgbClr val="FFFFFF"/>
                  </a:outerShdw>
                </a:effectLst>
                <a:latin typeface="+mj-lt"/>
              </a:rPr>
              <a:t>为</a:t>
            </a:r>
            <a:r>
              <a:rPr lang="zh-CN" altLang="en-US" b="1" dirty="0">
                <a:solidFill>
                  <a:schemeClr val="tx2">
                    <a:lumMod val="60000"/>
                    <a:lumOff val="40000"/>
                  </a:schemeClr>
                </a:solidFill>
                <a:latin typeface="+mj-lt"/>
              </a:rPr>
              <a:t>无理数</a:t>
            </a:r>
            <a:endParaRPr lang="en-US" altLang="zh-CN" b="1" dirty="0">
              <a:solidFill>
                <a:schemeClr val="tx2">
                  <a:lumMod val="60000"/>
                  <a:lumOff val="40000"/>
                </a:schemeClr>
              </a:solidFill>
              <a:latin typeface="+mj-lt"/>
            </a:endParaRPr>
          </a:p>
        </p:txBody>
      </p:sp>
      <p:sp>
        <p:nvSpPr>
          <p:cNvPr id="25" name="Rectangle 4"/>
          <p:cNvSpPr>
            <a:spLocks noChangeArrowheads="1"/>
          </p:cNvSpPr>
          <p:nvPr/>
        </p:nvSpPr>
        <p:spPr bwMode="auto">
          <a:xfrm>
            <a:off x="3008153" y="1738313"/>
            <a:ext cx="2971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latin typeface="+mj-lt"/>
              </a:rPr>
              <a:t>(</a:t>
            </a:r>
            <a:r>
              <a:rPr lang="en-US" altLang="zh-CN" sz="2800" b="1" i="1" dirty="0" err="1">
                <a:latin typeface="+mj-lt"/>
              </a:rPr>
              <a:t>i</a:t>
            </a:r>
            <a:r>
              <a:rPr lang="en-US" altLang="zh-CN" sz="2800" b="1" i="1" dirty="0">
                <a:latin typeface="+mj-lt"/>
              </a:rPr>
              <a:t> </a:t>
            </a:r>
            <a:r>
              <a:rPr lang="zh-CN" altLang="en-US" sz="2800" b="1" dirty="0">
                <a:latin typeface="+mj-lt"/>
              </a:rPr>
              <a:t>为整数</a:t>
            </a:r>
            <a:r>
              <a:rPr lang="en-US" altLang="zh-CN" sz="2800" b="1" dirty="0">
                <a:latin typeface="+mj-lt"/>
              </a:rPr>
              <a:t>)</a:t>
            </a:r>
            <a:endParaRPr lang="zh-CN" altLang="en-US" sz="2800" dirty="0">
              <a:solidFill>
                <a:srgbClr val="FF0066"/>
              </a:solidFill>
              <a:latin typeface="+mj-lt"/>
            </a:endParaRPr>
          </a:p>
        </p:txBody>
      </p:sp>
      <p:graphicFrame>
        <p:nvGraphicFramePr>
          <p:cNvPr id="27" name="Object 9"/>
          <p:cNvGraphicFramePr>
            <a:graphicFrameLocks noChangeAspect="1"/>
          </p:cNvGraphicFramePr>
          <p:nvPr>
            <p:extLst>
              <p:ext uri="{D42A27DB-BD31-4B8C-83A1-F6EECF244321}">
                <p14:modId xmlns:p14="http://schemas.microsoft.com/office/powerpoint/2010/main" val="2312220947"/>
              </p:ext>
            </p:extLst>
          </p:nvPr>
        </p:nvGraphicFramePr>
        <p:xfrm>
          <a:off x="1393825" y="5867400"/>
          <a:ext cx="3897313" cy="658813"/>
        </p:xfrm>
        <a:graphic>
          <a:graphicData uri="http://schemas.openxmlformats.org/presentationml/2006/ole">
            <mc:AlternateContent xmlns:mc="http://schemas.openxmlformats.org/markup-compatibility/2006">
              <mc:Choice xmlns:v="urn:schemas-microsoft-com:vml" Requires="v">
                <p:oleObj name="Equation" r:id="rId8" imgW="1498320" imgH="253800" progId="Equation.DSMT4">
                  <p:embed/>
                </p:oleObj>
              </mc:Choice>
              <mc:Fallback>
                <p:oleObj name="Equation" r:id="rId8" imgW="1498320" imgH="253800" progId="Equation.DSMT4">
                  <p:embed/>
                  <p:pic>
                    <p:nvPicPr>
                      <p:cNvPr id="27" name="Object 9"/>
                      <p:cNvPicPr>
                        <a:picLocks noChangeAspect="1" noChangeArrowheads="1"/>
                      </p:cNvPicPr>
                      <p:nvPr/>
                    </p:nvPicPr>
                    <p:blipFill>
                      <a:blip r:embed="rId9"/>
                      <a:srcRect/>
                      <a:stretch>
                        <a:fillRect/>
                      </a:stretch>
                    </p:blipFill>
                    <p:spPr bwMode="auto">
                      <a:xfrm>
                        <a:off x="1393825" y="5867400"/>
                        <a:ext cx="3897313"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矩形 4"/>
          <p:cNvSpPr/>
          <p:nvPr/>
        </p:nvSpPr>
        <p:spPr>
          <a:xfrm>
            <a:off x="5238168" y="6002145"/>
            <a:ext cx="2348720" cy="523220"/>
          </a:xfrm>
          <a:prstGeom prst="rect">
            <a:avLst/>
          </a:prstGeom>
        </p:spPr>
        <p:txBody>
          <a:bodyPr wrap="none">
            <a:spAutoFit/>
          </a:bodyPr>
          <a:lstStyle/>
          <a:p>
            <a:r>
              <a:rPr lang="zh-CN" altLang="en-US" b="1" dirty="0"/>
              <a:t>不是周期序列</a:t>
            </a:r>
            <a:endParaRPr lang="zh-CN" altLang="en-US" dirty="0"/>
          </a:p>
        </p:txBody>
      </p:sp>
      <p:sp>
        <p:nvSpPr>
          <p:cNvPr id="6" name="矩形 5"/>
          <p:cNvSpPr/>
          <p:nvPr/>
        </p:nvSpPr>
        <p:spPr>
          <a:xfrm>
            <a:off x="457200" y="5984181"/>
            <a:ext cx="904415" cy="523220"/>
          </a:xfrm>
          <a:prstGeom prst="rect">
            <a:avLst/>
          </a:prstGeom>
        </p:spPr>
        <p:txBody>
          <a:bodyPr wrap="none">
            <a:spAutoFit/>
          </a:bodyPr>
          <a:lstStyle/>
          <a:p>
            <a:r>
              <a:rPr lang="zh-CN" altLang="en-US" b="1" dirty="0"/>
              <a:t>例如</a:t>
            </a:r>
            <a:endParaRPr lang="zh-CN" altLang="en-US" dirty="0"/>
          </a:p>
        </p:txBody>
      </p:sp>
      <p:sp>
        <p:nvSpPr>
          <p:cNvPr id="8" name="矩形 7"/>
          <p:cNvSpPr/>
          <p:nvPr/>
        </p:nvSpPr>
        <p:spPr>
          <a:xfrm>
            <a:off x="457201" y="4868819"/>
            <a:ext cx="8517890" cy="1074781"/>
          </a:xfrm>
          <a:prstGeom prst="rect">
            <a:avLst/>
          </a:prstGeom>
        </p:spPr>
        <p:txBody>
          <a:bodyPr wrap="square">
            <a:spAutoFit/>
          </a:bodyPr>
          <a:lstStyle/>
          <a:p>
            <a:pPr lvl="0">
              <a:lnSpc>
                <a:spcPct val="114000"/>
              </a:lnSpc>
              <a:spcBef>
                <a:spcPts val="0"/>
              </a:spcBef>
            </a:pPr>
            <a:r>
              <a:rPr lang="zh-CN" altLang="en-US" b="1" dirty="0">
                <a:solidFill>
                  <a:srgbClr val="000000"/>
                </a:solidFill>
                <a:latin typeface="Times New Roman"/>
                <a:ea typeface="宋体"/>
              </a:rPr>
              <a:t>任何整数</a:t>
            </a:r>
            <a:r>
              <a:rPr lang="en-US" altLang="zh-CN" b="1" i="1" dirty="0" err="1">
                <a:solidFill>
                  <a:srgbClr val="000000"/>
                </a:solidFill>
                <a:latin typeface="Times New Roman"/>
                <a:ea typeface="宋体"/>
              </a:rPr>
              <a:t>i</a:t>
            </a:r>
            <a:r>
              <a:rPr lang="zh-CN" altLang="en-US" b="1" dirty="0">
                <a:solidFill>
                  <a:srgbClr val="000000"/>
                </a:solidFill>
                <a:latin typeface="Times New Roman"/>
                <a:ea typeface="宋体"/>
              </a:rPr>
              <a:t>都不能使</a:t>
            </a:r>
            <a:r>
              <a:rPr lang="en-US" altLang="zh-CN" b="1" i="1" dirty="0">
                <a:solidFill>
                  <a:srgbClr val="000000"/>
                </a:solidFill>
                <a:latin typeface="Times New Roman"/>
                <a:ea typeface="宋体"/>
              </a:rPr>
              <a:t>N </a:t>
            </a:r>
            <a:r>
              <a:rPr lang="zh-CN" altLang="en-US" b="1" dirty="0">
                <a:solidFill>
                  <a:srgbClr val="000000"/>
                </a:solidFill>
                <a:latin typeface="Times New Roman"/>
                <a:ea typeface="宋体"/>
              </a:rPr>
              <a:t>为正整数，这时正弦序列不是</a:t>
            </a:r>
            <a:endParaRPr lang="en-US" altLang="zh-CN" b="1" dirty="0">
              <a:solidFill>
                <a:srgbClr val="000000"/>
              </a:solidFill>
              <a:latin typeface="Times New Roman"/>
              <a:ea typeface="宋体"/>
            </a:endParaRPr>
          </a:p>
          <a:p>
            <a:pPr lvl="0">
              <a:lnSpc>
                <a:spcPct val="114000"/>
              </a:lnSpc>
              <a:spcBef>
                <a:spcPts val="0"/>
              </a:spcBef>
            </a:pPr>
            <a:r>
              <a:rPr lang="zh-CN" altLang="en-US" b="1" dirty="0">
                <a:solidFill>
                  <a:srgbClr val="000000"/>
                </a:solidFill>
                <a:latin typeface="Times New Roman"/>
                <a:ea typeface="宋体"/>
              </a:rPr>
              <a:t>周期序列。 </a:t>
            </a:r>
            <a:endParaRPr lang="zh-CN" altLang="en-US" b="1" baseline="-25000" dirty="0">
              <a:solidFill>
                <a:srgbClr val="000000"/>
              </a:solidFill>
              <a:latin typeface="Times New Roman"/>
              <a:ea typeface="宋体"/>
            </a:endParaRPr>
          </a:p>
        </p:txBody>
      </p:sp>
    </p:spTree>
    <p:extLst>
      <p:ext uri="{BB962C8B-B14F-4D97-AF65-F5344CB8AC3E}">
        <p14:creationId xmlns:p14="http://schemas.microsoft.com/office/powerpoint/2010/main" val="97789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 grpId="0"/>
      <p:bldP spid="6"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993300"/>
                </a:solidFill>
                <a:ea typeface="楷体_GB2312" pitchFamily="49" charset="-122"/>
              </a:rPr>
              <a:t>1.1</a:t>
            </a:r>
            <a:r>
              <a:rPr lang="en-US" altLang="zh-CN" sz="3200" b="1" dirty="0">
                <a:solidFill>
                  <a:srgbClr val="993300"/>
                </a:solidFill>
                <a:ea typeface="楷体_GB2312" pitchFamily="49" charset="-122"/>
              </a:rPr>
              <a:t>.2 </a:t>
            </a:r>
            <a:r>
              <a:rPr lang="zh-CN" altLang="en-US" sz="3200" b="1" dirty="0">
                <a:solidFill>
                  <a:srgbClr val="993300"/>
                </a:solidFill>
                <a:ea typeface="楷体_GB2312" pitchFamily="49" charset="-122"/>
              </a:rPr>
              <a:t>离散周期序列</a:t>
            </a:r>
          </a:p>
        </p:txBody>
      </p:sp>
      <p:sp>
        <p:nvSpPr>
          <p:cNvPr id="3" name="矩形 2"/>
          <p:cNvSpPr/>
          <p:nvPr/>
        </p:nvSpPr>
        <p:spPr>
          <a:xfrm>
            <a:off x="152400" y="990600"/>
            <a:ext cx="1354858"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习题</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1.2</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矩形 3"/>
          <p:cNvSpPr/>
          <p:nvPr/>
        </p:nvSpPr>
        <p:spPr>
          <a:xfrm>
            <a:off x="152400" y="1590020"/>
            <a:ext cx="9201558" cy="523220"/>
          </a:xfrm>
          <a:prstGeom prst="rect">
            <a:avLst/>
          </a:prstGeom>
        </p:spPr>
        <p:txBody>
          <a:bodyPr wrap="none">
            <a:spAutoFit/>
          </a:bodyPr>
          <a:lstStyle/>
          <a:p>
            <a:r>
              <a:rPr lang="zh-CN" altLang="en-US" b="1" dirty="0"/>
              <a:t>判断下列序列是否是周期序列，若是，确定其周期长度。</a:t>
            </a:r>
          </a:p>
        </p:txBody>
      </p:sp>
      <p:sp>
        <p:nvSpPr>
          <p:cNvPr id="5" name="矩形 4"/>
          <p:cNvSpPr/>
          <p:nvPr/>
        </p:nvSpPr>
        <p:spPr>
          <a:xfrm>
            <a:off x="228600" y="2380268"/>
            <a:ext cx="604653" cy="523220"/>
          </a:xfrm>
          <a:prstGeom prst="rect">
            <a:avLst/>
          </a:prstGeom>
        </p:spPr>
        <p:txBody>
          <a:bodyPr wrap="none">
            <a:spAutoFit/>
          </a:bodyPr>
          <a:lstStyle/>
          <a:p>
            <a:pPr lvl="0">
              <a:defRPr/>
            </a:pPr>
            <a:r>
              <a:rPr lang="en-US" altLang="zh-CN" sz="28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2800" dirty="0">
              <a:solidFill>
                <a:srgbClr val="000000"/>
              </a:solidFill>
              <a:latin typeface="Times New Roman" panose="02020603050405020304" pitchFamily="18" charset="0"/>
              <a:ea typeface="宋体" panose="02010600030101010101" pitchFamily="2" charset="-122"/>
            </a:endParaRPr>
          </a:p>
        </p:txBody>
      </p:sp>
      <p:graphicFrame>
        <p:nvGraphicFramePr>
          <p:cNvPr id="6" name="对象 10"/>
          <p:cNvGraphicFramePr>
            <a:graphicFrameLocks noChangeAspect="1"/>
          </p:cNvGraphicFramePr>
          <p:nvPr>
            <p:extLst>
              <p:ext uri="{D42A27DB-BD31-4B8C-83A1-F6EECF244321}">
                <p14:modId xmlns:p14="http://schemas.microsoft.com/office/powerpoint/2010/main" val="3622421975"/>
              </p:ext>
            </p:extLst>
          </p:nvPr>
        </p:nvGraphicFramePr>
        <p:xfrm>
          <a:off x="990600" y="2166258"/>
          <a:ext cx="3154363" cy="904875"/>
        </p:xfrm>
        <a:graphic>
          <a:graphicData uri="http://schemas.openxmlformats.org/presentationml/2006/ole">
            <mc:AlternateContent xmlns:mc="http://schemas.openxmlformats.org/markup-compatibility/2006">
              <mc:Choice xmlns:v="urn:schemas-microsoft-com:vml" Requires="v">
                <p:oleObj name="Equation" r:id="rId2" imgW="1371600" imgH="393480" progId="Equation.DSMT4">
                  <p:embed/>
                </p:oleObj>
              </mc:Choice>
              <mc:Fallback>
                <p:oleObj name="Equation" r:id="rId2" imgW="1371600" imgH="393480" progId="Equation.DSMT4">
                  <p:embed/>
                  <p:pic>
                    <p:nvPicPr>
                      <p:cNvPr id="12" name="对象 10"/>
                      <p:cNvPicPr>
                        <a:picLocks noChangeAspect="1" noChangeArrowheads="1"/>
                      </p:cNvPicPr>
                      <p:nvPr/>
                    </p:nvPicPr>
                    <p:blipFill>
                      <a:blip r:embed="rId3"/>
                      <a:srcRect/>
                      <a:stretch>
                        <a:fillRect/>
                      </a:stretch>
                    </p:blipFill>
                    <p:spPr bwMode="auto">
                      <a:xfrm>
                        <a:off x="990600" y="2166258"/>
                        <a:ext cx="315436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228600" y="3170516"/>
            <a:ext cx="906017" cy="523220"/>
          </a:xfrm>
          <a:prstGeom prst="rect">
            <a:avLst/>
          </a:prstGeom>
        </p:spPr>
        <p:txBody>
          <a:bodyPr wrap="none">
            <a:spAutoFit/>
          </a:bodyPr>
          <a:lstStyle/>
          <a:p>
            <a:r>
              <a:rPr lang="zh-CN" altLang="en-US" b="1" dirty="0"/>
              <a:t>解：</a:t>
            </a:r>
            <a:endParaRPr lang="zh-CN" altLang="en-US" dirty="0"/>
          </a:p>
        </p:txBody>
      </p:sp>
      <p:sp>
        <p:nvSpPr>
          <p:cNvPr id="8" name="矩形 7"/>
          <p:cNvSpPr/>
          <p:nvPr/>
        </p:nvSpPr>
        <p:spPr>
          <a:xfrm>
            <a:off x="1066800" y="5548155"/>
            <a:ext cx="4953000" cy="523220"/>
          </a:xfrm>
          <a:prstGeom prst="rect">
            <a:avLst/>
          </a:prstGeom>
        </p:spPr>
        <p:txBody>
          <a:bodyPr wrap="square">
            <a:spAutoFit/>
          </a:bodyPr>
          <a:lstStyle/>
          <a:p>
            <a:r>
              <a:rPr lang="zh-CN" altLang="en-US" b="1" dirty="0">
                <a:solidFill>
                  <a:prstClr val="black"/>
                </a:solidFill>
              </a:rPr>
              <a:t>是周期序列，周期是</a:t>
            </a:r>
            <a:r>
              <a:rPr lang="en-US" altLang="zh-CN" b="1" dirty="0">
                <a:solidFill>
                  <a:prstClr val="black"/>
                </a:solidFill>
              </a:rPr>
              <a:t>14</a:t>
            </a:r>
            <a:r>
              <a:rPr lang="zh-CN" altLang="en-US" b="1" dirty="0">
                <a:solidFill>
                  <a:prstClr val="black"/>
                </a:solidFill>
              </a:rPr>
              <a:t>。</a:t>
            </a:r>
            <a:endParaRPr lang="zh-CN" altLang="en-US" sz="3200" dirty="0"/>
          </a:p>
        </p:txBody>
      </p:sp>
      <p:graphicFrame>
        <p:nvGraphicFramePr>
          <p:cNvPr id="9" name="对象 12"/>
          <p:cNvGraphicFramePr>
            <a:graphicFrameLocks noChangeAspect="1"/>
          </p:cNvGraphicFramePr>
          <p:nvPr>
            <p:extLst>
              <p:ext uri="{D42A27DB-BD31-4B8C-83A1-F6EECF244321}">
                <p14:modId xmlns:p14="http://schemas.microsoft.com/office/powerpoint/2010/main" val="2160164308"/>
              </p:ext>
            </p:extLst>
          </p:nvPr>
        </p:nvGraphicFramePr>
        <p:xfrm>
          <a:off x="1218974" y="3352800"/>
          <a:ext cx="2835275" cy="944562"/>
        </p:xfrm>
        <a:graphic>
          <a:graphicData uri="http://schemas.openxmlformats.org/presentationml/2006/ole">
            <mc:AlternateContent xmlns:mc="http://schemas.openxmlformats.org/markup-compatibility/2006">
              <mc:Choice xmlns:v="urn:schemas-microsoft-com:vml" Requires="v">
                <p:oleObj name="Equation" r:id="rId4" imgW="1180800" imgH="393480" progId="Equation.DSMT4">
                  <p:embed/>
                </p:oleObj>
              </mc:Choice>
              <mc:Fallback>
                <p:oleObj name="Equation" r:id="rId4" imgW="1180800" imgH="393480" progId="Equation.DSMT4">
                  <p:embed/>
                  <p:pic>
                    <p:nvPicPr>
                      <p:cNvPr id="9" name="对象 12"/>
                      <p:cNvPicPr>
                        <a:picLocks noChangeAspect="1" noChangeArrowheads="1"/>
                      </p:cNvPicPr>
                      <p:nvPr/>
                    </p:nvPicPr>
                    <p:blipFill>
                      <a:blip r:embed="rId5"/>
                      <a:srcRect/>
                      <a:stretch>
                        <a:fillRect/>
                      </a:stretch>
                    </p:blipFill>
                    <p:spPr bwMode="auto">
                      <a:xfrm>
                        <a:off x="1218974" y="3352800"/>
                        <a:ext cx="2835275"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2"/>
          <p:cNvGraphicFramePr>
            <a:graphicFrameLocks noChangeAspect="1"/>
          </p:cNvGraphicFramePr>
          <p:nvPr>
            <p:extLst>
              <p:ext uri="{D42A27DB-BD31-4B8C-83A1-F6EECF244321}">
                <p14:modId xmlns:p14="http://schemas.microsoft.com/office/powerpoint/2010/main" val="1485995351"/>
              </p:ext>
            </p:extLst>
          </p:nvPr>
        </p:nvGraphicFramePr>
        <p:xfrm>
          <a:off x="1218974" y="4710487"/>
          <a:ext cx="1981200" cy="457200"/>
        </p:xfrm>
        <a:graphic>
          <a:graphicData uri="http://schemas.openxmlformats.org/presentationml/2006/ole">
            <mc:AlternateContent xmlns:mc="http://schemas.openxmlformats.org/markup-compatibility/2006">
              <mc:Choice xmlns:v="urn:schemas-microsoft-com:vml" Requires="v">
                <p:oleObj name="Equation" r:id="rId6" imgW="825480" imgH="190440" progId="Equation.DSMT4">
                  <p:embed/>
                </p:oleObj>
              </mc:Choice>
              <mc:Fallback>
                <p:oleObj name="Equation" r:id="rId6" imgW="825480" imgH="190440" progId="Equation.DSMT4">
                  <p:embed/>
                  <p:pic>
                    <p:nvPicPr>
                      <p:cNvPr id="9" name="对象 12"/>
                      <p:cNvPicPr>
                        <a:picLocks noChangeAspect="1" noChangeArrowheads="1"/>
                      </p:cNvPicPr>
                      <p:nvPr/>
                    </p:nvPicPr>
                    <p:blipFill>
                      <a:blip r:embed="rId7"/>
                      <a:srcRect/>
                      <a:stretch>
                        <a:fillRect/>
                      </a:stretch>
                    </p:blipFill>
                    <p:spPr bwMode="auto">
                      <a:xfrm>
                        <a:off x="1218974" y="4710487"/>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5585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993300"/>
                </a:solidFill>
                <a:ea typeface="楷体_GB2312" pitchFamily="49" charset="-122"/>
              </a:rPr>
              <a:t>1.1</a:t>
            </a:r>
            <a:r>
              <a:rPr lang="en-US" altLang="zh-CN" sz="3200" b="1" dirty="0">
                <a:solidFill>
                  <a:srgbClr val="993300"/>
                </a:solidFill>
                <a:ea typeface="楷体_GB2312" pitchFamily="49" charset="-122"/>
              </a:rPr>
              <a:t>.2 </a:t>
            </a:r>
            <a:r>
              <a:rPr lang="zh-CN" altLang="en-US" sz="3200" b="1" dirty="0">
                <a:solidFill>
                  <a:srgbClr val="993300"/>
                </a:solidFill>
                <a:ea typeface="楷体_GB2312" pitchFamily="49" charset="-122"/>
              </a:rPr>
              <a:t>离散周期序列</a:t>
            </a:r>
          </a:p>
        </p:txBody>
      </p:sp>
      <p:sp>
        <p:nvSpPr>
          <p:cNvPr id="3" name="文本框 2"/>
          <p:cNvSpPr txBox="1"/>
          <p:nvPr/>
        </p:nvSpPr>
        <p:spPr>
          <a:xfrm>
            <a:off x="507094" y="1261954"/>
            <a:ext cx="8229600" cy="523220"/>
          </a:xfrm>
          <a:prstGeom prst="rect">
            <a:avLst/>
          </a:prstGeom>
          <a:noFill/>
        </p:spPr>
        <p:txBody>
          <a:bodyPr wrap="square" rtlCol="0">
            <a:spAutoFit/>
          </a:bodyPr>
          <a:lstStyle/>
          <a:p>
            <a:r>
              <a:rPr lang="zh-CN" altLang="en-US" b="1" dirty="0"/>
              <a:t>两个或两个以上的周期序列的和仍是周期序列</a:t>
            </a:r>
            <a:r>
              <a:rPr lang="zh-CN" altLang="en-US" dirty="0"/>
              <a:t>。</a:t>
            </a:r>
          </a:p>
        </p:txBody>
      </p:sp>
      <p:sp>
        <p:nvSpPr>
          <p:cNvPr id="4" name="文本框 3"/>
          <p:cNvSpPr txBox="1"/>
          <p:nvPr/>
        </p:nvSpPr>
        <p:spPr>
          <a:xfrm>
            <a:off x="507094" y="2234328"/>
            <a:ext cx="8382000" cy="1949508"/>
          </a:xfrm>
          <a:prstGeom prst="rect">
            <a:avLst/>
          </a:prstGeom>
          <a:noFill/>
        </p:spPr>
        <p:txBody>
          <a:bodyPr wrap="square" rtlCol="0">
            <a:spAutoFit/>
          </a:bodyPr>
          <a:lstStyle/>
          <a:p>
            <a:pPr>
              <a:lnSpc>
                <a:spcPct val="150000"/>
              </a:lnSpc>
            </a:pPr>
            <a:r>
              <a:rPr lang="zh-CN" altLang="en-US" b="1" dirty="0"/>
              <a:t>若           和           是基本周期分别为       和       的</a:t>
            </a:r>
            <a:endParaRPr lang="en-US" altLang="zh-CN" b="1" dirty="0"/>
          </a:p>
          <a:p>
            <a:pPr>
              <a:lnSpc>
                <a:spcPct val="150000"/>
              </a:lnSpc>
            </a:pPr>
            <a:r>
              <a:rPr lang="zh-CN" altLang="en-US" b="1" dirty="0"/>
              <a:t>两个周期序列，序列                        也是周期序列</a:t>
            </a:r>
            <a:endParaRPr lang="en-US" altLang="zh-CN" b="1" dirty="0"/>
          </a:p>
          <a:p>
            <a:pPr>
              <a:lnSpc>
                <a:spcPct val="150000"/>
              </a:lnSpc>
            </a:pPr>
            <a:r>
              <a:rPr lang="zh-CN" altLang="en-US" b="1" dirty="0"/>
              <a:t>且基本周期为       和       的最小公倍数。     </a:t>
            </a:r>
          </a:p>
        </p:txBody>
      </p:sp>
      <p:graphicFrame>
        <p:nvGraphicFramePr>
          <p:cNvPr id="5" name="对象 4"/>
          <p:cNvGraphicFramePr>
            <a:graphicFrameLocks noChangeAspect="1"/>
          </p:cNvGraphicFramePr>
          <p:nvPr>
            <p:extLst>
              <p:ext uri="{D42A27DB-BD31-4B8C-83A1-F6EECF244321}">
                <p14:modId xmlns:p14="http://schemas.microsoft.com/office/powerpoint/2010/main" val="1336868196"/>
              </p:ext>
            </p:extLst>
          </p:nvPr>
        </p:nvGraphicFramePr>
        <p:xfrm>
          <a:off x="995364" y="2344095"/>
          <a:ext cx="914112" cy="548640"/>
        </p:xfrm>
        <a:graphic>
          <a:graphicData uri="http://schemas.openxmlformats.org/presentationml/2006/ole">
            <mc:AlternateContent xmlns:mc="http://schemas.openxmlformats.org/markup-compatibility/2006">
              <mc:Choice xmlns:v="urn:schemas-microsoft-com:vml" Requires="v">
                <p:oleObj name="Equation" r:id="rId2" imgW="380880" imgH="228600" progId="Equation.DSMT4">
                  <p:embed/>
                </p:oleObj>
              </mc:Choice>
              <mc:Fallback>
                <p:oleObj name="Equation" r:id="rId2" imgW="380880" imgH="228600" progId="Equation.DSMT4">
                  <p:embed/>
                  <p:pic>
                    <p:nvPicPr>
                      <p:cNvPr id="8" name="对象 7"/>
                      <p:cNvPicPr/>
                      <p:nvPr/>
                    </p:nvPicPr>
                    <p:blipFill>
                      <a:blip r:embed="rId3"/>
                      <a:stretch>
                        <a:fillRect/>
                      </a:stretch>
                    </p:blipFill>
                    <p:spPr>
                      <a:xfrm>
                        <a:off x="995364" y="2344095"/>
                        <a:ext cx="914112" cy="54864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74343174"/>
              </p:ext>
            </p:extLst>
          </p:nvPr>
        </p:nvGraphicFramePr>
        <p:xfrm>
          <a:off x="2298702" y="2364960"/>
          <a:ext cx="944352" cy="548640"/>
        </p:xfrm>
        <a:graphic>
          <a:graphicData uri="http://schemas.openxmlformats.org/presentationml/2006/ole">
            <mc:AlternateContent xmlns:mc="http://schemas.openxmlformats.org/markup-compatibility/2006">
              <mc:Choice xmlns:v="urn:schemas-microsoft-com:vml" Requires="v">
                <p:oleObj name="Equation" r:id="rId4" imgW="393480" imgH="228600" progId="Equation.DSMT4">
                  <p:embed/>
                </p:oleObj>
              </mc:Choice>
              <mc:Fallback>
                <p:oleObj name="Equation" r:id="rId4" imgW="393480" imgH="228600" progId="Equation.DSMT4">
                  <p:embed/>
                  <p:pic>
                    <p:nvPicPr>
                      <p:cNvPr id="11" name="对象 10"/>
                      <p:cNvPicPr/>
                      <p:nvPr/>
                    </p:nvPicPr>
                    <p:blipFill>
                      <a:blip r:embed="rId5"/>
                      <a:stretch>
                        <a:fillRect/>
                      </a:stretch>
                    </p:blipFill>
                    <p:spPr>
                      <a:xfrm>
                        <a:off x="2298702" y="2364960"/>
                        <a:ext cx="944352" cy="54864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848294188"/>
              </p:ext>
            </p:extLst>
          </p:nvPr>
        </p:nvGraphicFramePr>
        <p:xfrm>
          <a:off x="6212660" y="2379555"/>
          <a:ext cx="517536" cy="548640"/>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12" name="对象 11"/>
                      <p:cNvPicPr/>
                      <p:nvPr/>
                    </p:nvPicPr>
                    <p:blipFill>
                      <a:blip r:embed="rId7"/>
                      <a:stretch>
                        <a:fillRect/>
                      </a:stretch>
                    </p:blipFill>
                    <p:spPr>
                      <a:xfrm>
                        <a:off x="6212660" y="2379555"/>
                        <a:ext cx="517536" cy="54864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79046734"/>
              </p:ext>
            </p:extLst>
          </p:nvPr>
        </p:nvGraphicFramePr>
        <p:xfrm>
          <a:off x="7191102" y="2378529"/>
          <a:ext cx="548640" cy="548640"/>
        </p:xfrm>
        <a:graphic>
          <a:graphicData uri="http://schemas.openxmlformats.org/presentationml/2006/ole">
            <mc:AlternateContent xmlns:mc="http://schemas.openxmlformats.org/markup-compatibility/2006">
              <mc:Choice xmlns:v="urn:schemas-microsoft-com:vml" Requires="v">
                <p:oleObj name="Equation" r:id="rId8" imgW="228600" imgH="228600" progId="Equation.DSMT4">
                  <p:embed/>
                </p:oleObj>
              </mc:Choice>
              <mc:Fallback>
                <p:oleObj name="Equation" r:id="rId8" imgW="228600" imgH="228600" progId="Equation.DSMT4">
                  <p:embed/>
                  <p:pic>
                    <p:nvPicPr>
                      <p:cNvPr id="13" name="对象 12"/>
                      <p:cNvPicPr/>
                      <p:nvPr/>
                    </p:nvPicPr>
                    <p:blipFill>
                      <a:blip r:embed="rId9"/>
                      <a:stretch>
                        <a:fillRect/>
                      </a:stretch>
                    </p:blipFill>
                    <p:spPr>
                      <a:xfrm>
                        <a:off x="7191102" y="2378529"/>
                        <a:ext cx="548640" cy="54864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128199679"/>
              </p:ext>
            </p:extLst>
          </p:nvPr>
        </p:nvGraphicFramePr>
        <p:xfrm>
          <a:off x="3875316" y="3018521"/>
          <a:ext cx="2102976" cy="548640"/>
        </p:xfrm>
        <a:graphic>
          <a:graphicData uri="http://schemas.openxmlformats.org/presentationml/2006/ole">
            <mc:AlternateContent xmlns:mc="http://schemas.openxmlformats.org/markup-compatibility/2006">
              <mc:Choice xmlns:v="urn:schemas-microsoft-com:vml" Requires="v">
                <p:oleObj name="Equation" r:id="rId10" imgW="876240" imgH="228600" progId="Equation.DSMT4">
                  <p:embed/>
                </p:oleObj>
              </mc:Choice>
              <mc:Fallback>
                <p:oleObj name="Equation" r:id="rId10" imgW="876240" imgH="228600" progId="Equation.DSMT4">
                  <p:embed/>
                  <p:pic>
                    <p:nvPicPr>
                      <p:cNvPr id="14" name="对象 13"/>
                      <p:cNvPicPr/>
                      <p:nvPr/>
                    </p:nvPicPr>
                    <p:blipFill>
                      <a:blip r:embed="rId11"/>
                      <a:stretch>
                        <a:fillRect/>
                      </a:stretch>
                    </p:blipFill>
                    <p:spPr>
                      <a:xfrm>
                        <a:off x="3875316" y="3018521"/>
                        <a:ext cx="2102976" cy="54864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89759104"/>
              </p:ext>
            </p:extLst>
          </p:nvPr>
        </p:nvGraphicFramePr>
        <p:xfrm>
          <a:off x="2789105" y="3642152"/>
          <a:ext cx="517536" cy="548640"/>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7" name="对象 6"/>
                      <p:cNvPicPr/>
                      <p:nvPr/>
                    </p:nvPicPr>
                    <p:blipFill>
                      <a:blip r:embed="rId7"/>
                      <a:stretch>
                        <a:fillRect/>
                      </a:stretch>
                    </p:blipFill>
                    <p:spPr>
                      <a:xfrm>
                        <a:off x="2789105" y="3642152"/>
                        <a:ext cx="517536" cy="54864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355131660"/>
              </p:ext>
            </p:extLst>
          </p:nvPr>
        </p:nvGraphicFramePr>
        <p:xfrm>
          <a:off x="3767547" y="3642360"/>
          <a:ext cx="548640" cy="548640"/>
        </p:xfrm>
        <a:graphic>
          <a:graphicData uri="http://schemas.openxmlformats.org/presentationml/2006/ole">
            <mc:AlternateContent xmlns:mc="http://schemas.openxmlformats.org/markup-compatibility/2006">
              <mc:Choice xmlns:v="urn:schemas-microsoft-com:vml" Requires="v">
                <p:oleObj name="Equation" r:id="rId8" imgW="228600" imgH="228600" progId="Equation.DSMT4">
                  <p:embed/>
                </p:oleObj>
              </mc:Choice>
              <mc:Fallback>
                <p:oleObj name="Equation" r:id="rId8" imgW="228600" imgH="228600" progId="Equation.DSMT4">
                  <p:embed/>
                  <p:pic>
                    <p:nvPicPr>
                      <p:cNvPr id="8" name="对象 7"/>
                      <p:cNvPicPr/>
                      <p:nvPr/>
                    </p:nvPicPr>
                    <p:blipFill>
                      <a:blip r:embed="rId9"/>
                      <a:stretch>
                        <a:fillRect/>
                      </a:stretch>
                    </p:blipFill>
                    <p:spPr>
                      <a:xfrm>
                        <a:off x="3767547" y="3642360"/>
                        <a:ext cx="548640" cy="548640"/>
                      </a:xfrm>
                      <a:prstGeom prst="rect">
                        <a:avLst/>
                      </a:prstGeom>
                    </p:spPr>
                  </p:pic>
                </p:oleObj>
              </mc:Fallback>
            </mc:AlternateContent>
          </a:graphicData>
        </a:graphic>
      </p:graphicFrame>
    </p:spTree>
    <p:extLst>
      <p:ext uri="{BB962C8B-B14F-4D97-AF65-F5344CB8AC3E}">
        <p14:creationId xmlns:p14="http://schemas.microsoft.com/office/powerpoint/2010/main" val="160114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.2 </a:t>
            </a:r>
            <a:r>
              <a:rPr lang="zh-CN" altLang="en-US" sz="3200" b="1" dirty="0">
                <a:solidFill>
                  <a:srgbClr val="993300"/>
                </a:solidFill>
                <a:ea typeface="楷体_GB2312" pitchFamily="49" charset="-122"/>
              </a:rPr>
              <a:t>离散周期序列</a:t>
            </a:r>
          </a:p>
        </p:txBody>
      </p:sp>
      <p:graphicFrame>
        <p:nvGraphicFramePr>
          <p:cNvPr id="17" name="对象 10"/>
          <p:cNvGraphicFramePr>
            <a:graphicFrameLocks noChangeAspect="1"/>
          </p:cNvGraphicFramePr>
          <p:nvPr>
            <p:extLst>
              <p:ext uri="{D42A27DB-BD31-4B8C-83A1-F6EECF244321}">
                <p14:modId xmlns:p14="http://schemas.microsoft.com/office/powerpoint/2010/main" val="3434335086"/>
              </p:ext>
            </p:extLst>
          </p:nvPr>
        </p:nvGraphicFramePr>
        <p:xfrm>
          <a:off x="1535906" y="1350156"/>
          <a:ext cx="5929313" cy="466725"/>
        </p:xfrm>
        <a:graphic>
          <a:graphicData uri="http://schemas.openxmlformats.org/presentationml/2006/ole">
            <mc:AlternateContent xmlns:mc="http://schemas.openxmlformats.org/markup-compatibility/2006">
              <mc:Choice xmlns:v="urn:schemas-microsoft-com:vml" Requires="v">
                <p:oleObj name="Equation" r:id="rId2" imgW="2577960" imgH="203040" progId="Equation.DSMT4">
                  <p:embed/>
                </p:oleObj>
              </mc:Choice>
              <mc:Fallback>
                <p:oleObj name="Equation" r:id="rId2" imgW="2577960" imgH="203040" progId="Equation.DSMT4">
                  <p:embed/>
                  <p:pic>
                    <p:nvPicPr>
                      <p:cNvPr id="17" name="对象 10"/>
                      <p:cNvPicPr>
                        <a:picLocks noChangeAspect="1" noChangeArrowheads="1"/>
                      </p:cNvPicPr>
                      <p:nvPr/>
                    </p:nvPicPr>
                    <p:blipFill>
                      <a:blip r:embed="rId3"/>
                      <a:srcRect/>
                      <a:stretch>
                        <a:fillRect/>
                      </a:stretch>
                    </p:blipFill>
                    <p:spPr bwMode="auto">
                      <a:xfrm>
                        <a:off x="1535906" y="1350156"/>
                        <a:ext cx="592931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2"/>
          <p:cNvGraphicFramePr>
            <a:graphicFrameLocks noChangeAspect="1"/>
          </p:cNvGraphicFramePr>
          <p:nvPr>
            <p:extLst>
              <p:ext uri="{D42A27DB-BD31-4B8C-83A1-F6EECF244321}">
                <p14:modId xmlns:p14="http://schemas.microsoft.com/office/powerpoint/2010/main" val="1593180156"/>
              </p:ext>
            </p:extLst>
          </p:nvPr>
        </p:nvGraphicFramePr>
        <p:xfrm>
          <a:off x="1438275" y="1925360"/>
          <a:ext cx="3260725" cy="944563"/>
        </p:xfrm>
        <a:graphic>
          <a:graphicData uri="http://schemas.openxmlformats.org/presentationml/2006/ole">
            <mc:AlternateContent xmlns:mc="http://schemas.openxmlformats.org/markup-compatibility/2006">
              <mc:Choice xmlns:v="urn:schemas-microsoft-com:vml" Requires="v">
                <p:oleObj name="Equation" r:id="rId4" imgW="1358640" imgH="393480" progId="Equation.DSMT4">
                  <p:embed/>
                </p:oleObj>
              </mc:Choice>
              <mc:Fallback>
                <p:oleObj name="Equation" r:id="rId4" imgW="1358640" imgH="393480" progId="Equation.DSMT4">
                  <p:embed/>
                  <p:pic>
                    <p:nvPicPr>
                      <p:cNvPr id="19" name="对象 12"/>
                      <p:cNvPicPr>
                        <a:picLocks noChangeAspect="1" noChangeArrowheads="1"/>
                      </p:cNvPicPr>
                      <p:nvPr/>
                    </p:nvPicPr>
                    <p:blipFill>
                      <a:blip r:embed="rId5"/>
                      <a:srcRect/>
                      <a:stretch>
                        <a:fillRect/>
                      </a:stretch>
                    </p:blipFill>
                    <p:spPr bwMode="auto">
                      <a:xfrm>
                        <a:off x="1438275" y="1925360"/>
                        <a:ext cx="326072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12"/>
          <p:cNvGraphicFramePr>
            <a:graphicFrameLocks noChangeAspect="1"/>
          </p:cNvGraphicFramePr>
          <p:nvPr>
            <p:extLst>
              <p:ext uri="{D42A27DB-BD31-4B8C-83A1-F6EECF244321}">
                <p14:modId xmlns:p14="http://schemas.microsoft.com/office/powerpoint/2010/main" val="529279383"/>
              </p:ext>
            </p:extLst>
          </p:nvPr>
        </p:nvGraphicFramePr>
        <p:xfrm>
          <a:off x="1438275" y="3028017"/>
          <a:ext cx="2865437" cy="944563"/>
        </p:xfrm>
        <a:graphic>
          <a:graphicData uri="http://schemas.openxmlformats.org/presentationml/2006/ole">
            <mc:AlternateContent xmlns:mc="http://schemas.openxmlformats.org/markup-compatibility/2006">
              <mc:Choice xmlns:v="urn:schemas-microsoft-com:vml" Requires="v">
                <p:oleObj name="Equation" r:id="rId6" imgW="1193760" imgH="393480" progId="Equation.DSMT4">
                  <p:embed/>
                </p:oleObj>
              </mc:Choice>
              <mc:Fallback>
                <p:oleObj name="Equation" r:id="rId6" imgW="1193760" imgH="393480" progId="Equation.DSMT4">
                  <p:embed/>
                  <p:pic>
                    <p:nvPicPr>
                      <p:cNvPr id="23" name="对象 12"/>
                      <p:cNvPicPr>
                        <a:picLocks noChangeAspect="1" noChangeArrowheads="1"/>
                      </p:cNvPicPr>
                      <p:nvPr/>
                    </p:nvPicPr>
                    <p:blipFill>
                      <a:blip r:embed="rId7"/>
                      <a:srcRect/>
                      <a:stretch>
                        <a:fillRect/>
                      </a:stretch>
                    </p:blipFill>
                    <p:spPr bwMode="auto">
                      <a:xfrm>
                        <a:off x="1438275" y="3028017"/>
                        <a:ext cx="2865437"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0"/>
          <p:cNvGraphicFramePr>
            <a:graphicFrameLocks noChangeAspect="1"/>
          </p:cNvGraphicFramePr>
          <p:nvPr>
            <p:extLst>
              <p:ext uri="{D42A27DB-BD31-4B8C-83A1-F6EECF244321}">
                <p14:modId xmlns:p14="http://schemas.microsoft.com/office/powerpoint/2010/main" val="354505884"/>
              </p:ext>
            </p:extLst>
          </p:nvPr>
        </p:nvGraphicFramePr>
        <p:xfrm>
          <a:off x="1371600" y="4124980"/>
          <a:ext cx="3870325" cy="549275"/>
        </p:xfrm>
        <a:graphic>
          <a:graphicData uri="http://schemas.openxmlformats.org/presentationml/2006/ole">
            <mc:AlternateContent xmlns:mc="http://schemas.openxmlformats.org/markup-compatibility/2006">
              <mc:Choice xmlns:v="urn:schemas-microsoft-com:vml" Requires="v">
                <p:oleObj name="Equation" r:id="rId8" imgW="1612800" imgH="228600" progId="Equation.DSMT4">
                  <p:embed/>
                </p:oleObj>
              </mc:Choice>
              <mc:Fallback>
                <p:oleObj name="Equation" r:id="rId8" imgW="1612800" imgH="228600" progId="Equation.DSMT4">
                  <p:embed/>
                  <p:pic>
                    <p:nvPicPr>
                      <p:cNvPr id="24" name="对象 20"/>
                      <p:cNvPicPr>
                        <a:picLocks noChangeAspect="1" noChangeArrowheads="1"/>
                      </p:cNvPicPr>
                      <p:nvPr/>
                    </p:nvPicPr>
                    <p:blipFill>
                      <a:blip r:embed="rId9"/>
                      <a:srcRect/>
                      <a:stretch>
                        <a:fillRect/>
                      </a:stretch>
                    </p:blipFill>
                    <p:spPr bwMode="auto">
                      <a:xfrm>
                        <a:off x="1371600" y="4124980"/>
                        <a:ext cx="3870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304800" y="1321909"/>
            <a:ext cx="8915400" cy="523220"/>
          </a:xfrm>
          <a:prstGeom prst="rect">
            <a:avLst/>
          </a:prstGeom>
        </p:spPr>
        <p:txBody>
          <a:bodyPr wrap="square">
            <a:spAutoFit/>
          </a:bodyPr>
          <a:lstStyle/>
          <a:p>
            <a:r>
              <a:rPr lang="zh-CN" altLang="en-US" b="1" dirty="0"/>
              <a:t>求序列                                                                    的周期。</a:t>
            </a:r>
          </a:p>
        </p:txBody>
      </p:sp>
      <p:sp>
        <p:nvSpPr>
          <p:cNvPr id="4" name="矩形 3"/>
          <p:cNvSpPr/>
          <p:nvPr/>
        </p:nvSpPr>
        <p:spPr>
          <a:xfrm>
            <a:off x="304800" y="858560"/>
            <a:ext cx="2667000" cy="523220"/>
          </a:xfrm>
          <a:prstGeom prst="rect">
            <a:avLst/>
          </a:prstGeom>
        </p:spPr>
        <p:txBody>
          <a:bodyPr wrap="square">
            <a:spAutoFit/>
          </a:bodyPr>
          <a:lstStyle/>
          <a:p>
            <a:r>
              <a:rPr lang="zh-CN" altLang="en-US" b="1" dirty="0"/>
              <a:t>例（补充）</a:t>
            </a:r>
            <a:endParaRPr lang="zh-CN" altLang="en-US" dirty="0"/>
          </a:p>
        </p:txBody>
      </p:sp>
      <p:sp>
        <p:nvSpPr>
          <p:cNvPr id="2" name="矩形 1"/>
          <p:cNvSpPr/>
          <p:nvPr/>
        </p:nvSpPr>
        <p:spPr>
          <a:xfrm>
            <a:off x="299301" y="1915180"/>
            <a:ext cx="906017" cy="523220"/>
          </a:xfrm>
          <a:prstGeom prst="rect">
            <a:avLst/>
          </a:prstGeom>
        </p:spPr>
        <p:txBody>
          <a:bodyPr wrap="none">
            <a:spAutoFit/>
          </a:bodyPr>
          <a:lstStyle/>
          <a:p>
            <a:r>
              <a:rPr lang="zh-CN" altLang="en-US" b="1" dirty="0"/>
              <a:t>解：</a:t>
            </a:r>
            <a:endParaRPr lang="zh-CN" altLang="en-US" dirty="0"/>
          </a:p>
        </p:txBody>
      </p:sp>
      <p:sp>
        <p:nvSpPr>
          <p:cNvPr id="15" name="Rectangle 16"/>
          <p:cNvSpPr/>
          <p:nvPr/>
        </p:nvSpPr>
        <p:spPr>
          <a:xfrm>
            <a:off x="1752600" y="4658380"/>
            <a:ext cx="1988045" cy="523220"/>
          </a:xfrm>
          <a:prstGeom prst="rect">
            <a:avLst/>
          </a:prstGeom>
        </p:spPr>
        <p:txBody>
          <a:bodyPr wrap="none">
            <a:spAutoFit/>
          </a:bodyPr>
          <a:lstStyle/>
          <a:p>
            <a:pPr lvl="0"/>
            <a:r>
              <a:rPr lang="zh-CN" altLang="en-US" sz="2800" b="1" dirty="0">
                <a:solidFill>
                  <a:prstClr val="black"/>
                </a:solidFill>
              </a:rPr>
              <a:t>最小公倍数</a:t>
            </a:r>
            <a:endParaRPr lang="en-US" altLang="zh-CN" sz="2800" b="1" dirty="0">
              <a:solidFill>
                <a:prstClr val="black"/>
              </a:solidFill>
            </a:endParaRPr>
          </a:p>
        </p:txBody>
      </p:sp>
      <p:graphicFrame>
        <p:nvGraphicFramePr>
          <p:cNvPr id="16" name="对象 12"/>
          <p:cNvGraphicFramePr>
            <a:graphicFrameLocks noChangeAspect="1"/>
          </p:cNvGraphicFramePr>
          <p:nvPr>
            <p:extLst>
              <p:ext uri="{D42A27DB-BD31-4B8C-83A1-F6EECF244321}">
                <p14:modId xmlns:p14="http://schemas.microsoft.com/office/powerpoint/2010/main" val="4140571849"/>
              </p:ext>
            </p:extLst>
          </p:nvPr>
        </p:nvGraphicFramePr>
        <p:xfrm>
          <a:off x="5273675" y="2143200"/>
          <a:ext cx="2193925" cy="549275"/>
        </p:xfrm>
        <a:graphic>
          <a:graphicData uri="http://schemas.openxmlformats.org/presentationml/2006/ole">
            <mc:AlternateContent xmlns:mc="http://schemas.openxmlformats.org/markup-compatibility/2006">
              <mc:Choice xmlns:v="urn:schemas-microsoft-com:vml" Requires="v">
                <p:oleObj name="Equation" r:id="rId10" imgW="914400" imgH="228600" progId="Equation.DSMT4">
                  <p:embed/>
                </p:oleObj>
              </mc:Choice>
              <mc:Fallback>
                <p:oleObj name="Equation" r:id="rId10" imgW="914400" imgH="228600" progId="Equation.DSMT4">
                  <p:embed/>
                  <p:pic>
                    <p:nvPicPr>
                      <p:cNvPr id="19" name="对象 12"/>
                      <p:cNvPicPr>
                        <a:picLocks noChangeAspect="1" noChangeArrowheads="1"/>
                      </p:cNvPicPr>
                      <p:nvPr/>
                    </p:nvPicPr>
                    <p:blipFill>
                      <a:blip r:embed="rId11"/>
                      <a:srcRect/>
                      <a:stretch>
                        <a:fillRect/>
                      </a:stretch>
                    </p:blipFill>
                    <p:spPr bwMode="auto">
                      <a:xfrm>
                        <a:off x="5273675" y="2143200"/>
                        <a:ext cx="21939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2"/>
          <p:cNvGraphicFramePr>
            <a:graphicFrameLocks noChangeAspect="1"/>
          </p:cNvGraphicFramePr>
          <p:nvPr>
            <p:extLst>
              <p:ext uri="{D42A27DB-BD31-4B8C-83A1-F6EECF244321}">
                <p14:modId xmlns:p14="http://schemas.microsoft.com/office/powerpoint/2010/main" val="2040130046"/>
              </p:ext>
            </p:extLst>
          </p:nvPr>
        </p:nvGraphicFramePr>
        <p:xfrm>
          <a:off x="5251904" y="3225660"/>
          <a:ext cx="2012950" cy="549275"/>
        </p:xfrm>
        <a:graphic>
          <a:graphicData uri="http://schemas.openxmlformats.org/presentationml/2006/ole">
            <mc:AlternateContent xmlns:mc="http://schemas.openxmlformats.org/markup-compatibility/2006">
              <mc:Choice xmlns:v="urn:schemas-microsoft-com:vml" Requires="v">
                <p:oleObj name="Equation" r:id="rId12" imgW="838080" imgH="228600" progId="Equation.DSMT4">
                  <p:embed/>
                </p:oleObj>
              </mc:Choice>
              <mc:Fallback>
                <p:oleObj name="Equation" r:id="rId12" imgW="838080" imgH="228600" progId="Equation.DSMT4">
                  <p:embed/>
                  <p:pic>
                    <p:nvPicPr>
                      <p:cNvPr id="23" name="对象 12"/>
                      <p:cNvPicPr>
                        <a:picLocks noChangeAspect="1" noChangeArrowheads="1"/>
                      </p:cNvPicPr>
                      <p:nvPr/>
                    </p:nvPicPr>
                    <p:blipFill>
                      <a:blip r:embed="rId13"/>
                      <a:srcRect/>
                      <a:stretch>
                        <a:fillRect/>
                      </a:stretch>
                    </p:blipFill>
                    <p:spPr bwMode="auto">
                      <a:xfrm>
                        <a:off x="5251904" y="3225660"/>
                        <a:ext cx="20129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矩形 19"/>
          <p:cNvSpPr/>
          <p:nvPr/>
        </p:nvSpPr>
        <p:spPr>
          <a:xfrm>
            <a:off x="261257" y="5334000"/>
            <a:ext cx="2667000" cy="523220"/>
          </a:xfrm>
          <a:prstGeom prst="rect">
            <a:avLst/>
          </a:prstGeom>
        </p:spPr>
        <p:txBody>
          <a:bodyPr wrap="square">
            <a:spAutoFit/>
          </a:bodyPr>
          <a:lstStyle/>
          <a:p>
            <a:r>
              <a:rPr lang="zh-CN" altLang="en-US" b="1" dirty="0">
                <a:solidFill>
                  <a:srgbClr val="FF0000"/>
                </a:solidFill>
              </a:rPr>
              <a:t>练习题</a:t>
            </a:r>
            <a:endParaRPr lang="zh-CN" altLang="en-US" dirty="0">
              <a:solidFill>
                <a:srgbClr val="FF0000"/>
              </a:solidFill>
            </a:endParaRPr>
          </a:p>
        </p:txBody>
      </p:sp>
      <p:graphicFrame>
        <p:nvGraphicFramePr>
          <p:cNvPr id="21" name="对象 10"/>
          <p:cNvGraphicFramePr>
            <a:graphicFrameLocks noChangeAspect="1"/>
          </p:cNvGraphicFramePr>
          <p:nvPr>
            <p:extLst>
              <p:ext uri="{D42A27DB-BD31-4B8C-83A1-F6EECF244321}">
                <p14:modId xmlns:p14="http://schemas.microsoft.com/office/powerpoint/2010/main" val="3422075909"/>
              </p:ext>
            </p:extLst>
          </p:nvPr>
        </p:nvGraphicFramePr>
        <p:xfrm>
          <a:off x="1440996" y="5914370"/>
          <a:ext cx="6162675" cy="468313"/>
        </p:xfrm>
        <a:graphic>
          <a:graphicData uri="http://schemas.openxmlformats.org/presentationml/2006/ole">
            <mc:AlternateContent xmlns:mc="http://schemas.openxmlformats.org/markup-compatibility/2006">
              <mc:Choice xmlns:v="urn:schemas-microsoft-com:vml" Requires="v">
                <p:oleObj name="Equation" r:id="rId14" imgW="2679480" imgH="203040" progId="Equation.DSMT4">
                  <p:embed/>
                </p:oleObj>
              </mc:Choice>
              <mc:Fallback>
                <p:oleObj name="Equation" r:id="rId14" imgW="2679480" imgH="203040" progId="Equation.DSMT4">
                  <p:embed/>
                  <p:pic>
                    <p:nvPicPr>
                      <p:cNvPr id="8" name="对象 10"/>
                      <p:cNvPicPr>
                        <a:picLocks noChangeAspect="1" noChangeArrowheads="1"/>
                      </p:cNvPicPr>
                      <p:nvPr/>
                    </p:nvPicPr>
                    <p:blipFill>
                      <a:blip r:embed="rId15"/>
                      <a:srcRect/>
                      <a:stretch>
                        <a:fillRect/>
                      </a:stretch>
                    </p:blipFill>
                    <p:spPr bwMode="auto">
                      <a:xfrm>
                        <a:off x="1440996" y="5914370"/>
                        <a:ext cx="61626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21"/>
          <p:cNvSpPr/>
          <p:nvPr/>
        </p:nvSpPr>
        <p:spPr>
          <a:xfrm>
            <a:off x="228600" y="5867400"/>
            <a:ext cx="8915400" cy="523220"/>
          </a:xfrm>
          <a:prstGeom prst="rect">
            <a:avLst/>
          </a:prstGeom>
        </p:spPr>
        <p:txBody>
          <a:bodyPr wrap="square">
            <a:spAutoFit/>
          </a:bodyPr>
          <a:lstStyle/>
          <a:p>
            <a:r>
              <a:rPr lang="zh-CN" altLang="en-US" b="1" dirty="0"/>
              <a:t>求序列                                                                      的周期。</a:t>
            </a:r>
          </a:p>
        </p:txBody>
      </p:sp>
    </p:spTree>
    <p:extLst>
      <p:ext uri="{BB962C8B-B14F-4D97-AF65-F5344CB8AC3E}">
        <p14:creationId xmlns:p14="http://schemas.microsoft.com/office/powerpoint/2010/main" val="412258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.2 </a:t>
            </a:r>
            <a:r>
              <a:rPr lang="zh-CN" altLang="en-US" sz="3200" b="1" dirty="0">
                <a:solidFill>
                  <a:srgbClr val="993300"/>
                </a:solidFill>
                <a:ea typeface="楷体_GB2312" pitchFamily="49" charset="-122"/>
              </a:rPr>
              <a:t>离散周期序列</a:t>
            </a:r>
          </a:p>
        </p:txBody>
      </p:sp>
      <p:graphicFrame>
        <p:nvGraphicFramePr>
          <p:cNvPr id="14" name="Object 6"/>
          <p:cNvGraphicFramePr>
            <a:graphicFrameLocks noChangeAspect="1"/>
          </p:cNvGraphicFramePr>
          <p:nvPr>
            <p:extLst>
              <p:ext uri="{D42A27DB-BD31-4B8C-83A1-F6EECF244321}">
                <p14:modId xmlns:p14="http://schemas.microsoft.com/office/powerpoint/2010/main" val="3298360730"/>
              </p:ext>
            </p:extLst>
          </p:nvPr>
        </p:nvGraphicFramePr>
        <p:xfrm>
          <a:off x="3089275" y="1295400"/>
          <a:ext cx="4835525" cy="684212"/>
        </p:xfrm>
        <a:graphic>
          <a:graphicData uri="http://schemas.openxmlformats.org/presentationml/2006/ole">
            <mc:AlternateContent xmlns:mc="http://schemas.openxmlformats.org/markup-compatibility/2006">
              <mc:Choice xmlns:v="urn:schemas-microsoft-com:vml" Requires="v">
                <p:oleObj name="Equation" r:id="rId2" imgW="1790640" imgH="253800" progId="Equation.DSMT4">
                  <p:embed/>
                </p:oleObj>
              </mc:Choice>
              <mc:Fallback>
                <p:oleObj name="Equation" r:id="rId2" imgW="1790640" imgH="253800" progId="Equation.DSMT4">
                  <p:embed/>
                  <p:pic>
                    <p:nvPicPr>
                      <p:cNvPr id="14" name="Object 6"/>
                      <p:cNvPicPr>
                        <a:picLocks noChangeAspect="1" noChangeArrowheads="1"/>
                      </p:cNvPicPr>
                      <p:nvPr/>
                    </p:nvPicPr>
                    <p:blipFill>
                      <a:blip r:embed="rId3"/>
                      <a:srcRect/>
                      <a:stretch>
                        <a:fillRect/>
                      </a:stretch>
                    </p:blipFill>
                    <p:spPr bwMode="auto">
                      <a:xfrm>
                        <a:off x="3089275" y="1295400"/>
                        <a:ext cx="48355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774371" y="2190108"/>
            <a:ext cx="6571030" cy="584775"/>
          </a:xfrm>
          <a:prstGeom prst="rect">
            <a:avLst/>
          </a:prstGeom>
        </p:spPr>
        <p:txBody>
          <a:bodyPr wrap="none">
            <a:spAutoFit/>
          </a:bodyPr>
          <a:lstStyle/>
          <a:p>
            <a:pPr eaLnBrk="1" hangingPunct="1"/>
            <a:r>
              <a:rPr lang="zh-CN" altLang="en-US" sz="3200" b="1" dirty="0">
                <a:latin typeface="宋体" panose="02010600030101010101" pitchFamily="2" charset="-122"/>
              </a:rPr>
              <a:t>的周期性与正弦序列的情况相同。 </a:t>
            </a:r>
          </a:p>
        </p:txBody>
      </p:sp>
      <p:sp>
        <p:nvSpPr>
          <p:cNvPr id="3" name="矩形 2"/>
          <p:cNvSpPr/>
          <p:nvPr/>
        </p:nvSpPr>
        <p:spPr>
          <a:xfrm>
            <a:off x="774371" y="1371600"/>
            <a:ext cx="2244525" cy="584775"/>
          </a:xfrm>
          <a:prstGeom prst="rect">
            <a:avLst/>
          </a:prstGeom>
        </p:spPr>
        <p:txBody>
          <a:bodyPr wrap="none">
            <a:spAutoFit/>
          </a:bodyPr>
          <a:lstStyle/>
          <a:p>
            <a:r>
              <a:rPr lang="zh-CN" altLang="en-US" sz="3200" b="1" dirty="0"/>
              <a:t>复指数序列</a:t>
            </a:r>
          </a:p>
        </p:txBody>
      </p:sp>
    </p:spTree>
    <p:extLst>
      <p:ext uri="{BB962C8B-B14F-4D97-AF65-F5344CB8AC3E}">
        <p14:creationId xmlns:p14="http://schemas.microsoft.com/office/powerpoint/2010/main" val="2901025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
        <p:nvSpPr>
          <p:cNvPr id="18" name="Rectangle 5"/>
          <p:cNvSpPr>
            <a:spLocks noChangeArrowheads="1"/>
          </p:cNvSpPr>
          <p:nvPr/>
        </p:nvSpPr>
        <p:spPr bwMode="auto">
          <a:xfrm>
            <a:off x="495300" y="1143000"/>
            <a:ext cx="79200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latin typeface="+mj-lt"/>
              </a:rPr>
              <a:t>(1)</a:t>
            </a:r>
            <a:r>
              <a:rPr lang="zh-CN" altLang="en-US" sz="2800" b="1" dirty="0">
                <a:solidFill>
                  <a:srgbClr val="000000"/>
                </a:solidFill>
                <a:latin typeface="宋体" panose="02010600030101010101" pitchFamily="2" charset="-122"/>
              </a:rPr>
              <a:t>序列的相加</a:t>
            </a:r>
            <a:endParaRPr lang="en-US" altLang="zh-CN" sz="5400" b="1" dirty="0">
              <a:solidFill>
                <a:srgbClr val="000000"/>
              </a:solidFill>
              <a:latin typeface="宋体" panose="02010600030101010101" pitchFamily="2" charset="-122"/>
            </a:endParaRPr>
          </a:p>
        </p:txBody>
      </p:sp>
      <p:sp>
        <p:nvSpPr>
          <p:cNvPr id="19" name="Rectangle 6"/>
          <p:cNvSpPr>
            <a:spLocks noChangeArrowheads="1"/>
          </p:cNvSpPr>
          <p:nvPr/>
        </p:nvSpPr>
        <p:spPr bwMode="auto">
          <a:xfrm>
            <a:off x="503238" y="1886743"/>
            <a:ext cx="79200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latin typeface="+mj-lt"/>
              </a:rPr>
              <a:t>(2)</a:t>
            </a:r>
            <a:r>
              <a:rPr lang="zh-CN" altLang="en-US" sz="2800" b="1" dirty="0">
                <a:solidFill>
                  <a:srgbClr val="000000"/>
                </a:solidFill>
                <a:latin typeface="宋体" panose="02010600030101010101" pitchFamily="2" charset="-122"/>
              </a:rPr>
              <a:t>序列的相乘</a:t>
            </a:r>
            <a:endParaRPr lang="en-US" altLang="zh-CN" sz="2800" b="1" dirty="0">
              <a:solidFill>
                <a:srgbClr val="000000"/>
              </a:solidFill>
              <a:latin typeface="宋体" panose="02010600030101010101" pitchFamily="2" charset="-122"/>
            </a:endParaRPr>
          </a:p>
        </p:txBody>
      </p:sp>
      <p:sp>
        <p:nvSpPr>
          <p:cNvPr id="20" name="Rectangle 7"/>
          <p:cNvSpPr>
            <a:spLocks noChangeArrowheads="1"/>
          </p:cNvSpPr>
          <p:nvPr/>
        </p:nvSpPr>
        <p:spPr bwMode="auto">
          <a:xfrm>
            <a:off x="508000" y="2750672"/>
            <a:ext cx="79200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latin typeface="+mj-lt"/>
              </a:rPr>
              <a:t>(3)</a:t>
            </a:r>
            <a:r>
              <a:rPr lang="zh-CN" altLang="en-US" sz="2800" b="1" dirty="0">
                <a:solidFill>
                  <a:srgbClr val="000000"/>
                </a:solidFill>
                <a:latin typeface="宋体" panose="02010600030101010101" pitchFamily="2" charset="-122"/>
              </a:rPr>
              <a:t>序列的移位</a:t>
            </a:r>
            <a:endParaRPr lang="en-US" altLang="zh-CN" sz="2800" b="1" dirty="0">
              <a:solidFill>
                <a:srgbClr val="000000"/>
              </a:solidFill>
              <a:latin typeface="宋体" panose="02010600030101010101" pitchFamily="2" charset="-122"/>
            </a:endParaRPr>
          </a:p>
        </p:txBody>
      </p:sp>
      <p:graphicFrame>
        <p:nvGraphicFramePr>
          <p:cNvPr id="29" name="对象 1"/>
          <p:cNvGraphicFramePr>
            <a:graphicFrameLocks noChangeAspect="1"/>
          </p:cNvGraphicFramePr>
          <p:nvPr/>
        </p:nvGraphicFramePr>
        <p:xfrm>
          <a:off x="3068637" y="1176497"/>
          <a:ext cx="2745648" cy="466992"/>
        </p:xfrm>
        <a:graphic>
          <a:graphicData uri="http://schemas.openxmlformats.org/presentationml/2006/ole">
            <mc:AlternateContent xmlns:mc="http://schemas.openxmlformats.org/markup-compatibility/2006">
              <mc:Choice xmlns:v="urn:schemas-microsoft-com:vml" Requires="v">
                <p:oleObj name="Equation" r:id="rId2" imgW="1193760" imgH="203040" progId="Equation.DSMT4">
                  <p:embed/>
                </p:oleObj>
              </mc:Choice>
              <mc:Fallback>
                <p:oleObj name="Equation" r:id="rId2" imgW="1193760" imgH="203040" progId="Equation.DSMT4">
                  <p:embed/>
                  <p:pic>
                    <p:nvPicPr>
                      <p:cNvPr id="29" name="对象 1"/>
                      <p:cNvPicPr>
                        <a:picLocks noChangeAspect="1" noChangeArrowheads="1"/>
                      </p:cNvPicPr>
                      <p:nvPr/>
                    </p:nvPicPr>
                    <p:blipFill>
                      <a:blip r:embed="rId3"/>
                      <a:srcRect/>
                      <a:stretch>
                        <a:fillRect/>
                      </a:stretch>
                    </p:blipFill>
                    <p:spPr bwMode="auto">
                      <a:xfrm>
                        <a:off x="3068637" y="1176497"/>
                        <a:ext cx="2745648"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
          <p:cNvGraphicFramePr>
            <a:graphicFrameLocks noChangeAspect="1"/>
          </p:cNvGraphicFramePr>
          <p:nvPr/>
        </p:nvGraphicFramePr>
        <p:xfrm>
          <a:off x="3138216" y="2743200"/>
          <a:ext cx="2424384" cy="525780"/>
        </p:xfrm>
        <a:graphic>
          <a:graphicData uri="http://schemas.openxmlformats.org/presentationml/2006/ole">
            <mc:AlternateContent xmlns:mc="http://schemas.openxmlformats.org/markup-compatibility/2006">
              <mc:Choice xmlns:v="urn:schemas-microsoft-com:vml" Requires="v">
                <p:oleObj name="Equation" r:id="rId4" imgW="1054080" imgH="228600" progId="Equation.DSMT4">
                  <p:embed/>
                </p:oleObj>
              </mc:Choice>
              <mc:Fallback>
                <p:oleObj name="Equation" r:id="rId4" imgW="1054080" imgH="228600" progId="Equation.DSMT4">
                  <p:embed/>
                  <p:pic>
                    <p:nvPicPr>
                      <p:cNvPr id="31" name="对象 3"/>
                      <p:cNvPicPr>
                        <a:picLocks noChangeAspect="1" noChangeArrowheads="1"/>
                      </p:cNvPicPr>
                      <p:nvPr/>
                    </p:nvPicPr>
                    <p:blipFill>
                      <a:blip r:embed="rId5"/>
                      <a:srcRect/>
                      <a:stretch>
                        <a:fillRect/>
                      </a:stretch>
                    </p:blipFill>
                    <p:spPr bwMode="auto">
                      <a:xfrm>
                        <a:off x="3138216" y="2743200"/>
                        <a:ext cx="2424384"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1"/>
          <p:cNvGraphicFramePr>
            <a:graphicFrameLocks noChangeAspect="1"/>
          </p:cNvGraphicFramePr>
          <p:nvPr/>
        </p:nvGraphicFramePr>
        <p:xfrm>
          <a:off x="3068637" y="1942971"/>
          <a:ext cx="2511324" cy="466992"/>
        </p:xfrm>
        <a:graphic>
          <a:graphicData uri="http://schemas.openxmlformats.org/presentationml/2006/ole">
            <mc:AlternateContent xmlns:mc="http://schemas.openxmlformats.org/markup-compatibility/2006">
              <mc:Choice xmlns:v="urn:schemas-microsoft-com:vml" Requires="v">
                <p:oleObj name="Equation" r:id="rId6" imgW="1091880" imgH="203040" progId="Equation.DSMT4">
                  <p:embed/>
                </p:oleObj>
              </mc:Choice>
              <mc:Fallback>
                <p:oleObj name="Equation" r:id="rId6" imgW="1091880" imgH="203040" progId="Equation.DSMT4">
                  <p:embed/>
                  <p:pic>
                    <p:nvPicPr>
                      <p:cNvPr id="32" name="对象 1"/>
                      <p:cNvPicPr>
                        <a:picLocks noChangeAspect="1" noChangeArrowheads="1"/>
                      </p:cNvPicPr>
                      <p:nvPr/>
                    </p:nvPicPr>
                    <p:blipFill>
                      <a:blip r:embed="rId7"/>
                      <a:srcRect/>
                      <a:stretch>
                        <a:fillRect/>
                      </a:stretch>
                    </p:blipFill>
                    <p:spPr bwMode="auto">
                      <a:xfrm>
                        <a:off x="3068637" y="1942971"/>
                        <a:ext cx="2511324"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对象 15"/>
          <p:cNvGraphicFramePr>
            <a:graphicFrameLocks noChangeAspect="1"/>
          </p:cNvGraphicFramePr>
          <p:nvPr/>
        </p:nvGraphicFramePr>
        <p:xfrm>
          <a:off x="918328" y="3688080"/>
          <a:ext cx="921888" cy="502920"/>
        </p:xfrm>
        <a:graphic>
          <a:graphicData uri="http://schemas.openxmlformats.org/presentationml/2006/ole">
            <mc:AlternateContent xmlns:mc="http://schemas.openxmlformats.org/markup-compatibility/2006">
              <mc:Choice xmlns:v="urn:schemas-microsoft-com:vml" Requires="v">
                <p:oleObj name="Equation" r:id="rId8" imgW="419040" imgH="228600" progId="Equation.DSMT4">
                  <p:embed/>
                </p:oleObj>
              </mc:Choice>
              <mc:Fallback>
                <p:oleObj name="Equation" r:id="rId8" imgW="419040" imgH="228600" progId="Equation.DSMT4">
                  <p:embed/>
                  <p:pic>
                    <p:nvPicPr>
                      <p:cNvPr id="33" name="对象 15"/>
                      <p:cNvPicPr>
                        <a:picLocks noChangeAspect="1" noChangeArrowheads="1"/>
                      </p:cNvPicPr>
                      <p:nvPr/>
                    </p:nvPicPr>
                    <p:blipFill>
                      <a:blip r:embed="rId9"/>
                      <a:srcRect/>
                      <a:stretch>
                        <a:fillRect/>
                      </a:stretch>
                    </p:blipFill>
                    <p:spPr bwMode="auto">
                      <a:xfrm>
                        <a:off x="918328" y="3688080"/>
                        <a:ext cx="921888"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381000" y="3628708"/>
            <a:ext cx="6553200" cy="523220"/>
          </a:xfrm>
          <a:prstGeom prst="rect">
            <a:avLst/>
          </a:prstGeom>
        </p:spPr>
        <p:txBody>
          <a:bodyPr wrap="square">
            <a:spAutoFit/>
          </a:bodyPr>
          <a:lstStyle/>
          <a:p>
            <a:r>
              <a:rPr lang="zh-CN" altLang="en-US" b="1" dirty="0">
                <a:solidFill>
                  <a:srgbClr val="000000"/>
                </a:solidFill>
                <a:latin typeface="宋体" panose="02010600030101010101" pitchFamily="2" charset="-122"/>
              </a:rPr>
              <a:t>当      时，</a:t>
            </a:r>
            <a:r>
              <a:rPr lang="en-US" altLang="zh-CN" b="1" i="1" dirty="0">
                <a:solidFill>
                  <a:srgbClr val="000000"/>
                </a:solidFill>
                <a:latin typeface="+mj-lt"/>
              </a:rPr>
              <a:t>y</a:t>
            </a:r>
            <a:r>
              <a:rPr lang="en-US" altLang="zh-CN" b="1" dirty="0">
                <a:solidFill>
                  <a:srgbClr val="000000"/>
                </a:solidFill>
                <a:latin typeface="+mj-lt"/>
              </a:rPr>
              <a:t>(</a:t>
            </a:r>
            <a:r>
              <a:rPr lang="en-US" altLang="zh-CN" b="1" i="1" dirty="0">
                <a:solidFill>
                  <a:srgbClr val="000000"/>
                </a:solidFill>
                <a:latin typeface="+mj-lt"/>
              </a:rPr>
              <a:t>n</a:t>
            </a:r>
            <a:r>
              <a:rPr lang="en-US" altLang="zh-CN" b="1" dirty="0">
                <a:solidFill>
                  <a:srgbClr val="000000"/>
                </a:solidFill>
                <a:latin typeface="+mj-lt"/>
              </a:rPr>
              <a:t>)</a:t>
            </a:r>
            <a:r>
              <a:rPr lang="zh-CN" altLang="en-US" b="1" dirty="0">
                <a:solidFill>
                  <a:srgbClr val="000000"/>
                </a:solidFill>
                <a:latin typeface="+mj-lt"/>
              </a:rPr>
              <a:t>是</a:t>
            </a:r>
            <a:r>
              <a:rPr lang="en-US" altLang="zh-CN" b="1" i="1" dirty="0">
                <a:solidFill>
                  <a:srgbClr val="000000"/>
                </a:solidFill>
              </a:rPr>
              <a:t>x</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srgbClr val="000000"/>
                </a:solidFill>
              </a:rPr>
              <a:t>的延迟</a:t>
            </a:r>
            <a:endParaRPr lang="en-US" altLang="zh-CN" b="1" dirty="0">
              <a:solidFill>
                <a:srgbClr val="000000"/>
              </a:solidFill>
              <a:latin typeface="+mj-lt"/>
            </a:endParaRPr>
          </a:p>
        </p:txBody>
      </p:sp>
      <p:graphicFrame>
        <p:nvGraphicFramePr>
          <p:cNvPr id="36" name="对象 15"/>
          <p:cNvGraphicFramePr>
            <a:graphicFrameLocks noChangeAspect="1"/>
          </p:cNvGraphicFramePr>
          <p:nvPr/>
        </p:nvGraphicFramePr>
        <p:xfrm>
          <a:off x="914400" y="5288280"/>
          <a:ext cx="921888" cy="502920"/>
        </p:xfrm>
        <a:graphic>
          <a:graphicData uri="http://schemas.openxmlformats.org/presentationml/2006/ole">
            <mc:AlternateContent xmlns:mc="http://schemas.openxmlformats.org/markup-compatibility/2006">
              <mc:Choice xmlns:v="urn:schemas-microsoft-com:vml" Requires="v">
                <p:oleObj name="Equation" r:id="rId10" imgW="419040" imgH="228600" progId="Equation.DSMT4">
                  <p:embed/>
                </p:oleObj>
              </mc:Choice>
              <mc:Fallback>
                <p:oleObj name="Equation" r:id="rId10" imgW="419040" imgH="228600" progId="Equation.DSMT4">
                  <p:embed/>
                  <p:pic>
                    <p:nvPicPr>
                      <p:cNvPr id="36" name="对象 15"/>
                      <p:cNvPicPr>
                        <a:picLocks noChangeAspect="1" noChangeArrowheads="1"/>
                      </p:cNvPicPr>
                      <p:nvPr/>
                    </p:nvPicPr>
                    <p:blipFill>
                      <a:blip r:embed="rId11"/>
                      <a:srcRect/>
                      <a:stretch>
                        <a:fillRect/>
                      </a:stretch>
                    </p:blipFill>
                    <p:spPr bwMode="auto">
                      <a:xfrm>
                        <a:off x="914400" y="5288280"/>
                        <a:ext cx="921888"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矩形 36"/>
          <p:cNvSpPr/>
          <p:nvPr/>
        </p:nvSpPr>
        <p:spPr>
          <a:xfrm>
            <a:off x="381000" y="5249208"/>
            <a:ext cx="6553200" cy="523220"/>
          </a:xfrm>
          <a:prstGeom prst="rect">
            <a:avLst/>
          </a:prstGeom>
        </p:spPr>
        <p:txBody>
          <a:bodyPr wrap="square">
            <a:spAutoFit/>
          </a:bodyPr>
          <a:lstStyle/>
          <a:p>
            <a:r>
              <a:rPr lang="zh-CN" altLang="en-US" b="1" dirty="0">
                <a:solidFill>
                  <a:srgbClr val="000000"/>
                </a:solidFill>
                <a:latin typeface="宋体" panose="02010600030101010101" pitchFamily="2" charset="-122"/>
              </a:rPr>
              <a:t>当      时，</a:t>
            </a:r>
            <a:r>
              <a:rPr lang="en-US" altLang="zh-CN" b="1" i="1" dirty="0">
                <a:solidFill>
                  <a:srgbClr val="000000"/>
                </a:solidFill>
                <a:latin typeface="+mj-lt"/>
              </a:rPr>
              <a:t>y</a:t>
            </a:r>
            <a:r>
              <a:rPr lang="en-US" altLang="zh-CN" b="1" dirty="0">
                <a:solidFill>
                  <a:srgbClr val="000000"/>
                </a:solidFill>
                <a:latin typeface="+mj-lt"/>
              </a:rPr>
              <a:t>(</a:t>
            </a:r>
            <a:r>
              <a:rPr lang="en-US" altLang="zh-CN" b="1" i="1" dirty="0">
                <a:solidFill>
                  <a:srgbClr val="000000"/>
                </a:solidFill>
                <a:latin typeface="+mj-lt"/>
              </a:rPr>
              <a:t>n</a:t>
            </a:r>
            <a:r>
              <a:rPr lang="en-US" altLang="zh-CN" b="1" dirty="0">
                <a:solidFill>
                  <a:srgbClr val="000000"/>
                </a:solidFill>
                <a:latin typeface="+mj-lt"/>
              </a:rPr>
              <a:t>)</a:t>
            </a:r>
            <a:r>
              <a:rPr lang="zh-CN" altLang="en-US" b="1" dirty="0">
                <a:solidFill>
                  <a:srgbClr val="000000"/>
                </a:solidFill>
                <a:latin typeface="+mj-lt"/>
              </a:rPr>
              <a:t>超前于</a:t>
            </a:r>
            <a:r>
              <a:rPr lang="en-US" altLang="zh-CN" b="1" i="1" dirty="0">
                <a:solidFill>
                  <a:srgbClr val="000000"/>
                </a:solidFill>
              </a:rPr>
              <a:t>x</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endParaRPr lang="en-US" altLang="zh-CN" b="1" dirty="0">
              <a:solidFill>
                <a:srgbClr val="000000"/>
              </a:solidFill>
              <a:latin typeface="+mj-lt"/>
            </a:endParaRPr>
          </a:p>
        </p:txBody>
      </p:sp>
      <p:sp>
        <p:nvSpPr>
          <p:cNvPr id="38" name="矩形 37"/>
          <p:cNvSpPr/>
          <p:nvPr/>
        </p:nvSpPr>
        <p:spPr>
          <a:xfrm>
            <a:off x="5360580" y="3602113"/>
            <a:ext cx="906017" cy="523220"/>
          </a:xfrm>
          <a:prstGeom prst="rect">
            <a:avLst/>
          </a:prstGeom>
        </p:spPr>
        <p:txBody>
          <a:bodyPr wrap="none">
            <a:spAutoFit/>
          </a:bodyPr>
          <a:lstStyle/>
          <a:p>
            <a:r>
              <a:rPr lang="zh-CN" altLang="en-US" b="1" dirty="0">
                <a:solidFill>
                  <a:srgbClr val="000000"/>
                </a:solidFill>
                <a:latin typeface="宋体" panose="02010600030101010101" pitchFamily="2" charset="-122"/>
              </a:rPr>
              <a:t>右移</a:t>
            </a:r>
            <a:endParaRPr lang="en-US" altLang="zh-CN" b="1" dirty="0">
              <a:solidFill>
                <a:srgbClr val="000000"/>
              </a:solidFill>
              <a:latin typeface="宋体" panose="02010600030101010101" pitchFamily="2" charset="-122"/>
            </a:endParaRPr>
          </a:p>
        </p:txBody>
      </p:sp>
      <p:sp>
        <p:nvSpPr>
          <p:cNvPr id="39" name="矩形 38"/>
          <p:cNvSpPr/>
          <p:nvPr/>
        </p:nvSpPr>
        <p:spPr>
          <a:xfrm>
            <a:off x="5105400" y="5241396"/>
            <a:ext cx="906017" cy="523220"/>
          </a:xfrm>
          <a:prstGeom prst="rect">
            <a:avLst/>
          </a:prstGeom>
        </p:spPr>
        <p:txBody>
          <a:bodyPr wrap="none">
            <a:spAutoFit/>
          </a:bodyPr>
          <a:lstStyle/>
          <a:p>
            <a:r>
              <a:rPr lang="zh-CN" altLang="en-US" b="1" dirty="0">
                <a:solidFill>
                  <a:srgbClr val="000000"/>
                </a:solidFill>
                <a:latin typeface="宋体" panose="02010600030101010101" pitchFamily="2" charset="-122"/>
              </a:rPr>
              <a:t>左移</a:t>
            </a:r>
            <a:endParaRPr lang="en-US" altLang="zh-CN" b="1" dirty="0">
              <a:solidFill>
                <a:srgbClr val="000000"/>
              </a:solidFill>
              <a:latin typeface="宋体" panose="02010600030101010101" pitchFamily="2" charset="-122"/>
            </a:endParaRPr>
          </a:p>
        </p:txBody>
      </p:sp>
      <p:pic>
        <p:nvPicPr>
          <p:cNvPr id="40" name="图片 39"/>
          <p:cNvPicPr>
            <a:picLocks noChangeAspect="1"/>
          </p:cNvPicPr>
          <p:nvPr/>
        </p:nvPicPr>
        <p:blipFill>
          <a:blip r:embed="rId12"/>
          <a:stretch>
            <a:fillRect/>
          </a:stretch>
        </p:blipFill>
        <p:spPr>
          <a:xfrm>
            <a:off x="6248400" y="1184847"/>
            <a:ext cx="2731770" cy="1714500"/>
          </a:xfrm>
          <a:prstGeom prst="rect">
            <a:avLst/>
          </a:prstGeom>
        </p:spPr>
      </p:pic>
      <p:pic>
        <p:nvPicPr>
          <p:cNvPr id="41" name="图片 40"/>
          <p:cNvPicPr>
            <a:picLocks noChangeAspect="1"/>
          </p:cNvPicPr>
          <p:nvPr/>
        </p:nvPicPr>
        <p:blipFill>
          <a:blip r:embed="rId13"/>
          <a:stretch>
            <a:fillRect/>
          </a:stretch>
        </p:blipFill>
        <p:spPr>
          <a:xfrm>
            <a:off x="6248400" y="4876800"/>
            <a:ext cx="2731770" cy="1737360"/>
          </a:xfrm>
          <a:prstGeom prst="rect">
            <a:avLst/>
          </a:prstGeom>
        </p:spPr>
      </p:pic>
      <p:pic>
        <p:nvPicPr>
          <p:cNvPr id="42" name="图片 41"/>
          <p:cNvPicPr>
            <a:picLocks noChangeAspect="1"/>
          </p:cNvPicPr>
          <p:nvPr/>
        </p:nvPicPr>
        <p:blipFill>
          <a:blip r:embed="rId14"/>
          <a:stretch>
            <a:fillRect/>
          </a:stretch>
        </p:blipFill>
        <p:spPr>
          <a:xfrm>
            <a:off x="6248400" y="2987040"/>
            <a:ext cx="2731770" cy="1737360"/>
          </a:xfrm>
          <a:prstGeom prst="rect">
            <a:avLst/>
          </a:prstGeom>
        </p:spPr>
      </p:pic>
    </p:spTree>
    <p:extLst>
      <p:ext uri="{BB962C8B-B14F-4D97-AF65-F5344CB8AC3E}">
        <p14:creationId xmlns:p14="http://schemas.microsoft.com/office/powerpoint/2010/main" val="74684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1000"/>
                                        <p:tgtEl>
                                          <p:spTgt spid="31"/>
                                        </p:tgtEl>
                                      </p:cBhvr>
                                    </p:animEffect>
                                    <p:anim calcmode="lin" valueType="num">
                                      <p:cBhvr>
                                        <p:cTn id="25" dur="1000" fill="hold"/>
                                        <p:tgtEl>
                                          <p:spTgt spid="31"/>
                                        </p:tgtEl>
                                        <p:attrNameLst>
                                          <p:attrName>ppt_x</p:attrName>
                                        </p:attrNameLst>
                                      </p:cBhvr>
                                      <p:tavLst>
                                        <p:tav tm="0">
                                          <p:val>
                                            <p:strVal val="#ppt_x"/>
                                          </p:val>
                                        </p:tav>
                                        <p:tav tm="100000">
                                          <p:val>
                                            <p:strVal val="#ppt_x"/>
                                          </p:val>
                                        </p:tav>
                                      </p:tavLst>
                                    </p:anim>
                                    <p:anim calcmode="lin" valueType="num">
                                      <p:cBhvr>
                                        <p:cTn id="2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1000"/>
                                        <p:tgtEl>
                                          <p:spTgt spid="33"/>
                                        </p:tgtEl>
                                      </p:cBhvr>
                                    </p:animEffect>
                                    <p:anim calcmode="lin" valueType="num">
                                      <p:cBhvr>
                                        <p:cTn id="32" dur="1000" fill="hold"/>
                                        <p:tgtEl>
                                          <p:spTgt spid="33"/>
                                        </p:tgtEl>
                                        <p:attrNameLst>
                                          <p:attrName>ppt_x</p:attrName>
                                        </p:attrNameLst>
                                      </p:cBhvr>
                                      <p:tavLst>
                                        <p:tav tm="0">
                                          <p:val>
                                            <p:strVal val="#ppt_x"/>
                                          </p:val>
                                        </p:tav>
                                        <p:tav tm="100000">
                                          <p:val>
                                            <p:strVal val="#ppt_x"/>
                                          </p:val>
                                        </p:tav>
                                      </p:tavLst>
                                    </p:anim>
                                    <p:anim calcmode="lin" valueType="num">
                                      <p:cBhvr>
                                        <p:cTn id="33" dur="1000" fill="hold"/>
                                        <p:tgtEl>
                                          <p:spTgt spid="3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anim calcmode="lin" valueType="num">
                                      <p:cBhvr>
                                        <p:cTn id="37" dur="1000" fill="hold"/>
                                        <p:tgtEl>
                                          <p:spTgt spid="2"/>
                                        </p:tgtEl>
                                        <p:attrNameLst>
                                          <p:attrName>ppt_x</p:attrName>
                                        </p:attrNameLst>
                                      </p:cBhvr>
                                      <p:tavLst>
                                        <p:tav tm="0">
                                          <p:val>
                                            <p:strVal val="#ppt_x"/>
                                          </p:val>
                                        </p:tav>
                                        <p:tav tm="100000">
                                          <p:val>
                                            <p:strVal val="#ppt_x"/>
                                          </p:val>
                                        </p:tav>
                                      </p:tavLst>
                                    </p:anim>
                                    <p:anim calcmode="lin" valueType="num">
                                      <p:cBhvr>
                                        <p:cTn id="38" dur="1000" fill="hold"/>
                                        <p:tgtEl>
                                          <p:spTgt spid="2"/>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1000"/>
                                        <p:tgtEl>
                                          <p:spTgt spid="38"/>
                                        </p:tgtEl>
                                      </p:cBhvr>
                                    </p:animEffect>
                                    <p:anim calcmode="lin" valueType="num">
                                      <p:cBhvr>
                                        <p:cTn id="42" dur="1000" fill="hold"/>
                                        <p:tgtEl>
                                          <p:spTgt spid="38"/>
                                        </p:tgtEl>
                                        <p:attrNameLst>
                                          <p:attrName>ppt_x</p:attrName>
                                        </p:attrNameLst>
                                      </p:cBhvr>
                                      <p:tavLst>
                                        <p:tav tm="0">
                                          <p:val>
                                            <p:strVal val="#ppt_x"/>
                                          </p:val>
                                        </p:tav>
                                        <p:tav tm="100000">
                                          <p:val>
                                            <p:strVal val="#ppt_x"/>
                                          </p:val>
                                        </p:tav>
                                      </p:tavLst>
                                    </p:anim>
                                    <p:anim calcmode="lin" valueType="num">
                                      <p:cBhvr>
                                        <p:cTn id="43" dur="1000" fill="hold"/>
                                        <p:tgtEl>
                                          <p:spTgt spid="38"/>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1000"/>
                                        <p:tgtEl>
                                          <p:spTgt spid="42"/>
                                        </p:tgtEl>
                                      </p:cBhvr>
                                    </p:animEffect>
                                    <p:anim calcmode="lin" valueType="num">
                                      <p:cBhvr>
                                        <p:cTn id="54" dur="1000" fill="hold"/>
                                        <p:tgtEl>
                                          <p:spTgt spid="42"/>
                                        </p:tgtEl>
                                        <p:attrNameLst>
                                          <p:attrName>ppt_x</p:attrName>
                                        </p:attrNameLst>
                                      </p:cBhvr>
                                      <p:tavLst>
                                        <p:tav tm="0">
                                          <p:val>
                                            <p:strVal val="#ppt_x"/>
                                          </p:val>
                                        </p:tav>
                                        <p:tav tm="100000">
                                          <p:val>
                                            <p:strVal val="#ppt_x"/>
                                          </p:val>
                                        </p:tav>
                                      </p:tavLst>
                                    </p:anim>
                                    <p:anim calcmode="lin" valueType="num">
                                      <p:cBhvr>
                                        <p:cTn id="5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1000"/>
                                        <p:tgtEl>
                                          <p:spTgt spid="36"/>
                                        </p:tgtEl>
                                      </p:cBhvr>
                                    </p:animEffect>
                                    <p:anim calcmode="lin" valueType="num">
                                      <p:cBhvr>
                                        <p:cTn id="61" dur="1000" fill="hold"/>
                                        <p:tgtEl>
                                          <p:spTgt spid="36"/>
                                        </p:tgtEl>
                                        <p:attrNameLst>
                                          <p:attrName>ppt_x</p:attrName>
                                        </p:attrNameLst>
                                      </p:cBhvr>
                                      <p:tavLst>
                                        <p:tav tm="0">
                                          <p:val>
                                            <p:strVal val="#ppt_x"/>
                                          </p:val>
                                        </p:tav>
                                        <p:tav tm="100000">
                                          <p:val>
                                            <p:strVal val="#ppt_x"/>
                                          </p:val>
                                        </p:tav>
                                      </p:tavLst>
                                    </p:anim>
                                    <p:anim calcmode="lin" valueType="num">
                                      <p:cBhvr>
                                        <p:cTn id="62" dur="1000" fill="hold"/>
                                        <p:tgtEl>
                                          <p:spTgt spid="3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1000"/>
                                        <p:tgtEl>
                                          <p:spTgt spid="39"/>
                                        </p:tgtEl>
                                      </p:cBhvr>
                                    </p:animEffect>
                                    <p:anim calcmode="lin" valueType="num">
                                      <p:cBhvr>
                                        <p:cTn id="66" dur="1000" fill="hold"/>
                                        <p:tgtEl>
                                          <p:spTgt spid="39"/>
                                        </p:tgtEl>
                                        <p:attrNameLst>
                                          <p:attrName>ppt_x</p:attrName>
                                        </p:attrNameLst>
                                      </p:cBhvr>
                                      <p:tavLst>
                                        <p:tav tm="0">
                                          <p:val>
                                            <p:strVal val="#ppt_x"/>
                                          </p:val>
                                        </p:tav>
                                        <p:tav tm="100000">
                                          <p:val>
                                            <p:strVal val="#ppt_x"/>
                                          </p:val>
                                        </p:tav>
                                      </p:tavLst>
                                    </p:anim>
                                    <p:anim calcmode="lin" valueType="num">
                                      <p:cBhvr>
                                        <p:cTn id="67" dur="1000" fill="hold"/>
                                        <p:tgtEl>
                                          <p:spTgt spid="39"/>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1000"/>
                                        <p:tgtEl>
                                          <p:spTgt spid="37"/>
                                        </p:tgtEl>
                                      </p:cBhvr>
                                    </p:animEffect>
                                    <p:anim calcmode="lin" valueType="num">
                                      <p:cBhvr>
                                        <p:cTn id="71" dur="1000" fill="hold"/>
                                        <p:tgtEl>
                                          <p:spTgt spid="37"/>
                                        </p:tgtEl>
                                        <p:attrNameLst>
                                          <p:attrName>ppt_x</p:attrName>
                                        </p:attrNameLst>
                                      </p:cBhvr>
                                      <p:tavLst>
                                        <p:tav tm="0">
                                          <p:val>
                                            <p:strVal val="#ppt_x"/>
                                          </p:val>
                                        </p:tav>
                                        <p:tav tm="100000">
                                          <p:val>
                                            <p:strVal val="#ppt_x"/>
                                          </p:val>
                                        </p:tav>
                                      </p:tavLst>
                                    </p:anim>
                                    <p:anim calcmode="lin" valueType="num">
                                      <p:cBhvr>
                                        <p:cTn id="72" dur="1000" fill="hold"/>
                                        <p:tgtEl>
                                          <p:spTgt spid="37"/>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1000"/>
                                        <p:tgtEl>
                                          <p:spTgt spid="41"/>
                                        </p:tgtEl>
                                      </p:cBhvr>
                                    </p:animEffect>
                                    <p:anim calcmode="lin" valueType="num">
                                      <p:cBhvr>
                                        <p:cTn id="76" dur="1000" fill="hold"/>
                                        <p:tgtEl>
                                          <p:spTgt spid="41"/>
                                        </p:tgtEl>
                                        <p:attrNameLst>
                                          <p:attrName>ppt_x</p:attrName>
                                        </p:attrNameLst>
                                      </p:cBhvr>
                                      <p:tavLst>
                                        <p:tav tm="0">
                                          <p:val>
                                            <p:strVal val="#ppt_x"/>
                                          </p:val>
                                        </p:tav>
                                        <p:tav tm="100000">
                                          <p:val>
                                            <p:strVal val="#ppt_x"/>
                                          </p:val>
                                        </p:tav>
                                      </p:tavLst>
                                    </p:anim>
                                    <p:anim calcmode="lin" valueType="num">
                                      <p:cBhvr>
                                        <p:cTn id="77"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867400" y="2590800"/>
            <a:ext cx="2960370" cy="1645920"/>
          </a:xfrm>
          <a:prstGeom prst="rect">
            <a:avLst/>
          </a:prstGeom>
        </p:spPr>
      </p:pic>
      <p:pic>
        <p:nvPicPr>
          <p:cNvPr id="7" name="图片 6"/>
          <p:cNvPicPr>
            <a:picLocks noChangeAspect="1"/>
          </p:cNvPicPr>
          <p:nvPr/>
        </p:nvPicPr>
        <p:blipFill>
          <a:blip r:embed="rId3"/>
          <a:stretch>
            <a:fillRect/>
          </a:stretch>
        </p:blipFill>
        <p:spPr>
          <a:xfrm>
            <a:off x="5867400" y="838200"/>
            <a:ext cx="2960370" cy="1725930"/>
          </a:xfrm>
          <a:prstGeom prst="rect">
            <a:avLst/>
          </a:prstGeom>
        </p:spPr>
      </p:pic>
      <p:graphicFrame>
        <p:nvGraphicFramePr>
          <p:cNvPr id="8" name="对象 3"/>
          <p:cNvGraphicFramePr>
            <a:graphicFrameLocks noChangeAspect="1"/>
          </p:cNvGraphicFramePr>
          <p:nvPr/>
        </p:nvGraphicFramePr>
        <p:xfrm>
          <a:off x="8505825" y="1747837"/>
          <a:ext cx="409575" cy="233363"/>
        </p:xfrm>
        <a:graphic>
          <a:graphicData uri="http://schemas.openxmlformats.org/presentationml/2006/ole">
            <mc:AlternateContent xmlns:mc="http://schemas.openxmlformats.org/markup-compatibility/2006">
              <mc:Choice xmlns:v="urn:schemas-microsoft-com:vml" Requires="v">
                <p:oleObj name="Equation" r:id="rId4" imgW="177480" imgH="101520" progId="Equation.DSMT4">
                  <p:embed/>
                </p:oleObj>
              </mc:Choice>
              <mc:Fallback>
                <p:oleObj name="Equation" r:id="rId4" imgW="177480" imgH="101520" progId="Equation.DSMT4">
                  <p:embed/>
                  <p:pic>
                    <p:nvPicPr>
                      <p:cNvPr id="8" name="对象 3"/>
                      <p:cNvPicPr>
                        <a:picLocks noChangeAspect="1" noChangeArrowheads="1"/>
                      </p:cNvPicPr>
                      <p:nvPr/>
                    </p:nvPicPr>
                    <p:blipFill>
                      <a:blip r:embed="rId5"/>
                      <a:srcRect/>
                      <a:stretch>
                        <a:fillRect/>
                      </a:stretch>
                    </p:blipFill>
                    <p:spPr bwMode="auto">
                      <a:xfrm>
                        <a:off x="8505825" y="1747837"/>
                        <a:ext cx="40957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3"/>
          <p:cNvGraphicFramePr>
            <a:graphicFrameLocks noChangeAspect="1"/>
          </p:cNvGraphicFramePr>
          <p:nvPr/>
        </p:nvGraphicFramePr>
        <p:xfrm>
          <a:off x="8505825" y="3576637"/>
          <a:ext cx="409575" cy="233363"/>
        </p:xfrm>
        <a:graphic>
          <a:graphicData uri="http://schemas.openxmlformats.org/presentationml/2006/ole">
            <mc:AlternateContent xmlns:mc="http://schemas.openxmlformats.org/markup-compatibility/2006">
              <mc:Choice xmlns:v="urn:schemas-microsoft-com:vml" Requires="v">
                <p:oleObj name="Equation" r:id="rId4" imgW="177480" imgH="101520" progId="Equation.DSMT4">
                  <p:embed/>
                </p:oleObj>
              </mc:Choice>
              <mc:Fallback>
                <p:oleObj name="Equation" r:id="rId4" imgW="177480" imgH="101520" progId="Equation.DSMT4">
                  <p:embed/>
                  <p:pic>
                    <p:nvPicPr>
                      <p:cNvPr id="9" name="对象 3"/>
                      <p:cNvPicPr>
                        <a:picLocks noChangeAspect="1" noChangeArrowheads="1"/>
                      </p:cNvPicPr>
                      <p:nvPr/>
                    </p:nvPicPr>
                    <p:blipFill>
                      <a:blip r:embed="rId5"/>
                      <a:srcRect/>
                      <a:stretch>
                        <a:fillRect/>
                      </a:stretch>
                    </p:blipFill>
                    <p:spPr bwMode="auto">
                      <a:xfrm>
                        <a:off x="8505825" y="3576637"/>
                        <a:ext cx="40957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509609" y="991870"/>
            <a:ext cx="7369131" cy="954107"/>
          </a:xfrm>
          <a:prstGeom prst="rect">
            <a:avLst/>
          </a:prstGeom>
        </p:spPr>
        <p:txBody>
          <a:bodyPr wrap="square">
            <a:spAutoFit/>
          </a:bodyPr>
          <a:lstStyle/>
          <a:p>
            <a:r>
              <a:rPr lang="zh-CN" altLang="en-US" b="1" dirty="0"/>
              <a:t>单位脉冲序列        </a:t>
            </a:r>
            <a:endParaRPr lang="en-US" altLang="zh-CN" b="1" dirty="0"/>
          </a:p>
          <a:p>
            <a:r>
              <a:rPr lang="zh-CN" altLang="en-US" b="1" dirty="0"/>
              <a:t>与单位阶跃序列       的关系</a:t>
            </a:r>
            <a:endParaRPr lang="zh-CN" altLang="en-US" dirty="0"/>
          </a:p>
        </p:txBody>
      </p:sp>
      <p:graphicFrame>
        <p:nvGraphicFramePr>
          <p:cNvPr id="14" name="Object 4"/>
          <p:cNvGraphicFramePr>
            <a:graphicFrameLocks noChangeAspect="1"/>
          </p:cNvGraphicFramePr>
          <p:nvPr/>
        </p:nvGraphicFramePr>
        <p:xfrm>
          <a:off x="2744400" y="1077312"/>
          <a:ext cx="753984" cy="446688"/>
        </p:xfrm>
        <a:graphic>
          <a:graphicData uri="http://schemas.openxmlformats.org/presentationml/2006/ole">
            <mc:AlternateContent xmlns:mc="http://schemas.openxmlformats.org/markup-compatibility/2006">
              <mc:Choice xmlns:v="urn:schemas-microsoft-com:vml" Requires="v">
                <p:oleObj name="Equation" r:id="rId6" imgW="342720" imgH="203040" progId="Equation.DSMT4">
                  <p:embed/>
                </p:oleObj>
              </mc:Choice>
              <mc:Fallback>
                <p:oleObj name="Equation" r:id="rId6" imgW="342720" imgH="203040" progId="Equation.DSMT4">
                  <p:embed/>
                  <p:pic>
                    <p:nvPicPr>
                      <p:cNvPr id="14" name="Object 4"/>
                      <p:cNvPicPr>
                        <a:picLocks noChangeAspect="1" noChangeArrowheads="1"/>
                      </p:cNvPicPr>
                      <p:nvPr/>
                    </p:nvPicPr>
                    <p:blipFill>
                      <a:blip r:embed="rId7"/>
                      <a:srcRect/>
                      <a:stretch>
                        <a:fillRect/>
                      </a:stretch>
                    </p:blipFill>
                    <p:spPr bwMode="auto">
                      <a:xfrm>
                        <a:off x="2744400" y="1077312"/>
                        <a:ext cx="753984"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4"/>
          <p:cNvGraphicFramePr>
            <a:graphicFrameLocks noGrp="1" noChangeAspect="1"/>
          </p:cNvGraphicFramePr>
          <p:nvPr>
            <p:ph type="body" idx="4294967295"/>
          </p:nvPr>
        </p:nvGraphicFramePr>
        <p:xfrm>
          <a:off x="3085663" y="1458312"/>
          <a:ext cx="726264" cy="446688"/>
        </p:xfrm>
        <a:graphic>
          <a:graphicData uri="http://schemas.openxmlformats.org/presentationml/2006/ole">
            <mc:AlternateContent xmlns:mc="http://schemas.openxmlformats.org/markup-compatibility/2006">
              <mc:Choice xmlns:v="urn:schemas-microsoft-com:vml" Requires="v">
                <p:oleObj name="Equation" r:id="rId8" imgW="330120" imgH="203040" progId="Equation.DSMT4">
                  <p:embed/>
                </p:oleObj>
              </mc:Choice>
              <mc:Fallback>
                <p:oleObj name="Equation" r:id="rId8" imgW="330120" imgH="203040" progId="Equation.DSMT4">
                  <p:embed/>
                  <p:pic>
                    <p:nvPicPr>
                      <p:cNvPr id="15" name="Object 4"/>
                      <p:cNvPicPr>
                        <a:picLocks noGrp="1" noChangeAspect="1" noChangeArrowheads="1"/>
                      </p:cNvPicPr>
                      <p:nvPr/>
                    </p:nvPicPr>
                    <p:blipFill>
                      <a:blip r:embed="rId9"/>
                      <a:srcRect/>
                      <a:stretch>
                        <a:fillRect/>
                      </a:stretch>
                    </p:blipFill>
                    <p:spPr bwMode="auto">
                      <a:xfrm>
                        <a:off x="3085663" y="1458312"/>
                        <a:ext cx="726264" cy="446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 name="Object 6"/>
          <p:cNvGraphicFramePr>
            <a:graphicFrameLocks noChangeAspect="1"/>
          </p:cNvGraphicFramePr>
          <p:nvPr/>
        </p:nvGraphicFramePr>
        <p:xfrm>
          <a:off x="762000" y="2522730"/>
          <a:ext cx="3100680" cy="446688"/>
        </p:xfrm>
        <a:graphic>
          <a:graphicData uri="http://schemas.openxmlformats.org/presentationml/2006/ole">
            <mc:AlternateContent xmlns:mc="http://schemas.openxmlformats.org/markup-compatibility/2006">
              <mc:Choice xmlns:v="urn:schemas-microsoft-com:vml" Requires="v">
                <p:oleObj name="Equation" r:id="rId10" imgW="1409400" imgH="203040" progId="Equation.DSMT4">
                  <p:embed/>
                </p:oleObj>
              </mc:Choice>
              <mc:Fallback>
                <p:oleObj name="Equation" r:id="rId10" imgW="1409400" imgH="203040" progId="Equation.DSMT4">
                  <p:embed/>
                  <p:pic>
                    <p:nvPicPr>
                      <p:cNvPr id="19" name="Object 6"/>
                      <p:cNvPicPr>
                        <a:picLocks noChangeAspect="1" noChangeArrowheads="1"/>
                      </p:cNvPicPr>
                      <p:nvPr/>
                    </p:nvPicPr>
                    <p:blipFill>
                      <a:blip r:embed="rId11"/>
                      <a:srcRect/>
                      <a:stretch>
                        <a:fillRect/>
                      </a:stretch>
                    </p:blipFill>
                    <p:spPr bwMode="auto">
                      <a:xfrm>
                        <a:off x="762000" y="2522730"/>
                        <a:ext cx="3100680" cy="446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5"/>
          <p:cNvGraphicFramePr>
            <a:graphicFrameLocks noChangeAspect="1"/>
          </p:cNvGraphicFramePr>
          <p:nvPr>
            <p:extLst>
              <p:ext uri="{D42A27DB-BD31-4B8C-83A1-F6EECF244321}">
                <p14:modId xmlns:p14="http://schemas.microsoft.com/office/powerpoint/2010/main" val="1202868278"/>
              </p:ext>
            </p:extLst>
          </p:nvPr>
        </p:nvGraphicFramePr>
        <p:xfrm>
          <a:off x="650875" y="3495104"/>
          <a:ext cx="5140325" cy="1450975"/>
        </p:xfrm>
        <a:graphic>
          <a:graphicData uri="http://schemas.openxmlformats.org/presentationml/2006/ole">
            <mc:AlternateContent xmlns:mc="http://schemas.openxmlformats.org/markup-compatibility/2006">
              <mc:Choice xmlns:v="urn:schemas-microsoft-com:vml" Requires="v">
                <p:oleObj name="Equation" r:id="rId12" imgW="2336760" imgH="660240" progId="Equation.DSMT4">
                  <p:embed/>
                </p:oleObj>
              </mc:Choice>
              <mc:Fallback>
                <p:oleObj name="Equation" r:id="rId12" imgW="2336760" imgH="660240" progId="Equation.DSMT4">
                  <p:embed/>
                  <p:pic>
                    <p:nvPicPr>
                      <p:cNvPr id="20" name="Object 5"/>
                      <p:cNvPicPr>
                        <a:picLocks noChangeAspect="1" noChangeArrowheads="1"/>
                      </p:cNvPicPr>
                      <p:nvPr/>
                    </p:nvPicPr>
                    <p:blipFill>
                      <a:blip r:embed="rId13"/>
                      <a:srcRect/>
                      <a:stretch>
                        <a:fillRect/>
                      </a:stretch>
                    </p:blipFill>
                    <p:spPr bwMode="auto">
                      <a:xfrm>
                        <a:off x="650875" y="3495104"/>
                        <a:ext cx="5140325" cy="1450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矩形 20"/>
          <p:cNvSpPr/>
          <p:nvPr/>
        </p:nvSpPr>
        <p:spPr>
          <a:xfrm>
            <a:off x="291115" y="2446198"/>
            <a:ext cx="543739" cy="523220"/>
          </a:xfrm>
          <a:prstGeom prst="rect">
            <a:avLst/>
          </a:prstGeom>
        </p:spPr>
        <p:txBody>
          <a:bodyPr wrap="none">
            <a:spAutoFit/>
          </a:bodyPr>
          <a:lstStyle/>
          <a:p>
            <a:r>
              <a:rPr lang="zh-CN" altLang="en-US" dirty="0">
                <a:solidFill>
                  <a:srgbClr val="FF0000"/>
                </a:solidFill>
                <a:latin typeface="宋体" panose="02010600030101010101" pitchFamily="2" charset="-122"/>
              </a:rPr>
              <a:t>★</a:t>
            </a:r>
            <a:endParaRPr lang="zh-CN" altLang="en-US" dirty="0"/>
          </a:p>
        </p:txBody>
      </p:sp>
      <p:pic>
        <p:nvPicPr>
          <p:cNvPr id="22" name="图片 21"/>
          <p:cNvPicPr>
            <a:picLocks noChangeAspect="1"/>
          </p:cNvPicPr>
          <p:nvPr/>
        </p:nvPicPr>
        <p:blipFill>
          <a:blip r:embed="rId14"/>
          <a:stretch>
            <a:fillRect/>
          </a:stretch>
        </p:blipFill>
        <p:spPr>
          <a:xfrm>
            <a:off x="5867400" y="4267200"/>
            <a:ext cx="2731770" cy="1714500"/>
          </a:xfrm>
          <a:prstGeom prst="rect">
            <a:avLst/>
          </a:prstGeom>
        </p:spPr>
      </p:pic>
      <p:sp>
        <p:nvSpPr>
          <p:cNvPr id="16"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Tree>
    <p:extLst>
      <p:ext uri="{BB962C8B-B14F-4D97-AF65-F5344CB8AC3E}">
        <p14:creationId xmlns:p14="http://schemas.microsoft.com/office/powerpoint/2010/main" val="227105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anim calcmode="lin" valueType="num">
                                      <p:cBhvr>
                                        <p:cTn id="22" dur="1000" fill="hold"/>
                                        <p:tgtEl>
                                          <p:spTgt spid="20"/>
                                        </p:tgtEl>
                                        <p:attrNameLst>
                                          <p:attrName>ppt_x</p:attrName>
                                        </p:attrNameLst>
                                      </p:cBhvr>
                                      <p:tavLst>
                                        <p:tav tm="0">
                                          <p:val>
                                            <p:strVal val="#ppt_x"/>
                                          </p:val>
                                        </p:tav>
                                        <p:tav tm="100000">
                                          <p:val>
                                            <p:strVal val="#ppt_x"/>
                                          </p:val>
                                        </p:tav>
                                      </p:tavLst>
                                    </p:anim>
                                    <p:anim calcmode="lin" valueType="num">
                                      <p:cBhvr>
                                        <p:cTn id="23" dur="1000" fill="hold"/>
                                        <p:tgtEl>
                                          <p:spTgt spid="20"/>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1000"/>
                                        <p:tgtEl>
                                          <p:spTgt spid="21"/>
                                        </p:tgtEl>
                                      </p:cBhvr>
                                    </p:animEffect>
                                    <p:anim calcmode="lin" valueType="num">
                                      <p:cBhvr>
                                        <p:cTn id="42" dur="1000" fill="hold"/>
                                        <p:tgtEl>
                                          <p:spTgt spid="21"/>
                                        </p:tgtEl>
                                        <p:attrNameLst>
                                          <p:attrName>ppt_x</p:attrName>
                                        </p:attrNameLst>
                                      </p:cBhvr>
                                      <p:tavLst>
                                        <p:tav tm="0">
                                          <p:val>
                                            <p:strVal val="#ppt_x"/>
                                          </p:val>
                                        </p:tav>
                                        <p:tav tm="100000">
                                          <p:val>
                                            <p:strVal val="#ppt_x"/>
                                          </p:val>
                                        </p:tav>
                                      </p:tavLst>
                                    </p:anim>
                                    <p:anim calcmode="lin" valueType="num">
                                      <p:cBhvr>
                                        <p:cTn id="43" dur="1000" fill="hold"/>
                                        <p:tgtEl>
                                          <p:spTgt spid="21"/>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1000"/>
                                        <p:tgtEl>
                                          <p:spTgt spid="7"/>
                                        </p:tgtEl>
                                      </p:cBhvr>
                                    </p:animEffect>
                                    <p:anim calcmode="lin" valueType="num">
                                      <p:cBhvr>
                                        <p:cTn id="47" dur="1000" fill="hold"/>
                                        <p:tgtEl>
                                          <p:spTgt spid="7"/>
                                        </p:tgtEl>
                                        <p:attrNameLst>
                                          <p:attrName>ppt_x</p:attrName>
                                        </p:attrNameLst>
                                      </p:cBhvr>
                                      <p:tavLst>
                                        <p:tav tm="0">
                                          <p:val>
                                            <p:strVal val="#ppt_x"/>
                                          </p:val>
                                        </p:tav>
                                        <p:tav tm="100000">
                                          <p:val>
                                            <p:strVal val="#ppt_x"/>
                                          </p:val>
                                        </p:tav>
                                      </p:tavLst>
                                    </p:anim>
                                    <p:anim calcmode="lin" valueType="num">
                                      <p:cBhvr>
                                        <p:cTn id="48" dur="1000" fill="hold"/>
                                        <p:tgtEl>
                                          <p:spTgt spid="7"/>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1000"/>
                                        <p:tgtEl>
                                          <p:spTgt spid="6"/>
                                        </p:tgtEl>
                                      </p:cBhvr>
                                    </p:animEffect>
                                    <p:anim calcmode="lin" valueType="num">
                                      <p:cBhvr>
                                        <p:cTn id="52" dur="1000" fill="hold"/>
                                        <p:tgtEl>
                                          <p:spTgt spid="6"/>
                                        </p:tgtEl>
                                        <p:attrNameLst>
                                          <p:attrName>ppt_x</p:attrName>
                                        </p:attrNameLst>
                                      </p:cBhvr>
                                      <p:tavLst>
                                        <p:tav tm="0">
                                          <p:val>
                                            <p:strVal val="#ppt_x"/>
                                          </p:val>
                                        </p:tav>
                                        <p:tav tm="100000">
                                          <p:val>
                                            <p:strVal val="#ppt_x"/>
                                          </p:val>
                                        </p:tav>
                                      </p:tavLst>
                                    </p:anim>
                                    <p:anim calcmode="lin" valueType="num">
                                      <p:cBhvr>
                                        <p:cTn id="5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3"/>
          <p:cNvGraphicFramePr>
            <a:graphicFrameLocks noChangeAspect="1"/>
          </p:cNvGraphicFramePr>
          <p:nvPr/>
        </p:nvGraphicFramePr>
        <p:xfrm>
          <a:off x="8505825" y="2392680"/>
          <a:ext cx="409575" cy="233363"/>
        </p:xfrm>
        <a:graphic>
          <a:graphicData uri="http://schemas.openxmlformats.org/presentationml/2006/ole">
            <mc:AlternateContent xmlns:mc="http://schemas.openxmlformats.org/markup-compatibility/2006">
              <mc:Choice xmlns:v="urn:schemas-microsoft-com:vml" Requires="v">
                <p:oleObj name="Equation" r:id="rId2" imgW="177480" imgH="101520" progId="Equation.DSMT4">
                  <p:embed/>
                </p:oleObj>
              </mc:Choice>
              <mc:Fallback>
                <p:oleObj name="Equation" r:id="rId2" imgW="177480" imgH="101520" progId="Equation.DSMT4">
                  <p:embed/>
                  <p:pic>
                    <p:nvPicPr>
                      <p:cNvPr id="8" name="对象 3"/>
                      <p:cNvPicPr>
                        <a:picLocks noChangeAspect="1" noChangeArrowheads="1"/>
                      </p:cNvPicPr>
                      <p:nvPr/>
                    </p:nvPicPr>
                    <p:blipFill>
                      <a:blip r:embed="rId3"/>
                      <a:srcRect/>
                      <a:stretch>
                        <a:fillRect/>
                      </a:stretch>
                    </p:blipFill>
                    <p:spPr bwMode="auto">
                      <a:xfrm>
                        <a:off x="8505825" y="2392680"/>
                        <a:ext cx="40957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3"/>
          <p:cNvGraphicFramePr>
            <a:graphicFrameLocks noChangeAspect="1"/>
          </p:cNvGraphicFramePr>
          <p:nvPr/>
        </p:nvGraphicFramePr>
        <p:xfrm>
          <a:off x="8505825" y="4023360"/>
          <a:ext cx="409575" cy="233363"/>
        </p:xfrm>
        <a:graphic>
          <a:graphicData uri="http://schemas.openxmlformats.org/presentationml/2006/ole">
            <mc:AlternateContent xmlns:mc="http://schemas.openxmlformats.org/markup-compatibility/2006">
              <mc:Choice xmlns:v="urn:schemas-microsoft-com:vml" Requires="v">
                <p:oleObj name="Equation" r:id="rId2" imgW="177480" imgH="101520" progId="Equation.DSMT4">
                  <p:embed/>
                </p:oleObj>
              </mc:Choice>
              <mc:Fallback>
                <p:oleObj name="Equation" r:id="rId2" imgW="177480" imgH="101520" progId="Equation.DSMT4">
                  <p:embed/>
                  <p:pic>
                    <p:nvPicPr>
                      <p:cNvPr id="9" name="对象 3"/>
                      <p:cNvPicPr>
                        <a:picLocks noChangeAspect="1" noChangeArrowheads="1"/>
                      </p:cNvPicPr>
                      <p:nvPr/>
                    </p:nvPicPr>
                    <p:blipFill>
                      <a:blip r:embed="rId3"/>
                      <a:srcRect/>
                      <a:stretch>
                        <a:fillRect/>
                      </a:stretch>
                    </p:blipFill>
                    <p:spPr bwMode="auto">
                      <a:xfrm>
                        <a:off x="8505825" y="4023360"/>
                        <a:ext cx="409575"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784268" y="1002146"/>
            <a:ext cx="7369131" cy="523220"/>
          </a:xfrm>
          <a:prstGeom prst="rect">
            <a:avLst/>
          </a:prstGeom>
        </p:spPr>
        <p:txBody>
          <a:bodyPr wrap="square">
            <a:spAutoFit/>
          </a:bodyPr>
          <a:lstStyle/>
          <a:p>
            <a:r>
              <a:rPr lang="zh-CN" altLang="en-US" b="1" dirty="0"/>
              <a:t>矩形序列           与单位阶跃序列         的关系</a:t>
            </a:r>
            <a:endParaRPr lang="zh-CN" altLang="en-US" dirty="0"/>
          </a:p>
        </p:txBody>
      </p:sp>
      <p:graphicFrame>
        <p:nvGraphicFramePr>
          <p:cNvPr id="15" name="Object 4"/>
          <p:cNvGraphicFramePr>
            <a:graphicFrameLocks noGrp="1" noChangeAspect="1"/>
          </p:cNvGraphicFramePr>
          <p:nvPr>
            <p:ph type="body" idx="4294967295"/>
          </p:nvPr>
        </p:nvGraphicFramePr>
        <p:xfrm>
          <a:off x="5826936" y="1066800"/>
          <a:ext cx="726264" cy="446688"/>
        </p:xfrm>
        <a:graphic>
          <a:graphicData uri="http://schemas.openxmlformats.org/presentationml/2006/ole">
            <mc:AlternateContent xmlns:mc="http://schemas.openxmlformats.org/markup-compatibility/2006">
              <mc:Choice xmlns:v="urn:schemas-microsoft-com:vml" Requires="v">
                <p:oleObj name="Equation" r:id="rId4" imgW="330120" imgH="203040" progId="Equation.DSMT4">
                  <p:embed/>
                </p:oleObj>
              </mc:Choice>
              <mc:Fallback>
                <p:oleObj name="Equation" r:id="rId4" imgW="330120" imgH="203040" progId="Equation.DSMT4">
                  <p:embed/>
                  <p:pic>
                    <p:nvPicPr>
                      <p:cNvPr id="15" name="Object 4"/>
                      <p:cNvPicPr>
                        <a:picLocks noGrp="1" noChangeAspect="1" noChangeArrowheads="1"/>
                      </p:cNvPicPr>
                      <p:nvPr/>
                    </p:nvPicPr>
                    <p:blipFill>
                      <a:blip r:embed="rId5"/>
                      <a:srcRect/>
                      <a:stretch>
                        <a:fillRect/>
                      </a:stretch>
                    </p:blipFill>
                    <p:spPr bwMode="auto">
                      <a:xfrm>
                        <a:off x="5826936" y="1066800"/>
                        <a:ext cx="726264" cy="446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 name="Object 1028"/>
          <p:cNvGraphicFramePr>
            <a:graphicFrameLocks noGrp="1" noChangeAspect="1"/>
          </p:cNvGraphicFramePr>
          <p:nvPr>
            <p:ph type="body" idx="4294967295"/>
          </p:nvPr>
        </p:nvGraphicFramePr>
        <p:xfrm>
          <a:off x="2331048" y="1021080"/>
          <a:ext cx="977328" cy="502920"/>
        </p:xfrm>
        <a:graphic>
          <a:graphicData uri="http://schemas.openxmlformats.org/presentationml/2006/ole">
            <mc:AlternateContent xmlns:mc="http://schemas.openxmlformats.org/markup-compatibility/2006">
              <mc:Choice xmlns:v="urn:schemas-microsoft-com:vml" Requires="v">
                <p:oleObj name="Equation" r:id="rId6" imgW="444240" imgH="228600" progId="Equation.DSMT4">
                  <p:embed/>
                </p:oleObj>
              </mc:Choice>
              <mc:Fallback>
                <p:oleObj name="Equation" r:id="rId6" imgW="444240" imgH="228600" progId="Equation.DSMT4">
                  <p:embed/>
                  <p:pic>
                    <p:nvPicPr>
                      <p:cNvPr id="16" name="Object 1028"/>
                      <p:cNvPicPr>
                        <a:picLocks noGrp="1" noChangeAspect="1" noChangeArrowheads="1"/>
                      </p:cNvPicPr>
                      <p:nvPr/>
                    </p:nvPicPr>
                    <p:blipFill>
                      <a:blip r:embed="rId7"/>
                      <a:srcRect/>
                      <a:stretch>
                        <a:fillRect/>
                      </a:stretch>
                    </p:blipFill>
                    <p:spPr bwMode="auto">
                      <a:xfrm>
                        <a:off x="2331048" y="1021080"/>
                        <a:ext cx="977328" cy="502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 name="Object 6"/>
          <p:cNvGraphicFramePr>
            <a:graphicFrameLocks noChangeAspect="1"/>
          </p:cNvGraphicFramePr>
          <p:nvPr/>
        </p:nvGraphicFramePr>
        <p:xfrm>
          <a:off x="1390492" y="2057400"/>
          <a:ext cx="3463925" cy="503237"/>
        </p:xfrm>
        <a:graphic>
          <a:graphicData uri="http://schemas.openxmlformats.org/presentationml/2006/ole">
            <mc:AlternateContent xmlns:mc="http://schemas.openxmlformats.org/markup-compatibility/2006">
              <mc:Choice xmlns:v="urn:schemas-microsoft-com:vml" Requires="v">
                <p:oleObj name="Equation" r:id="rId8" imgW="1574640" imgH="228600" progId="Equation.DSMT4">
                  <p:embed/>
                </p:oleObj>
              </mc:Choice>
              <mc:Fallback>
                <p:oleObj name="Equation" r:id="rId8" imgW="1574640" imgH="228600" progId="Equation.DSMT4">
                  <p:embed/>
                  <p:pic>
                    <p:nvPicPr>
                      <p:cNvPr id="19" name="Object 6"/>
                      <p:cNvPicPr>
                        <a:picLocks noChangeAspect="1" noChangeArrowheads="1"/>
                      </p:cNvPicPr>
                      <p:nvPr/>
                    </p:nvPicPr>
                    <p:blipFill>
                      <a:blip r:embed="rId9"/>
                      <a:srcRect/>
                      <a:stretch>
                        <a:fillRect/>
                      </a:stretch>
                    </p:blipFill>
                    <p:spPr bwMode="auto">
                      <a:xfrm>
                        <a:off x="1390492" y="2057400"/>
                        <a:ext cx="346392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矩形 20"/>
          <p:cNvSpPr/>
          <p:nvPr/>
        </p:nvSpPr>
        <p:spPr>
          <a:xfrm>
            <a:off x="788196" y="2020828"/>
            <a:ext cx="543739" cy="523220"/>
          </a:xfrm>
          <a:prstGeom prst="rect">
            <a:avLst/>
          </a:prstGeom>
        </p:spPr>
        <p:txBody>
          <a:bodyPr wrap="none">
            <a:spAutoFit/>
          </a:bodyPr>
          <a:lstStyle/>
          <a:p>
            <a:r>
              <a:rPr lang="zh-CN" altLang="en-US" dirty="0">
                <a:solidFill>
                  <a:srgbClr val="FF0000"/>
                </a:solidFill>
                <a:latin typeface="宋体" panose="02010600030101010101" pitchFamily="2" charset="-122"/>
              </a:rPr>
              <a:t>★</a:t>
            </a:r>
            <a:endParaRPr lang="zh-CN" altLang="en-US" dirty="0"/>
          </a:p>
        </p:txBody>
      </p:sp>
      <p:graphicFrame>
        <p:nvGraphicFramePr>
          <p:cNvPr id="24" name="Object 6"/>
          <p:cNvGraphicFramePr>
            <a:graphicFrameLocks noChangeAspect="1"/>
          </p:cNvGraphicFramePr>
          <p:nvPr>
            <p:extLst>
              <p:ext uri="{D42A27DB-BD31-4B8C-83A1-F6EECF244321}">
                <p14:modId xmlns:p14="http://schemas.microsoft.com/office/powerpoint/2010/main" val="244029939"/>
              </p:ext>
            </p:extLst>
          </p:nvPr>
        </p:nvGraphicFramePr>
        <p:xfrm>
          <a:off x="1828800" y="3730537"/>
          <a:ext cx="3268662" cy="503237"/>
        </p:xfrm>
        <a:graphic>
          <a:graphicData uri="http://schemas.openxmlformats.org/presentationml/2006/ole">
            <mc:AlternateContent xmlns:mc="http://schemas.openxmlformats.org/markup-compatibility/2006">
              <mc:Choice xmlns:v="urn:schemas-microsoft-com:vml" Requires="v">
                <p:oleObj name="Equation" r:id="rId10" imgW="1485720" imgH="228600" progId="Equation.DSMT4">
                  <p:embed/>
                </p:oleObj>
              </mc:Choice>
              <mc:Fallback>
                <p:oleObj name="Equation" r:id="rId10" imgW="1485720" imgH="228600" progId="Equation.DSMT4">
                  <p:embed/>
                  <p:pic>
                    <p:nvPicPr>
                      <p:cNvPr id="24" name="Object 6"/>
                      <p:cNvPicPr>
                        <a:picLocks noChangeAspect="1" noChangeArrowheads="1"/>
                      </p:cNvPicPr>
                      <p:nvPr/>
                    </p:nvPicPr>
                    <p:blipFill>
                      <a:blip r:embed="rId11"/>
                      <a:srcRect/>
                      <a:stretch>
                        <a:fillRect/>
                      </a:stretch>
                    </p:blipFill>
                    <p:spPr bwMode="auto">
                      <a:xfrm>
                        <a:off x="1828800" y="3730537"/>
                        <a:ext cx="3268662"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12"/>
          <a:stretch>
            <a:fillRect/>
          </a:stretch>
        </p:blipFill>
        <p:spPr>
          <a:xfrm>
            <a:off x="5878830" y="1447800"/>
            <a:ext cx="2960370" cy="1714500"/>
          </a:xfrm>
          <a:prstGeom prst="rect">
            <a:avLst/>
          </a:prstGeom>
        </p:spPr>
      </p:pic>
      <p:pic>
        <p:nvPicPr>
          <p:cNvPr id="3" name="图片 2"/>
          <p:cNvPicPr>
            <a:picLocks noChangeAspect="1"/>
          </p:cNvPicPr>
          <p:nvPr/>
        </p:nvPicPr>
        <p:blipFill>
          <a:blip r:embed="rId13"/>
          <a:stretch>
            <a:fillRect/>
          </a:stretch>
        </p:blipFill>
        <p:spPr>
          <a:xfrm>
            <a:off x="5869016" y="3206115"/>
            <a:ext cx="2960370" cy="1634490"/>
          </a:xfrm>
          <a:prstGeom prst="rect">
            <a:avLst/>
          </a:prstGeom>
        </p:spPr>
      </p:pic>
      <p:pic>
        <p:nvPicPr>
          <p:cNvPr id="4" name="图片 3"/>
          <p:cNvPicPr>
            <a:picLocks noChangeAspect="1"/>
          </p:cNvPicPr>
          <p:nvPr/>
        </p:nvPicPr>
        <p:blipFill>
          <a:blip r:embed="rId14"/>
          <a:stretch>
            <a:fillRect/>
          </a:stretch>
        </p:blipFill>
        <p:spPr>
          <a:xfrm>
            <a:off x="5867400" y="4890705"/>
            <a:ext cx="3143250" cy="1725930"/>
          </a:xfrm>
          <a:prstGeom prst="rect">
            <a:avLst/>
          </a:prstGeom>
        </p:spPr>
      </p:pic>
      <p:sp>
        <p:nvSpPr>
          <p:cNvPr id="25" name="矩形 24"/>
          <p:cNvSpPr/>
          <p:nvPr/>
        </p:nvSpPr>
        <p:spPr>
          <a:xfrm>
            <a:off x="757335" y="3720546"/>
            <a:ext cx="904415" cy="523220"/>
          </a:xfrm>
          <a:prstGeom prst="rect">
            <a:avLst/>
          </a:prstGeom>
        </p:spPr>
        <p:txBody>
          <a:bodyPr wrap="none">
            <a:spAutoFit/>
          </a:bodyPr>
          <a:lstStyle/>
          <a:p>
            <a:r>
              <a:rPr lang="zh-CN" altLang="en-US" b="1" dirty="0"/>
              <a:t>例如</a:t>
            </a:r>
            <a:endParaRPr lang="zh-CN" altLang="en-US" dirty="0"/>
          </a:p>
        </p:txBody>
      </p:sp>
      <p:sp>
        <p:nvSpPr>
          <p:cNvPr id="18"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Tree>
    <p:extLst>
      <p:ext uri="{BB962C8B-B14F-4D97-AF65-F5344CB8AC3E}">
        <p14:creationId xmlns:p14="http://schemas.microsoft.com/office/powerpoint/2010/main" val="117333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8"/>
          <p:cNvSpPr>
            <a:spLocks noChangeArrowheads="1"/>
          </p:cNvSpPr>
          <p:nvPr/>
        </p:nvSpPr>
        <p:spPr bwMode="auto">
          <a:xfrm>
            <a:off x="1143000" y="1216025"/>
            <a:ext cx="31654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latin typeface="+mj-lt"/>
              </a:rPr>
              <a:t>(4)</a:t>
            </a:r>
            <a:r>
              <a:rPr lang="zh-CN" altLang="en-US" sz="2800" b="1" dirty="0">
                <a:solidFill>
                  <a:srgbClr val="000000"/>
                </a:solidFill>
                <a:latin typeface="宋体" panose="02010600030101010101" pitchFamily="2" charset="-122"/>
              </a:rPr>
              <a:t>序列的能量</a:t>
            </a:r>
          </a:p>
        </p:txBody>
      </p:sp>
      <p:graphicFrame>
        <p:nvGraphicFramePr>
          <p:cNvPr id="22" name="Object 0"/>
          <p:cNvGraphicFramePr>
            <a:graphicFrameLocks noChangeAspect="1"/>
          </p:cNvGraphicFramePr>
          <p:nvPr/>
        </p:nvGraphicFramePr>
        <p:xfrm>
          <a:off x="3770312" y="1018744"/>
          <a:ext cx="2190060" cy="992772"/>
        </p:xfrm>
        <a:graphic>
          <a:graphicData uri="http://schemas.openxmlformats.org/presentationml/2006/ole">
            <mc:AlternateContent xmlns:mc="http://schemas.openxmlformats.org/markup-compatibility/2006">
              <mc:Choice xmlns:v="urn:schemas-microsoft-com:vml" Requires="v">
                <p:oleObj name="Equation" r:id="rId2" imgW="952200" imgH="431640" progId="Equation.DSMT4">
                  <p:embed/>
                </p:oleObj>
              </mc:Choice>
              <mc:Fallback>
                <p:oleObj name="Equation" r:id="rId2" imgW="952200" imgH="431640" progId="Equation.DSMT4">
                  <p:embed/>
                  <p:pic>
                    <p:nvPicPr>
                      <p:cNvPr id="22" name="Object 0"/>
                      <p:cNvPicPr>
                        <a:picLocks noChangeAspect="1" noChangeArrowheads="1"/>
                      </p:cNvPicPr>
                      <p:nvPr/>
                    </p:nvPicPr>
                    <p:blipFill>
                      <a:blip r:embed="rId3"/>
                      <a:srcRect/>
                      <a:stretch>
                        <a:fillRect/>
                      </a:stretch>
                    </p:blipFill>
                    <p:spPr bwMode="auto">
                      <a:xfrm>
                        <a:off x="3770312" y="1018744"/>
                        <a:ext cx="219006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1"/>
          <p:cNvGraphicFramePr>
            <a:graphicFrameLocks noChangeAspect="1"/>
          </p:cNvGraphicFramePr>
          <p:nvPr/>
        </p:nvGraphicFramePr>
        <p:xfrm>
          <a:off x="3886200" y="2209800"/>
          <a:ext cx="2190060" cy="992772"/>
        </p:xfrm>
        <a:graphic>
          <a:graphicData uri="http://schemas.openxmlformats.org/presentationml/2006/ole">
            <mc:AlternateContent xmlns:mc="http://schemas.openxmlformats.org/markup-compatibility/2006">
              <mc:Choice xmlns:v="urn:schemas-microsoft-com:vml" Requires="v">
                <p:oleObj name="Equation" r:id="rId4" imgW="952200" imgH="431640" progId="Equation.DSMT4">
                  <p:embed/>
                </p:oleObj>
              </mc:Choice>
              <mc:Fallback>
                <p:oleObj name="Equation" r:id="rId4" imgW="952200" imgH="431640" progId="Equation.DSMT4">
                  <p:embed/>
                  <p:pic>
                    <p:nvPicPr>
                      <p:cNvPr id="23" name="Object 1"/>
                      <p:cNvPicPr>
                        <a:picLocks noChangeAspect="1" noChangeArrowheads="1"/>
                      </p:cNvPicPr>
                      <p:nvPr/>
                    </p:nvPicPr>
                    <p:blipFill>
                      <a:blip r:embed="rId5"/>
                      <a:srcRect/>
                      <a:stretch>
                        <a:fillRect/>
                      </a:stretch>
                    </p:blipFill>
                    <p:spPr bwMode="auto">
                      <a:xfrm>
                        <a:off x="3886200" y="2209800"/>
                        <a:ext cx="219006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Rectangle 14"/>
          <p:cNvSpPr>
            <a:spLocks noChangeArrowheads="1"/>
          </p:cNvSpPr>
          <p:nvPr/>
        </p:nvSpPr>
        <p:spPr bwMode="auto">
          <a:xfrm>
            <a:off x="1238217" y="2431598"/>
            <a:ext cx="34559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571500" algn="l"/>
                <a:tab pos="182880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228600" defTabSz="914400" eaLnBrk="1" fontAlgn="auto" latinLnBrk="0" hangingPunct="1">
              <a:lnSpc>
                <a:spcPct val="100000"/>
              </a:lnSpc>
              <a:spcBef>
                <a:spcPts val="0"/>
              </a:spcBef>
              <a:spcAft>
                <a:spcPts val="0"/>
              </a:spcAft>
              <a:buClrTx/>
              <a:buSzTx/>
              <a:buFontTx/>
              <a:buNone/>
              <a:tabLst>
                <a:tab pos="-571500" algn="l"/>
                <a:tab pos="1828800" algn="l"/>
              </a:tabLst>
              <a:defRPr/>
            </a:pPr>
            <a:r>
              <a:rPr kumimoji="1" lang="zh-CN" altLang="en-US" sz="2800" b="1" i="0" u="none" strike="noStrike" kern="0" cap="none" spc="0" normalizeH="0" baseline="0" noProof="0" dirty="0">
                <a:ln>
                  <a:noFill/>
                </a:ln>
                <a:solidFill>
                  <a:srgbClr val="000000"/>
                </a:solidFill>
                <a:effectLst/>
                <a:uLnTx/>
                <a:uFillTx/>
                <a:ea typeface="宋体" panose="02010600030101010101" pitchFamily="2" charset="-122"/>
              </a:rPr>
              <a:t>平方可和序列</a:t>
            </a:r>
            <a:endPar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endParaRPr>
          </a:p>
        </p:txBody>
      </p:sp>
      <p:graphicFrame>
        <p:nvGraphicFramePr>
          <p:cNvPr id="25" name="Object 2"/>
          <p:cNvGraphicFramePr>
            <a:graphicFrameLocks noChangeAspect="1"/>
          </p:cNvGraphicFramePr>
          <p:nvPr/>
        </p:nvGraphicFramePr>
        <p:xfrm>
          <a:off x="3946488" y="3497261"/>
          <a:ext cx="2073312" cy="992772"/>
        </p:xfrm>
        <a:graphic>
          <a:graphicData uri="http://schemas.openxmlformats.org/presentationml/2006/ole">
            <mc:AlternateContent xmlns:mc="http://schemas.openxmlformats.org/markup-compatibility/2006">
              <mc:Choice xmlns:v="urn:schemas-microsoft-com:vml" Requires="v">
                <p:oleObj name="Equation" r:id="rId6" imgW="901440" imgH="431640" progId="Equation.DSMT4">
                  <p:embed/>
                </p:oleObj>
              </mc:Choice>
              <mc:Fallback>
                <p:oleObj name="Equation" r:id="rId6" imgW="901440" imgH="431640" progId="Equation.DSMT4">
                  <p:embed/>
                  <p:pic>
                    <p:nvPicPr>
                      <p:cNvPr id="25" name="Object 2"/>
                      <p:cNvPicPr>
                        <a:picLocks noChangeAspect="1" noChangeArrowheads="1"/>
                      </p:cNvPicPr>
                      <p:nvPr/>
                    </p:nvPicPr>
                    <p:blipFill>
                      <a:blip r:embed="rId7"/>
                      <a:srcRect/>
                      <a:stretch>
                        <a:fillRect/>
                      </a:stretch>
                    </p:blipFill>
                    <p:spPr bwMode="auto">
                      <a:xfrm>
                        <a:off x="3946488" y="3497261"/>
                        <a:ext cx="2073312"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Rectangle 15"/>
          <p:cNvSpPr>
            <a:spLocks noChangeArrowheads="1"/>
          </p:cNvSpPr>
          <p:nvPr/>
        </p:nvSpPr>
        <p:spPr bwMode="auto">
          <a:xfrm>
            <a:off x="1219200" y="3733800"/>
            <a:ext cx="32400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228600" defTabSz="914400" eaLnBrk="1" fontAlgn="auto" latinLnBrk="0" hangingPunct="1">
              <a:lnSpc>
                <a:spcPct val="100000"/>
              </a:lnSpc>
              <a:spcBef>
                <a:spcPts val="0"/>
              </a:spcBef>
              <a:spcAft>
                <a:spcPts val="0"/>
              </a:spcAft>
              <a:buClrTx/>
              <a:buSzTx/>
              <a:buFontTx/>
              <a:buNone/>
              <a:tabLst>
                <a:tab pos="-571500" algn="l"/>
                <a:tab pos="1828800" algn="l"/>
                <a:tab pos="4457700" algn="l"/>
              </a:tabLst>
              <a:defRPr/>
            </a:pP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绝对可和序列</a:t>
            </a:r>
            <a:endParaRPr kumimoji="1" lang="zh-CN" altLang="en-US" sz="2800" b="1" i="0" u="none" strike="noStrike" kern="0" cap="none" spc="0" normalizeH="0" baseline="0" noProof="0" dirty="0">
              <a:ln>
                <a:noFill/>
              </a:ln>
              <a:solidFill>
                <a:srgbClr val="000000"/>
              </a:solidFill>
              <a:effectLst/>
              <a:uLnTx/>
              <a:uFillTx/>
              <a:ea typeface="宋体" panose="02010600030101010101" pitchFamily="2" charset="-122"/>
            </a:endParaRPr>
          </a:p>
        </p:txBody>
      </p:sp>
      <p:graphicFrame>
        <p:nvGraphicFramePr>
          <p:cNvPr id="27" name="Object 3"/>
          <p:cNvGraphicFramePr>
            <a:graphicFrameLocks noChangeAspect="1"/>
          </p:cNvGraphicFramePr>
          <p:nvPr/>
        </p:nvGraphicFramePr>
        <p:xfrm>
          <a:off x="3923352" y="4978860"/>
          <a:ext cx="2248848" cy="583740"/>
        </p:xfrm>
        <a:graphic>
          <a:graphicData uri="http://schemas.openxmlformats.org/presentationml/2006/ole">
            <mc:AlternateContent xmlns:mc="http://schemas.openxmlformats.org/markup-compatibility/2006">
              <mc:Choice xmlns:v="urn:schemas-microsoft-com:vml" Requires="v">
                <p:oleObj name="Equation" r:id="rId8" imgW="977760" imgH="253800" progId="Equation.DSMT4">
                  <p:embed/>
                </p:oleObj>
              </mc:Choice>
              <mc:Fallback>
                <p:oleObj name="Equation" r:id="rId8" imgW="977760" imgH="253800" progId="Equation.DSMT4">
                  <p:embed/>
                  <p:pic>
                    <p:nvPicPr>
                      <p:cNvPr id="27" name="Object 3"/>
                      <p:cNvPicPr>
                        <a:picLocks noChangeAspect="1" noChangeArrowheads="1"/>
                      </p:cNvPicPr>
                      <p:nvPr/>
                    </p:nvPicPr>
                    <p:blipFill>
                      <a:blip r:embed="rId9"/>
                      <a:srcRect/>
                      <a:stretch>
                        <a:fillRect/>
                      </a:stretch>
                    </p:blipFill>
                    <p:spPr bwMode="auto">
                      <a:xfrm>
                        <a:off x="3923352" y="4978860"/>
                        <a:ext cx="2248848" cy="58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Rectangle 17"/>
          <p:cNvSpPr>
            <a:spLocks noChangeArrowheads="1"/>
          </p:cNvSpPr>
          <p:nvPr/>
        </p:nvSpPr>
        <p:spPr bwMode="auto">
          <a:xfrm>
            <a:off x="1447800" y="4963180"/>
            <a:ext cx="18085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solidFill>
                  <a:srgbClr val="000000"/>
                </a:solidFill>
                <a:latin typeface="宋体" panose="02010600030101010101" pitchFamily="2" charset="-122"/>
              </a:rPr>
              <a:t>有界序列 </a:t>
            </a:r>
          </a:p>
        </p:txBody>
      </p:sp>
      <p:sp>
        <p:nvSpPr>
          <p:cNvPr id="11"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Tree>
    <p:extLst>
      <p:ext uri="{BB962C8B-B14F-4D97-AF65-F5344CB8AC3E}">
        <p14:creationId xmlns:p14="http://schemas.microsoft.com/office/powerpoint/2010/main" val="1224603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anim calcmode="lin" valueType="num">
                                      <p:cBhvr>
                                        <p:cTn id="20" dur="1000" fill="hold"/>
                                        <p:tgtEl>
                                          <p:spTgt spid="26"/>
                                        </p:tgtEl>
                                        <p:attrNameLst>
                                          <p:attrName>ppt_x</p:attrName>
                                        </p:attrNameLst>
                                      </p:cBhvr>
                                      <p:tavLst>
                                        <p:tav tm="0">
                                          <p:val>
                                            <p:strVal val="#ppt_x"/>
                                          </p:val>
                                        </p:tav>
                                        <p:tav tm="100000">
                                          <p:val>
                                            <p:strVal val="#ppt_x"/>
                                          </p:val>
                                        </p:tav>
                                      </p:tavLst>
                                    </p:anim>
                                    <p:anim calcmode="lin" valueType="num">
                                      <p:cBhvr>
                                        <p:cTn id="21" dur="1000" fill="hold"/>
                                        <p:tgtEl>
                                          <p:spTgt spid="26"/>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anim calcmode="lin" valueType="num">
                                      <p:cBhvr>
                                        <p:cTn id="32" dur="1000" fill="hold"/>
                                        <p:tgtEl>
                                          <p:spTgt spid="28"/>
                                        </p:tgtEl>
                                        <p:attrNameLst>
                                          <p:attrName>ppt_x</p:attrName>
                                        </p:attrNameLst>
                                      </p:cBhvr>
                                      <p:tavLst>
                                        <p:tav tm="0">
                                          <p:val>
                                            <p:strVal val="#ppt_x"/>
                                          </p:val>
                                        </p:tav>
                                        <p:tav tm="100000">
                                          <p:val>
                                            <p:strVal val="#ppt_x"/>
                                          </p:val>
                                        </p:tav>
                                      </p:tavLst>
                                    </p:anim>
                                    <p:anim calcmode="lin" valueType="num">
                                      <p:cBhvr>
                                        <p:cTn id="33" dur="1000" fill="hold"/>
                                        <p:tgtEl>
                                          <p:spTgt spid="2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1000"/>
                                        <p:tgtEl>
                                          <p:spTgt spid="27"/>
                                        </p:tgtEl>
                                      </p:cBhvr>
                                    </p:animEffect>
                                    <p:anim calcmode="lin" valueType="num">
                                      <p:cBhvr>
                                        <p:cTn id="37" dur="1000" fill="hold"/>
                                        <p:tgtEl>
                                          <p:spTgt spid="27"/>
                                        </p:tgtEl>
                                        <p:attrNameLst>
                                          <p:attrName>ppt_x</p:attrName>
                                        </p:attrNameLst>
                                      </p:cBhvr>
                                      <p:tavLst>
                                        <p:tav tm="0">
                                          <p:val>
                                            <p:strVal val="#ppt_x"/>
                                          </p:val>
                                        </p:tav>
                                        <p:tav tm="100000">
                                          <p:val>
                                            <p:strVal val="#ppt_x"/>
                                          </p:val>
                                        </p:tav>
                                      </p:tavLst>
                                    </p:anim>
                                    <p:anim calcmode="lin" valueType="num">
                                      <p:cBhvr>
                                        <p:cTn id="3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6"/>
          <p:cNvSpPr>
            <a:spLocks noChangeArrowheads="1"/>
          </p:cNvSpPr>
          <p:nvPr/>
        </p:nvSpPr>
        <p:spPr bwMode="auto">
          <a:xfrm>
            <a:off x="533400" y="1156028"/>
            <a:ext cx="41553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latin typeface="+mj-lt"/>
              </a:rPr>
              <a:t>(5)</a:t>
            </a:r>
            <a:r>
              <a:rPr lang="zh-CN" altLang="en-US" sz="2800" b="1" dirty="0">
                <a:solidFill>
                  <a:srgbClr val="000000"/>
                </a:solidFill>
                <a:latin typeface="宋体" panose="02010600030101010101" pitchFamily="2" charset="-122"/>
              </a:rPr>
              <a:t>实序列的偶部和奇部 </a:t>
            </a:r>
          </a:p>
        </p:txBody>
      </p:sp>
      <p:sp>
        <p:nvSpPr>
          <p:cNvPr id="2" name="矩形 1"/>
          <p:cNvSpPr/>
          <p:nvPr/>
        </p:nvSpPr>
        <p:spPr>
          <a:xfrm>
            <a:off x="914400" y="1911089"/>
            <a:ext cx="1988045" cy="523220"/>
          </a:xfrm>
          <a:prstGeom prst="rect">
            <a:avLst/>
          </a:prstGeom>
        </p:spPr>
        <p:txBody>
          <a:bodyPr wrap="none">
            <a:spAutoFit/>
          </a:bodyPr>
          <a:lstStyle/>
          <a:p>
            <a:r>
              <a:rPr lang="zh-CN" altLang="en-US" b="1" dirty="0"/>
              <a:t>偶对称序列</a:t>
            </a:r>
            <a:endParaRPr lang="zh-CN" altLang="en-US" dirty="0"/>
          </a:p>
        </p:txBody>
      </p:sp>
      <p:graphicFrame>
        <p:nvGraphicFramePr>
          <p:cNvPr id="16" name="Object 4"/>
          <p:cNvGraphicFramePr>
            <a:graphicFrameLocks noChangeAspect="1"/>
          </p:cNvGraphicFramePr>
          <p:nvPr/>
        </p:nvGraphicFramePr>
        <p:xfrm>
          <a:off x="2895600" y="1962208"/>
          <a:ext cx="2014537" cy="466725"/>
        </p:xfrm>
        <a:graphic>
          <a:graphicData uri="http://schemas.openxmlformats.org/presentationml/2006/ole">
            <mc:AlternateContent xmlns:mc="http://schemas.openxmlformats.org/markup-compatibility/2006">
              <mc:Choice xmlns:v="urn:schemas-microsoft-com:vml" Requires="v">
                <p:oleObj name="Equation" r:id="rId2" imgW="876240" imgH="203040" progId="Equation.DSMT4">
                  <p:embed/>
                </p:oleObj>
              </mc:Choice>
              <mc:Fallback>
                <p:oleObj name="Equation" r:id="rId2" imgW="876240" imgH="203040" progId="Equation.DSMT4">
                  <p:embed/>
                  <p:pic>
                    <p:nvPicPr>
                      <p:cNvPr id="16" name="Object 4"/>
                      <p:cNvPicPr>
                        <a:picLocks noChangeAspect="1" noChangeArrowheads="1"/>
                      </p:cNvPicPr>
                      <p:nvPr/>
                    </p:nvPicPr>
                    <p:blipFill>
                      <a:blip r:embed="rId3"/>
                      <a:srcRect/>
                      <a:stretch>
                        <a:fillRect/>
                      </a:stretch>
                    </p:blipFill>
                    <p:spPr bwMode="auto">
                      <a:xfrm>
                        <a:off x="2895600" y="1962208"/>
                        <a:ext cx="201453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p:nvPr/>
        </p:nvSpPr>
        <p:spPr>
          <a:xfrm>
            <a:off x="5715000" y="1911089"/>
            <a:ext cx="904415" cy="523220"/>
          </a:xfrm>
          <a:prstGeom prst="rect">
            <a:avLst/>
          </a:prstGeom>
        </p:spPr>
        <p:txBody>
          <a:bodyPr wrap="none">
            <a:spAutoFit/>
          </a:bodyPr>
          <a:lstStyle/>
          <a:p>
            <a:r>
              <a:rPr lang="zh-CN" altLang="en-US" b="1" dirty="0"/>
              <a:t>例如</a:t>
            </a:r>
            <a:endParaRPr lang="zh-CN" altLang="en-US" dirty="0"/>
          </a:p>
        </p:txBody>
      </p:sp>
      <p:graphicFrame>
        <p:nvGraphicFramePr>
          <p:cNvPr id="18" name="Object 16"/>
          <p:cNvGraphicFramePr>
            <a:graphicFrameLocks noChangeAspect="1"/>
          </p:cNvGraphicFramePr>
          <p:nvPr/>
        </p:nvGraphicFramePr>
        <p:xfrm>
          <a:off x="6548437" y="1711530"/>
          <a:ext cx="2290464" cy="865656"/>
        </p:xfrm>
        <a:graphic>
          <a:graphicData uri="http://schemas.openxmlformats.org/presentationml/2006/ole">
            <mc:AlternateContent xmlns:mc="http://schemas.openxmlformats.org/markup-compatibility/2006">
              <mc:Choice xmlns:v="urn:schemas-microsoft-com:vml" Requires="v">
                <p:oleObj name="Equation" r:id="rId4" imgW="1041120" imgH="393480" progId="Equation.DSMT4">
                  <p:embed/>
                </p:oleObj>
              </mc:Choice>
              <mc:Fallback>
                <p:oleObj name="Equation" r:id="rId4" imgW="1041120" imgH="393480" progId="Equation.DSMT4">
                  <p:embed/>
                  <p:pic>
                    <p:nvPicPr>
                      <p:cNvPr id="18" name="Object 16"/>
                      <p:cNvPicPr>
                        <a:picLocks noChangeAspect="1" noChangeArrowheads="1"/>
                      </p:cNvPicPr>
                      <p:nvPr/>
                    </p:nvPicPr>
                    <p:blipFill>
                      <a:blip r:embed="rId5"/>
                      <a:srcRect/>
                      <a:stretch>
                        <a:fillRect/>
                      </a:stretch>
                    </p:blipFill>
                    <p:spPr bwMode="auto">
                      <a:xfrm>
                        <a:off x="6548437" y="1711530"/>
                        <a:ext cx="2290464" cy="86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6"/>
          <p:cNvGraphicFramePr>
            <a:graphicFrameLocks noChangeAspect="1"/>
          </p:cNvGraphicFramePr>
          <p:nvPr/>
        </p:nvGraphicFramePr>
        <p:xfrm>
          <a:off x="6604176" y="2506662"/>
          <a:ext cx="2235024" cy="865656"/>
        </p:xfrm>
        <a:graphic>
          <a:graphicData uri="http://schemas.openxmlformats.org/presentationml/2006/ole">
            <mc:AlternateContent xmlns:mc="http://schemas.openxmlformats.org/markup-compatibility/2006">
              <mc:Choice xmlns:v="urn:schemas-microsoft-com:vml" Requires="v">
                <p:oleObj name="Equation" r:id="rId6" imgW="1015920" imgH="393480" progId="Equation.DSMT4">
                  <p:embed/>
                </p:oleObj>
              </mc:Choice>
              <mc:Fallback>
                <p:oleObj name="Equation" r:id="rId6" imgW="1015920" imgH="393480" progId="Equation.DSMT4">
                  <p:embed/>
                  <p:pic>
                    <p:nvPicPr>
                      <p:cNvPr id="19" name="Object 16"/>
                      <p:cNvPicPr>
                        <a:picLocks noChangeAspect="1" noChangeArrowheads="1"/>
                      </p:cNvPicPr>
                      <p:nvPr/>
                    </p:nvPicPr>
                    <p:blipFill>
                      <a:blip r:embed="rId7"/>
                      <a:srcRect/>
                      <a:stretch>
                        <a:fillRect/>
                      </a:stretch>
                    </p:blipFill>
                    <p:spPr bwMode="auto">
                      <a:xfrm>
                        <a:off x="6604176" y="2506662"/>
                        <a:ext cx="2235024" cy="86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矩形 19"/>
          <p:cNvSpPr/>
          <p:nvPr/>
        </p:nvSpPr>
        <p:spPr>
          <a:xfrm>
            <a:off x="914400" y="2686100"/>
            <a:ext cx="1988045" cy="523220"/>
          </a:xfrm>
          <a:prstGeom prst="rect">
            <a:avLst/>
          </a:prstGeom>
        </p:spPr>
        <p:txBody>
          <a:bodyPr wrap="none">
            <a:spAutoFit/>
          </a:bodyPr>
          <a:lstStyle/>
          <a:p>
            <a:r>
              <a:rPr lang="zh-CN" altLang="en-US" b="1" dirty="0"/>
              <a:t>奇对称序列</a:t>
            </a:r>
            <a:endParaRPr lang="zh-CN" altLang="en-US" dirty="0"/>
          </a:p>
        </p:txBody>
      </p:sp>
      <p:graphicFrame>
        <p:nvGraphicFramePr>
          <p:cNvPr id="21" name="Object 4"/>
          <p:cNvGraphicFramePr>
            <a:graphicFrameLocks noChangeAspect="1"/>
          </p:cNvGraphicFramePr>
          <p:nvPr/>
        </p:nvGraphicFramePr>
        <p:xfrm>
          <a:off x="2906713" y="2736850"/>
          <a:ext cx="2219325" cy="466725"/>
        </p:xfrm>
        <a:graphic>
          <a:graphicData uri="http://schemas.openxmlformats.org/presentationml/2006/ole">
            <mc:AlternateContent xmlns:mc="http://schemas.openxmlformats.org/markup-compatibility/2006">
              <mc:Choice xmlns:v="urn:schemas-microsoft-com:vml" Requires="v">
                <p:oleObj name="Equation" r:id="rId8" imgW="965160" imgH="203040" progId="Equation.DSMT4">
                  <p:embed/>
                </p:oleObj>
              </mc:Choice>
              <mc:Fallback>
                <p:oleObj name="Equation" r:id="rId8" imgW="965160" imgH="203040" progId="Equation.DSMT4">
                  <p:embed/>
                  <p:pic>
                    <p:nvPicPr>
                      <p:cNvPr id="21" name="Object 4"/>
                      <p:cNvPicPr>
                        <a:picLocks noChangeAspect="1" noChangeArrowheads="1"/>
                      </p:cNvPicPr>
                      <p:nvPr/>
                    </p:nvPicPr>
                    <p:blipFill>
                      <a:blip r:embed="rId9"/>
                      <a:srcRect/>
                      <a:stretch>
                        <a:fillRect/>
                      </a:stretch>
                    </p:blipFill>
                    <p:spPr bwMode="auto">
                      <a:xfrm>
                        <a:off x="2906713" y="2736850"/>
                        <a:ext cx="22193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21"/>
          <p:cNvSpPr/>
          <p:nvPr/>
        </p:nvSpPr>
        <p:spPr>
          <a:xfrm>
            <a:off x="5715000" y="2708602"/>
            <a:ext cx="904415" cy="523220"/>
          </a:xfrm>
          <a:prstGeom prst="rect">
            <a:avLst/>
          </a:prstGeom>
        </p:spPr>
        <p:txBody>
          <a:bodyPr wrap="none">
            <a:spAutoFit/>
          </a:bodyPr>
          <a:lstStyle/>
          <a:p>
            <a:r>
              <a:rPr lang="zh-CN" altLang="en-US" b="1" dirty="0"/>
              <a:t>例如</a:t>
            </a:r>
            <a:endParaRPr lang="zh-CN" altLang="en-US" dirty="0"/>
          </a:p>
        </p:txBody>
      </p:sp>
      <p:sp>
        <p:nvSpPr>
          <p:cNvPr id="23" name="矩形 22"/>
          <p:cNvSpPr/>
          <p:nvPr/>
        </p:nvSpPr>
        <p:spPr>
          <a:xfrm>
            <a:off x="533400" y="3533956"/>
            <a:ext cx="8458200" cy="523220"/>
          </a:xfrm>
          <a:prstGeom prst="rect">
            <a:avLst/>
          </a:prstGeom>
        </p:spPr>
        <p:txBody>
          <a:bodyPr wrap="square">
            <a:spAutoFit/>
          </a:bodyPr>
          <a:lstStyle/>
          <a:p>
            <a:r>
              <a:rPr lang="zh-CN" altLang="en-US" b="1" dirty="0">
                <a:solidFill>
                  <a:srgbClr val="000000"/>
                </a:solidFill>
                <a:latin typeface="宋体" panose="02010600030101010101" pitchFamily="2" charset="-122"/>
              </a:rPr>
              <a:t>任何实序列均可表示为</a:t>
            </a:r>
            <a:r>
              <a:rPr lang="zh-CN" altLang="en-US" b="1" dirty="0"/>
              <a:t>偶对称序列</a:t>
            </a:r>
            <a:r>
              <a:rPr lang="zh-CN" altLang="en-US" b="1" dirty="0">
                <a:solidFill>
                  <a:srgbClr val="000000"/>
                </a:solidFill>
                <a:latin typeface="宋体" panose="02010600030101010101" pitchFamily="2" charset="-122"/>
              </a:rPr>
              <a:t>和奇</a:t>
            </a:r>
            <a:r>
              <a:rPr lang="zh-CN" altLang="en-US" b="1" dirty="0"/>
              <a:t>对称序列之和</a:t>
            </a:r>
            <a:endParaRPr lang="zh-CN" altLang="en-US" dirty="0"/>
          </a:p>
        </p:txBody>
      </p:sp>
      <p:graphicFrame>
        <p:nvGraphicFramePr>
          <p:cNvPr id="24" name="对象 23"/>
          <p:cNvGraphicFramePr>
            <a:graphicFrameLocks noChangeAspect="1"/>
          </p:cNvGraphicFramePr>
          <p:nvPr/>
        </p:nvGraphicFramePr>
        <p:xfrm>
          <a:off x="2522538" y="4283075"/>
          <a:ext cx="3046412" cy="482600"/>
        </p:xfrm>
        <a:graphic>
          <a:graphicData uri="http://schemas.openxmlformats.org/presentationml/2006/ole">
            <mc:AlternateContent xmlns:mc="http://schemas.openxmlformats.org/markup-compatibility/2006">
              <mc:Choice xmlns:v="urn:schemas-microsoft-com:vml" Requires="v">
                <p:oleObj name="Equation" r:id="rId10" imgW="1523880" imgH="241200" progId="Equation.DSMT4">
                  <p:embed/>
                </p:oleObj>
              </mc:Choice>
              <mc:Fallback>
                <p:oleObj name="Equation" r:id="rId10" imgW="1523880" imgH="241200" progId="Equation.DSMT4">
                  <p:embed/>
                  <p:pic>
                    <p:nvPicPr>
                      <p:cNvPr id="24" name="对象 23"/>
                      <p:cNvPicPr>
                        <a:picLocks noChangeAspect="1" noChangeArrowheads="1"/>
                      </p:cNvPicPr>
                      <p:nvPr/>
                    </p:nvPicPr>
                    <p:blipFill>
                      <a:blip r:embed="rId11"/>
                      <a:srcRect/>
                      <a:stretch>
                        <a:fillRect/>
                      </a:stretch>
                    </p:blipFill>
                    <p:spPr bwMode="auto">
                      <a:xfrm>
                        <a:off x="2522538" y="4283075"/>
                        <a:ext cx="304641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对象 5"/>
          <p:cNvGraphicFramePr>
            <a:graphicFrameLocks noChangeAspect="1"/>
          </p:cNvGraphicFramePr>
          <p:nvPr/>
        </p:nvGraphicFramePr>
        <p:xfrm>
          <a:off x="2611052" y="4992706"/>
          <a:ext cx="3246438" cy="798512"/>
        </p:xfrm>
        <a:graphic>
          <a:graphicData uri="http://schemas.openxmlformats.org/presentationml/2006/ole">
            <mc:AlternateContent xmlns:mc="http://schemas.openxmlformats.org/markup-compatibility/2006">
              <mc:Choice xmlns:v="urn:schemas-microsoft-com:vml" Requires="v">
                <p:oleObj name="Equation" r:id="rId12" imgW="1803240" imgH="444240" progId="Equation.DSMT4">
                  <p:embed/>
                </p:oleObj>
              </mc:Choice>
              <mc:Fallback>
                <p:oleObj name="Equation" r:id="rId12" imgW="1803240" imgH="444240" progId="Equation.DSMT4">
                  <p:embed/>
                  <p:pic>
                    <p:nvPicPr>
                      <p:cNvPr id="25" name="对象 5"/>
                      <p:cNvPicPr>
                        <a:picLocks noChangeAspect="1" noChangeArrowheads="1"/>
                      </p:cNvPicPr>
                      <p:nvPr/>
                    </p:nvPicPr>
                    <p:blipFill>
                      <a:blip r:embed="rId13"/>
                      <a:srcRect/>
                      <a:stretch>
                        <a:fillRect/>
                      </a:stretch>
                    </p:blipFill>
                    <p:spPr bwMode="auto">
                      <a:xfrm>
                        <a:off x="2611052" y="4992706"/>
                        <a:ext cx="3246438"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对象 6"/>
          <p:cNvGraphicFramePr>
            <a:graphicFrameLocks noChangeAspect="1"/>
          </p:cNvGraphicFramePr>
          <p:nvPr/>
        </p:nvGraphicFramePr>
        <p:xfrm>
          <a:off x="2599940" y="5791218"/>
          <a:ext cx="3268662" cy="800100"/>
        </p:xfrm>
        <a:graphic>
          <a:graphicData uri="http://schemas.openxmlformats.org/presentationml/2006/ole">
            <mc:AlternateContent xmlns:mc="http://schemas.openxmlformats.org/markup-compatibility/2006">
              <mc:Choice xmlns:v="urn:schemas-microsoft-com:vml" Requires="v">
                <p:oleObj name="Equation" r:id="rId14" imgW="1815840" imgH="444240" progId="Equation.DSMT4">
                  <p:embed/>
                </p:oleObj>
              </mc:Choice>
              <mc:Fallback>
                <p:oleObj name="Equation" r:id="rId14" imgW="1815840" imgH="444240" progId="Equation.DSMT4">
                  <p:embed/>
                  <p:pic>
                    <p:nvPicPr>
                      <p:cNvPr id="26" name="对象 6"/>
                      <p:cNvPicPr>
                        <a:picLocks noChangeAspect="1" noChangeArrowheads="1"/>
                      </p:cNvPicPr>
                      <p:nvPr/>
                    </p:nvPicPr>
                    <p:blipFill>
                      <a:blip r:embed="rId15"/>
                      <a:srcRect/>
                      <a:stretch>
                        <a:fillRect/>
                      </a:stretch>
                    </p:blipFill>
                    <p:spPr bwMode="auto">
                      <a:xfrm>
                        <a:off x="2599940" y="5791218"/>
                        <a:ext cx="326866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p:cNvSpPr/>
          <p:nvPr/>
        </p:nvSpPr>
        <p:spPr>
          <a:xfrm>
            <a:off x="1600200" y="5943600"/>
            <a:ext cx="906017" cy="523220"/>
          </a:xfrm>
          <a:prstGeom prst="rect">
            <a:avLst/>
          </a:prstGeom>
        </p:spPr>
        <p:txBody>
          <a:bodyPr wrap="none">
            <a:spAutoFit/>
          </a:bodyPr>
          <a:lstStyle/>
          <a:p>
            <a:pPr>
              <a:defRPr/>
            </a:pPr>
            <a:r>
              <a:rPr lang="zh-CN" altLang="en-US" b="1" dirty="0">
                <a:solidFill>
                  <a:prstClr val="black"/>
                </a:solidFill>
              </a:rPr>
              <a:t>奇部</a:t>
            </a:r>
            <a:endParaRPr lang="en-US" altLang="zh-CN" dirty="0">
              <a:solidFill>
                <a:prstClr val="black"/>
              </a:solidFill>
              <a:cs typeface="Times New Roman" panose="02020603050405020304" pitchFamily="18" charset="0"/>
            </a:endParaRPr>
          </a:p>
        </p:txBody>
      </p:sp>
      <p:sp>
        <p:nvSpPr>
          <p:cNvPr id="28" name="矩形 27"/>
          <p:cNvSpPr/>
          <p:nvPr/>
        </p:nvSpPr>
        <p:spPr>
          <a:xfrm>
            <a:off x="1600200" y="5155465"/>
            <a:ext cx="906017" cy="523220"/>
          </a:xfrm>
          <a:prstGeom prst="rect">
            <a:avLst/>
          </a:prstGeom>
        </p:spPr>
        <p:txBody>
          <a:bodyPr wrap="none">
            <a:spAutoFit/>
          </a:bodyPr>
          <a:lstStyle/>
          <a:p>
            <a:r>
              <a:rPr lang="zh-CN" altLang="en-US" b="1" dirty="0">
                <a:solidFill>
                  <a:prstClr val="black"/>
                </a:solidFill>
              </a:rPr>
              <a:t>偶部</a:t>
            </a:r>
            <a:endParaRPr lang="zh-CN" altLang="en-US" dirty="0"/>
          </a:p>
        </p:txBody>
      </p:sp>
      <p:sp>
        <p:nvSpPr>
          <p:cNvPr id="30"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Tree>
    <p:extLst>
      <p:ext uri="{BB962C8B-B14F-4D97-AF65-F5344CB8AC3E}">
        <p14:creationId xmlns:p14="http://schemas.microsoft.com/office/powerpoint/2010/main" val="317652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anim calcmode="lin" valueType="num">
                                      <p:cBhvr>
                                        <p:cTn id="25" dur="1000" fill="hold"/>
                                        <p:tgtEl>
                                          <p:spTgt spid="28"/>
                                        </p:tgtEl>
                                        <p:attrNameLst>
                                          <p:attrName>ppt_x</p:attrName>
                                        </p:attrNameLst>
                                      </p:cBhvr>
                                      <p:tavLst>
                                        <p:tav tm="0">
                                          <p:val>
                                            <p:strVal val="#ppt_x"/>
                                          </p:val>
                                        </p:tav>
                                        <p:tav tm="100000">
                                          <p:val>
                                            <p:strVal val="#ppt_x"/>
                                          </p:val>
                                        </p:tav>
                                      </p:tavLst>
                                    </p:anim>
                                    <p:anim calcmode="lin" valueType="num">
                                      <p:cBhvr>
                                        <p:cTn id="2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1000"/>
                                        <p:tgtEl>
                                          <p:spTgt spid="27"/>
                                        </p:tgtEl>
                                      </p:cBhvr>
                                    </p:animEffect>
                                    <p:anim calcmode="lin" valueType="num">
                                      <p:cBhvr>
                                        <p:cTn id="32" dur="1000" fill="hold"/>
                                        <p:tgtEl>
                                          <p:spTgt spid="27"/>
                                        </p:tgtEl>
                                        <p:attrNameLst>
                                          <p:attrName>ppt_x</p:attrName>
                                        </p:attrNameLst>
                                      </p:cBhvr>
                                      <p:tavLst>
                                        <p:tav tm="0">
                                          <p:val>
                                            <p:strVal val="#ppt_x"/>
                                          </p:val>
                                        </p:tav>
                                        <p:tav tm="100000">
                                          <p:val>
                                            <p:strVal val="#ppt_x"/>
                                          </p:val>
                                        </p:tav>
                                      </p:tavLst>
                                    </p:anim>
                                    <p:anim calcmode="lin" valueType="num">
                                      <p:cBhvr>
                                        <p:cTn id="33" dur="1000" fill="hold"/>
                                        <p:tgtEl>
                                          <p:spTgt spid="27"/>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8600" y="990600"/>
            <a:ext cx="2667000" cy="523220"/>
          </a:xfrm>
          <a:prstGeom prst="rect">
            <a:avLst/>
          </a:prstGeom>
        </p:spPr>
        <p:txBody>
          <a:bodyPr wrap="square">
            <a:spAutoFit/>
          </a:bodyPr>
          <a:lstStyle/>
          <a:p>
            <a:r>
              <a:rPr lang="zh-CN" altLang="en-US" b="1" dirty="0"/>
              <a:t>例（补充）</a:t>
            </a:r>
            <a:endParaRPr lang="zh-CN" altLang="en-US" dirty="0"/>
          </a:p>
        </p:txBody>
      </p:sp>
      <p:graphicFrame>
        <p:nvGraphicFramePr>
          <p:cNvPr id="4" name="对象 19">
            <a:extLst>
              <a:ext uri="{FF2B5EF4-FFF2-40B4-BE49-F238E27FC236}">
                <a16:creationId xmlns:a16="http://schemas.microsoft.com/office/drawing/2014/main" id="{D05698DA-CB0C-7B48-B0FC-D9C9E2D457EC}"/>
              </a:ext>
            </a:extLst>
          </p:cNvPr>
          <p:cNvGraphicFramePr>
            <a:graphicFrameLocks noChangeAspect="1"/>
          </p:cNvGraphicFramePr>
          <p:nvPr/>
        </p:nvGraphicFramePr>
        <p:xfrm>
          <a:off x="1371600" y="1600200"/>
          <a:ext cx="3652837" cy="466725"/>
        </p:xfrm>
        <a:graphic>
          <a:graphicData uri="http://schemas.openxmlformats.org/presentationml/2006/ole">
            <mc:AlternateContent xmlns:mc="http://schemas.openxmlformats.org/markup-compatibility/2006">
              <mc:Choice xmlns:v="urn:schemas-microsoft-com:vml" Requires="v">
                <p:oleObj name="Equation" r:id="rId2" imgW="1587240" imgH="203040" progId="Equation.DSMT4">
                  <p:embed/>
                </p:oleObj>
              </mc:Choice>
              <mc:Fallback>
                <p:oleObj name="Equation" r:id="rId2" imgW="1587240" imgH="203040" progId="Equation.DSMT4">
                  <p:embed/>
                  <p:pic>
                    <p:nvPicPr>
                      <p:cNvPr id="4" name="对象 19">
                        <a:extLst>
                          <a:ext uri="{FF2B5EF4-FFF2-40B4-BE49-F238E27FC236}">
                            <a16:creationId xmlns:a16="http://schemas.microsoft.com/office/drawing/2014/main" id="{D05698DA-CB0C-7B48-B0FC-D9C9E2D457EC}"/>
                          </a:ext>
                        </a:extLst>
                      </p:cNvPr>
                      <p:cNvPicPr>
                        <a:picLocks noChangeAspect="1" noChangeArrowheads="1"/>
                      </p:cNvPicPr>
                      <p:nvPr/>
                    </p:nvPicPr>
                    <p:blipFill>
                      <a:blip r:embed="rId3"/>
                      <a:srcRect/>
                      <a:stretch>
                        <a:fillRect/>
                      </a:stretch>
                    </p:blipFill>
                    <p:spPr bwMode="auto">
                      <a:xfrm>
                        <a:off x="1371600" y="1600200"/>
                        <a:ext cx="365283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228600" y="1534180"/>
            <a:ext cx="8951374" cy="523220"/>
          </a:xfrm>
          <a:prstGeom prst="rect">
            <a:avLst/>
          </a:prstGeom>
        </p:spPr>
        <p:txBody>
          <a:bodyPr wrap="square">
            <a:spAutoFit/>
          </a:bodyPr>
          <a:lstStyle/>
          <a:p>
            <a:r>
              <a:rPr lang="zh-CN" altLang="en-US" b="1" dirty="0">
                <a:solidFill>
                  <a:prstClr val="black"/>
                </a:solidFill>
              </a:rPr>
              <a:t>求序列                                         的偶部</a:t>
            </a:r>
            <a:r>
              <a:rPr lang="en-US" altLang="zh-CN" b="1" i="1" dirty="0" err="1">
                <a:solidFill>
                  <a:srgbClr val="000000"/>
                </a:solidFill>
              </a:rPr>
              <a:t>x</a:t>
            </a:r>
            <a:r>
              <a:rPr lang="en-US" altLang="zh-CN" b="1" baseline="-25000" dirty="0" err="1">
                <a:solidFill>
                  <a:srgbClr val="000000"/>
                </a:solidFill>
              </a:rPr>
              <a:t>e</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a:t>
            </a:r>
            <a:r>
              <a:rPr lang="zh-CN" altLang="en-US" b="1" dirty="0">
                <a:solidFill>
                  <a:prstClr val="black"/>
                </a:solidFill>
              </a:rPr>
              <a:t>和奇部</a:t>
            </a:r>
            <a:r>
              <a:rPr lang="en-US" altLang="zh-CN" b="1" i="1" dirty="0">
                <a:solidFill>
                  <a:srgbClr val="000000"/>
                </a:solidFill>
              </a:rPr>
              <a:t>x</a:t>
            </a:r>
            <a:r>
              <a:rPr lang="en-US" altLang="zh-CN" b="1" baseline="-25000" dirty="0">
                <a:solidFill>
                  <a:srgbClr val="000000"/>
                </a:solidFill>
              </a:rPr>
              <a:t>o</a:t>
            </a:r>
            <a:r>
              <a:rPr lang="en-US" altLang="zh-CN" b="1" dirty="0">
                <a:solidFill>
                  <a:srgbClr val="000000"/>
                </a:solidFill>
              </a:rPr>
              <a:t>(</a:t>
            </a:r>
            <a:r>
              <a:rPr lang="en-US" altLang="zh-CN" b="1" i="1" dirty="0">
                <a:solidFill>
                  <a:srgbClr val="000000"/>
                </a:solidFill>
              </a:rPr>
              <a:t>n</a:t>
            </a:r>
            <a:r>
              <a:rPr lang="en-US" altLang="zh-CN" b="1" dirty="0">
                <a:solidFill>
                  <a:srgbClr val="000000"/>
                </a:solidFill>
              </a:rPr>
              <a:t>) </a:t>
            </a:r>
            <a:r>
              <a:rPr lang="zh-CN" altLang="en-US" b="1" dirty="0">
                <a:solidFill>
                  <a:prstClr val="black"/>
                </a:solidFill>
              </a:rPr>
              <a:t>。</a:t>
            </a:r>
            <a:endParaRPr lang="zh-CN" altLang="en-US" dirty="0"/>
          </a:p>
        </p:txBody>
      </p:sp>
      <p:sp>
        <p:nvSpPr>
          <p:cNvPr id="6" name="矩形 5"/>
          <p:cNvSpPr/>
          <p:nvPr/>
        </p:nvSpPr>
        <p:spPr>
          <a:xfrm>
            <a:off x="236983" y="2141825"/>
            <a:ext cx="906017" cy="523220"/>
          </a:xfrm>
          <a:prstGeom prst="rect">
            <a:avLst/>
          </a:prstGeom>
        </p:spPr>
        <p:txBody>
          <a:bodyPr wrap="none">
            <a:spAutoFit/>
          </a:bodyPr>
          <a:lstStyle/>
          <a:p>
            <a:r>
              <a:rPr lang="zh-CN" altLang="en-US" b="1" dirty="0"/>
              <a:t>解：</a:t>
            </a:r>
            <a:endParaRPr lang="zh-CN" altLang="en-US" dirty="0"/>
          </a:p>
        </p:txBody>
      </p:sp>
      <p:graphicFrame>
        <p:nvGraphicFramePr>
          <p:cNvPr id="7" name="对象 19">
            <a:extLst>
              <a:ext uri="{FF2B5EF4-FFF2-40B4-BE49-F238E27FC236}">
                <a16:creationId xmlns:a16="http://schemas.microsoft.com/office/drawing/2014/main" id="{D05698DA-CB0C-7B48-B0FC-D9C9E2D457EC}"/>
              </a:ext>
            </a:extLst>
          </p:cNvPr>
          <p:cNvGraphicFramePr>
            <a:graphicFrameLocks noChangeAspect="1"/>
          </p:cNvGraphicFramePr>
          <p:nvPr/>
        </p:nvGraphicFramePr>
        <p:xfrm>
          <a:off x="533400" y="2761561"/>
          <a:ext cx="3973512" cy="466725"/>
        </p:xfrm>
        <a:graphic>
          <a:graphicData uri="http://schemas.openxmlformats.org/presentationml/2006/ole">
            <mc:AlternateContent xmlns:mc="http://schemas.openxmlformats.org/markup-compatibility/2006">
              <mc:Choice xmlns:v="urn:schemas-microsoft-com:vml" Requires="v">
                <p:oleObj name="Equation" r:id="rId4" imgW="1726920" imgH="203040" progId="Equation.DSMT4">
                  <p:embed/>
                </p:oleObj>
              </mc:Choice>
              <mc:Fallback>
                <p:oleObj name="Equation" r:id="rId4" imgW="1726920" imgH="203040" progId="Equation.DSMT4">
                  <p:embed/>
                  <p:pic>
                    <p:nvPicPr>
                      <p:cNvPr id="7" name="对象 19">
                        <a:extLst>
                          <a:ext uri="{FF2B5EF4-FFF2-40B4-BE49-F238E27FC236}">
                            <a16:creationId xmlns:a16="http://schemas.microsoft.com/office/drawing/2014/main" id="{D05698DA-CB0C-7B48-B0FC-D9C9E2D457EC}"/>
                          </a:ext>
                        </a:extLst>
                      </p:cNvPr>
                      <p:cNvPicPr>
                        <a:picLocks noChangeAspect="1" noChangeArrowheads="1"/>
                      </p:cNvPicPr>
                      <p:nvPr/>
                    </p:nvPicPr>
                    <p:blipFill>
                      <a:blip r:embed="rId5"/>
                      <a:srcRect/>
                      <a:stretch>
                        <a:fillRect/>
                      </a:stretch>
                    </p:blipFill>
                    <p:spPr bwMode="auto">
                      <a:xfrm>
                        <a:off x="533400" y="2761561"/>
                        <a:ext cx="3973512"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5"/>
          <p:cNvGraphicFramePr>
            <a:graphicFrameLocks noChangeAspect="1"/>
          </p:cNvGraphicFramePr>
          <p:nvPr/>
        </p:nvGraphicFramePr>
        <p:xfrm>
          <a:off x="608012" y="3527425"/>
          <a:ext cx="3500438" cy="798513"/>
        </p:xfrm>
        <a:graphic>
          <a:graphicData uri="http://schemas.openxmlformats.org/presentationml/2006/ole">
            <mc:AlternateContent xmlns:mc="http://schemas.openxmlformats.org/markup-compatibility/2006">
              <mc:Choice xmlns:v="urn:schemas-microsoft-com:vml" Requires="v">
                <p:oleObj name="Equation" r:id="rId6" imgW="1942920" imgH="444240" progId="Equation.DSMT4">
                  <p:embed/>
                </p:oleObj>
              </mc:Choice>
              <mc:Fallback>
                <p:oleObj name="Equation" r:id="rId6" imgW="1942920" imgH="444240" progId="Equation.DSMT4">
                  <p:embed/>
                  <p:pic>
                    <p:nvPicPr>
                      <p:cNvPr id="8" name="对象 5"/>
                      <p:cNvPicPr>
                        <a:picLocks noChangeAspect="1" noChangeArrowheads="1"/>
                      </p:cNvPicPr>
                      <p:nvPr/>
                    </p:nvPicPr>
                    <p:blipFill>
                      <a:blip r:embed="rId7"/>
                      <a:srcRect/>
                      <a:stretch>
                        <a:fillRect/>
                      </a:stretch>
                    </p:blipFill>
                    <p:spPr bwMode="auto">
                      <a:xfrm>
                        <a:off x="608012" y="3527425"/>
                        <a:ext cx="3500438"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6"/>
          <p:cNvGraphicFramePr>
            <a:graphicFrameLocks noChangeAspect="1"/>
          </p:cNvGraphicFramePr>
          <p:nvPr/>
        </p:nvGraphicFramePr>
        <p:xfrm>
          <a:off x="596900" y="4941888"/>
          <a:ext cx="3519487" cy="800100"/>
        </p:xfrm>
        <a:graphic>
          <a:graphicData uri="http://schemas.openxmlformats.org/presentationml/2006/ole">
            <mc:AlternateContent xmlns:mc="http://schemas.openxmlformats.org/markup-compatibility/2006">
              <mc:Choice xmlns:v="urn:schemas-microsoft-com:vml" Requires="v">
                <p:oleObj name="Equation" r:id="rId8" imgW="1955520" imgH="444240" progId="Equation.DSMT4">
                  <p:embed/>
                </p:oleObj>
              </mc:Choice>
              <mc:Fallback>
                <p:oleObj name="Equation" r:id="rId8" imgW="1955520" imgH="444240" progId="Equation.DSMT4">
                  <p:embed/>
                  <p:pic>
                    <p:nvPicPr>
                      <p:cNvPr id="9" name="对象 6"/>
                      <p:cNvPicPr>
                        <a:picLocks noChangeAspect="1" noChangeArrowheads="1"/>
                      </p:cNvPicPr>
                      <p:nvPr/>
                    </p:nvPicPr>
                    <p:blipFill>
                      <a:blip r:embed="rId9"/>
                      <a:srcRect/>
                      <a:stretch>
                        <a:fillRect/>
                      </a:stretch>
                    </p:blipFill>
                    <p:spPr bwMode="auto">
                      <a:xfrm>
                        <a:off x="596900" y="4941888"/>
                        <a:ext cx="351948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5"/>
          <p:cNvGraphicFramePr>
            <a:graphicFrameLocks noChangeAspect="1"/>
          </p:cNvGraphicFramePr>
          <p:nvPr/>
        </p:nvGraphicFramePr>
        <p:xfrm>
          <a:off x="4116387" y="3732212"/>
          <a:ext cx="2971800" cy="388937"/>
        </p:xfrm>
        <a:graphic>
          <a:graphicData uri="http://schemas.openxmlformats.org/presentationml/2006/ole">
            <mc:AlternateContent xmlns:mc="http://schemas.openxmlformats.org/markup-compatibility/2006">
              <mc:Choice xmlns:v="urn:schemas-microsoft-com:vml" Requires="v">
                <p:oleObj name="Equation" r:id="rId10" imgW="1650960" imgH="215640" progId="Equation.DSMT4">
                  <p:embed/>
                </p:oleObj>
              </mc:Choice>
              <mc:Fallback>
                <p:oleObj name="Equation" r:id="rId10" imgW="1650960" imgH="215640" progId="Equation.DSMT4">
                  <p:embed/>
                  <p:pic>
                    <p:nvPicPr>
                      <p:cNvPr id="10" name="对象 5"/>
                      <p:cNvPicPr>
                        <a:picLocks noChangeAspect="1" noChangeArrowheads="1"/>
                      </p:cNvPicPr>
                      <p:nvPr/>
                    </p:nvPicPr>
                    <p:blipFill>
                      <a:blip r:embed="rId11"/>
                      <a:srcRect/>
                      <a:stretch>
                        <a:fillRect/>
                      </a:stretch>
                    </p:blipFill>
                    <p:spPr bwMode="auto">
                      <a:xfrm>
                        <a:off x="4116387" y="3732212"/>
                        <a:ext cx="2971800"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6"/>
          <p:cNvGraphicFramePr>
            <a:graphicFrameLocks noChangeAspect="1"/>
          </p:cNvGraphicFramePr>
          <p:nvPr/>
        </p:nvGraphicFramePr>
        <p:xfrm>
          <a:off x="4108450" y="5156895"/>
          <a:ext cx="3359150" cy="387350"/>
        </p:xfrm>
        <a:graphic>
          <a:graphicData uri="http://schemas.openxmlformats.org/presentationml/2006/ole">
            <mc:AlternateContent xmlns:mc="http://schemas.openxmlformats.org/markup-compatibility/2006">
              <mc:Choice xmlns:v="urn:schemas-microsoft-com:vml" Requires="v">
                <p:oleObj name="Equation" r:id="rId12" imgW="1866600" imgH="215640" progId="Equation.DSMT4">
                  <p:embed/>
                </p:oleObj>
              </mc:Choice>
              <mc:Fallback>
                <p:oleObj name="Equation" r:id="rId12" imgW="1866600" imgH="215640" progId="Equation.DSMT4">
                  <p:embed/>
                  <p:pic>
                    <p:nvPicPr>
                      <p:cNvPr id="11" name="对象 6"/>
                      <p:cNvPicPr>
                        <a:picLocks noChangeAspect="1" noChangeArrowheads="1"/>
                      </p:cNvPicPr>
                      <p:nvPr/>
                    </p:nvPicPr>
                    <p:blipFill>
                      <a:blip r:embed="rId13"/>
                      <a:srcRect/>
                      <a:stretch>
                        <a:fillRect/>
                      </a:stretch>
                    </p:blipFill>
                    <p:spPr bwMode="auto">
                      <a:xfrm>
                        <a:off x="4108450" y="5156895"/>
                        <a:ext cx="33591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Tree>
    <p:extLst>
      <p:ext uri="{BB962C8B-B14F-4D97-AF65-F5344CB8AC3E}">
        <p14:creationId xmlns:p14="http://schemas.microsoft.com/office/powerpoint/2010/main" val="21593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2398711" y="2490477"/>
          <a:ext cx="3797208" cy="992772"/>
        </p:xfrm>
        <a:graphic>
          <a:graphicData uri="http://schemas.openxmlformats.org/presentationml/2006/ole">
            <mc:AlternateContent xmlns:mc="http://schemas.openxmlformats.org/markup-compatibility/2006">
              <mc:Choice xmlns:v="urn:schemas-microsoft-com:vml" Requires="v">
                <p:oleObj name="Equation" r:id="rId2" imgW="1650960" imgH="431640" progId="Equation.DSMT4">
                  <p:embed/>
                </p:oleObj>
              </mc:Choice>
              <mc:Fallback>
                <p:oleObj name="Equation" r:id="rId2" imgW="1650960" imgH="431640" progId="Equation.DSMT4">
                  <p:embed/>
                  <p:pic>
                    <p:nvPicPr>
                      <p:cNvPr id="3" name="对象 2"/>
                      <p:cNvPicPr>
                        <a:picLocks noChangeAspect="1" noChangeArrowheads="1"/>
                      </p:cNvPicPr>
                      <p:nvPr/>
                    </p:nvPicPr>
                    <p:blipFill>
                      <a:blip r:embed="rId3"/>
                      <a:srcRect/>
                      <a:stretch>
                        <a:fillRect/>
                      </a:stretch>
                    </p:blipFill>
                    <p:spPr bwMode="auto">
                      <a:xfrm>
                        <a:off x="2398711" y="2490477"/>
                        <a:ext cx="3797208"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5"/>
          <p:cNvSpPr>
            <a:spLocks noChangeArrowheads="1"/>
          </p:cNvSpPr>
          <p:nvPr/>
        </p:nvSpPr>
        <p:spPr bwMode="auto">
          <a:xfrm>
            <a:off x="534988" y="1066800"/>
            <a:ext cx="55610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cs typeface="Times New Roman" panose="02020603050405020304" pitchFamily="18" charset="0"/>
              </a:rPr>
              <a:t>(6) </a:t>
            </a:r>
            <a:r>
              <a:rPr lang="zh-CN" altLang="en-US" sz="2800" b="1" dirty="0">
                <a:solidFill>
                  <a:srgbClr val="000000"/>
                </a:solidFill>
                <a:latin typeface="宋体" panose="02010600030101010101" pitchFamily="2" charset="-122"/>
              </a:rPr>
              <a:t>任意序列的单位脉冲序列表示 </a:t>
            </a:r>
          </a:p>
        </p:txBody>
      </p:sp>
      <p:sp>
        <p:nvSpPr>
          <p:cNvPr id="2" name="矩形 1"/>
          <p:cNvSpPr/>
          <p:nvPr/>
        </p:nvSpPr>
        <p:spPr>
          <a:xfrm>
            <a:off x="990600" y="1778639"/>
            <a:ext cx="7733506" cy="523220"/>
          </a:xfrm>
          <a:prstGeom prst="rect">
            <a:avLst/>
          </a:prstGeom>
        </p:spPr>
        <p:txBody>
          <a:bodyPr wrap="square">
            <a:spAutoFit/>
          </a:bodyPr>
          <a:lstStyle/>
          <a:p>
            <a:r>
              <a:rPr lang="zh-CN" altLang="en-US" b="1" dirty="0">
                <a:solidFill>
                  <a:srgbClr val="000000"/>
                </a:solidFill>
                <a:latin typeface="宋体" panose="02010600030101010101" pitchFamily="2" charset="-122"/>
              </a:rPr>
              <a:t>任一序列都可表示成单位脉冲序列移位的加权和 </a:t>
            </a:r>
          </a:p>
        </p:txBody>
      </p:sp>
      <p:sp>
        <p:nvSpPr>
          <p:cNvPr id="8" name="矩形 7"/>
          <p:cNvSpPr/>
          <p:nvPr/>
        </p:nvSpPr>
        <p:spPr>
          <a:xfrm>
            <a:off x="1066800" y="3581400"/>
            <a:ext cx="904415" cy="523220"/>
          </a:xfrm>
          <a:prstGeom prst="rect">
            <a:avLst/>
          </a:prstGeom>
        </p:spPr>
        <p:txBody>
          <a:bodyPr wrap="none">
            <a:spAutoFit/>
          </a:bodyPr>
          <a:lstStyle/>
          <a:p>
            <a:r>
              <a:rPr lang="zh-CN" altLang="en-US" b="1" dirty="0"/>
              <a:t>例如</a:t>
            </a:r>
            <a:endParaRPr lang="zh-CN" altLang="en-US" dirty="0"/>
          </a:p>
        </p:txBody>
      </p:sp>
      <p:graphicFrame>
        <p:nvGraphicFramePr>
          <p:cNvPr id="10" name="对象 9"/>
          <p:cNvGraphicFramePr>
            <a:graphicFrameLocks noChangeAspect="1"/>
          </p:cNvGraphicFramePr>
          <p:nvPr/>
        </p:nvGraphicFramePr>
        <p:xfrm>
          <a:off x="533400" y="4305903"/>
          <a:ext cx="4614863" cy="584200"/>
        </p:xfrm>
        <a:graphic>
          <a:graphicData uri="http://schemas.openxmlformats.org/presentationml/2006/ole">
            <mc:AlternateContent xmlns:mc="http://schemas.openxmlformats.org/markup-compatibility/2006">
              <mc:Choice xmlns:v="urn:schemas-microsoft-com:vml" Requires="v">
                <p:oleObj name="Equation" r:id="rId4" imgW="2006280" imgH="253800" progId="Equation.DSMT4">
                  <p:embed/>
                </p:oleObj>
              </mc:Choice>
              <mc:Fallback>
                <p:oleObj name="Equation" r:id="rId4" imgW="2006280" imgH="253800" progId="Equation.DSMT4">
                  <p:embed/>
                  <p:pic>
                    <p:nvPicPr>
                      <p:cNvPr id="10" name="对象 9"/>
                      <p:cNvPicPr>
                        <a:picLocks noChangeAspect="1" noChangeArrowheads="1"/>
                      </p:cNvPicPr>
                      <p:nvPr/>
                    </p:nvPicPr>
                    <p:blipFill>
                      <a:blip r:embed="rId5"/>
                      <a:srcRect/>
                      <a:stretch>
                        <a:fillRect/>
                      </a:stretch>
                    </p:blipFill>
                    <p:spPr bwMode="auto">
                      <a:xfrm>
                        <a:off x="533400" y="4305903"/>
                        <a:ext cx="4614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1278191" y="5129094"/>
          <a:ext cx="7740144" cy="466992"/>
        </p:xfrm>
        <a:graphic>
          <a:graphicData uri="http://schemas.openxmlformats.org/presentationml/2006/ole">
            <mc:AlternateContent xmlns:mc="http://schemas.openxmlformats.org/markup-compatibility/2006">
              <mc:Choice xmlns:v="urn:schemas-microsoft-com:vml" Requires="v">
                <p:oleObj name="Equation" r:id="rId6" imgW="3365280" imgH="203040" progId="Equation.DSMT4">
                  <p:embed/>
                </p:oleObj>
              </mc:Choice>
              <mc:Fallback>
                <p:oleObj name="Equation" r:id="rId6" imgW="3365280" imgH="203040" progId="Equation.DSMT4">
                  <p:embed/>
                  <p:pic>
                    <p:nvPicPr>
                      <p:cNvPr id="11" name="对象 10"/>
                      <p:cNvPicPr>
                        <a:picLocks noChangeAspect="1" noChangeArrowheads="1"/>
                      </p:cNvPicPr>
                      <p:nvPr/>
                    </p:nvPicPr>
                    <p:blipFill>
                      <a:blip r:embed="rId7"/>
                      <a:srcRect/>
                      <a:stretch>
                        <a:fillRect/>
                      </a:stretch>
                    </p:blipFill>
                    <p:spPr bwMode="auto">
                      <a:xfrm>
                        <a:off x="1278191" y="5129094"/>
                        <a:ext cx="7740144"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Tree>
    <p:extLst>
      <p:ext uri="{BB962C8B-B14F-4D97-AF65-F5344CB8AC3E}">
        <p14:creationId xmlns:p14="http://schemas.microsoft.com/office/powerpoint/2010/main" val="13664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32"/>
          <p:cNvSpPr>
            <a:spLocks noChangeArrowheads="1"/>
          </p:cNvSpPr>
          <p:nvPr/>
        </p:nvSpPr>
        <p:spPr bwMode="auto">
          <a:xfrm>
            <a:off x="762000" y="228600"/>
            <a:ext cx="57975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993300"/>
                </a:solidFill>
                <a:ea typeface="楷体_GB2312" pitchFamily="49" charset="-122"/>
              </a:rPr>
              <a:t>1.1</a:t>
            </a:r>
            <a:r>
              <a:rPr lang="en-US" altLang="zh-CN" sz="3200" b="1" dirty="0">
                <a:solidFill>
                  <a:srgbClr val="993300"/>
                </a:solidFill>
                <a:ea typeface="楷体_GB2312" pitchFamily="49" charset="-122"/>
              </a:rPr>
              <a:t>.3  </a:t>
            </a:r>
            <a:r>
              <a:rPr lang="zh-CN" altLang="en-US" sz="3200" b="1" dirty="0">
                <a:solidFill>
                  <a:srgbClr val="993300"/>
                </a:solidFill>
                <a:ea typeface="楷体_GB2312" pitchFamily="49" charset="-122"/>
              </a:rPr>
              <a:t>序列的运算</a:t>
            </a:r>
          </a:p>
        </p:txBody>
      </p:sp>
      <p:sp>
        <p:nvSpPr>
          <p:cNvPr id="3" name="Rectangle 5"/>
          <p:cNvSpPr>
            <a:spLocks noChangeArrowheads="1"/>
          </p:cNvSpPr>
          <p:nvPr/>
        </p:nvSpPr>
        <p:spPr bwMode="auto">
          <a:xfrm>
            <a:off x="534988" y="1066800"/>
            <a:ext cx="55610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cs typeface="Times New Roman" panose="02020603050405020304" pitchFamily="18" charset="0"/>
              </a:rPr>
              <a:t>(7) </a:t>
            </a:r>
            <a:r>
              <a:rPr lang="zh-CN" altLang="en-US" sz="2800" b="1" dirty="0">
                <a:solidFill>
                  <a:srgbClr val="000000"/>
                </a:solidFill>
                <a:latin typeface="宋体" panose="02010600030101010101" pitchFamily="2" charset="-122"/>
              </a:rPr>
              <a:t>序列的卷积</a:t>
            </a:r>
          </a:p>
        </p:txBody>
      </p:sp>
      <p:sp>
        <p:nvSpPr>
          <p:cNvPr id="4" name="Rectangle 5"/>
          <p:cNvSpPr>
            <a:spLocks noChangeArrowheads="1"/>
          </p:cNvSpPr>
          <p:nvPr/>
        </p:nvSpPr>
        <p:spPr bwMode="auto">
          <a:xfrm>
            <a:off x="550228" y="3429000"/>
            <a:ext cx="55610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00"/>
                </a:solidFill>
                <a:cs typeface="Times New Roman" panose="02020603050405020304" pitchFamily="18" charset="0"/>
              </a:rPr>
              <a:t>(8) </a:t>
            </a:r>
            <a:r>
              <a:rPr lang="zh-CN" altLang="en-US" sz="2800" b="1" dirty="0">
                <a:solidFill>
                  <a:srgbClr val="000000"/>
                </a:solidFill>
                <a:latin typeface="宋体" panose="02010600030101010101" pitchFamily="2" charset="-122"/>
              </a:rPr>
              <a:t>序列的相关</a:t>
            </a:r>
          </a:p>
        </p:txBody>
      </p:sp>
      <p:graphicFrame>
        <p:nvGraphicFramePr>
          <p:cNvPr id="5" name="对象 3"/>
          <p:cNvGraphicFramePr>
            <a:graphicFrameLocks noChangeAspect="1"/>
          </p:cNvGraphicFramePr>
          <p:nvPr>
            <p:extLst>
              <p:ext uri="{D42A27DB-BD31-4B8C-83A1-F6EECF244321}">
                <p14:modId xmlns:p14="http://schemas.microsoft.com/office/powerpoint/2010/main" val="1269161103"/>
              </p:ext>
            </p:extLst>
          </p:nvPr>
        </p:nvGraphicFramePr>
        <p:xfrm>
          <a:off x="4830552" y="2042284"/>
          <a:ext cx="2071688" cy="487363"/>
        </p:xfrm>
        <a:graphic>
          <a:graphicData uri="http://schemas.openxmlformats.org/presentationml/2006/ole">
            <mc:AlternateContent xmlns:mc="http://schemas.openxmlformats.org/markup-compatibility/2006">
              <mc:Choice xmlns:v="urn:schemas-microsoft-com:vml" Requires="v">
                <p:oleObj name="Equation" r:id="rId2" imgW="863280" imgH="203040" progId="Equation.DSMT4">
                  <p:embed/>
                </p:oleObj>
              </mc:Choice>
              <mc:Fallback>
                <p:oleObj name="Equation" r:id="rId2" imgW="863280" imgH="203040" progId="Equation.DSMT4">
                  <p:embed/>
                  <p:pic>
                    <p:nvPicPr>
                      <p:cNvPr id="123" name="对象 3"/>
                      <p:cNvPicPr>
                        <a:picLocks noChangeAspect="1" noChangeArrowheads="1"/>
                      </p:cNvPicPr>
                      <p:nvPr/>
                    </p:nvPicPr>
                    <p:blipFill>
                      <a:blip r:embed="rId3"/>
                      <a:srcRect/>
                      <a:stretch>
                        <a:fillRect/>
                      </a:stretch>
                    </p:blipFill>
                    <p:spPr bwMode="auto">
                      <a:xfrm>
                        <a:off x="4830552" y="2042284"/>
                        <a:ext cx="207168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a:extLst>
              <a:ext uri="{FF2B5EF4-FFF2-40B4-BE49-F238E27FC236}">
                <a16:creationId xmlns:a16="http://schemas.microsoft.com/office/drawing/2014/main" id="{DF7E8D2A-D59B-4CDB-961E-186523027328}"/>
              </a:ext>
            </a:extLst>
          </p:cNvPr>
          <p:cNvGraphicFramePr>
            <a:graphicFrameLocks noChangeAspect="1"/>
          </p:cNvGraphicFramePr>
          <p:nvPr>
            <p:extLst>
              <p:ext uri="{D42A27DB-BD31-4B8C-83A1-F6EECF244321}">
                <p14:modId xmlns:p14="http://schemas.microsoft.com/office/powerpoint/2010/main" val="1790377062"/>
              </p:ext>
            </p:extLst>
          </p:nvPr>
        </p:nvGraphicFramePr>
        <p:xfrm>
          <a:off x="1143000" y="1788318"/>
          <a:ext cx="3687552" cy="1035936"/>
        </p:xfrm>
        <a:graphic>
          <a:graphicData uri="http://schemas.openxmlformats.org/presentationml/2006/ole">
            <mc:AlternateContent xmlns:mc="http://schemas.openxmlformats.org/markup-compatibility/2006">
              <mc:Choice xmlns:v="urn:schemas-microsoft-com:vml" Requires="v">
                <p:oleObj name="Equation" r:id="rId4" imgW="1536480" imgH="431640" progId="Equation.DSMT4">
                  <p:embed/>
                </p:oleObj>
              </mc:Choice>
              <mc:Fallback>
                <p:oleObj name="Equation" r:id="rId4" imgW="1536480" imgH="431640" progId="Equation.DSMT4">
                  <p:embed/>
                  <p:pic>
                    <p:nvPicPr>
                      <p:cNvPr id="128" name="Object 5">
                        <a:extLst>
                          <a:ext uri="{FF2B5EF4-FFF2-40B4-BE49-F238E27FC236}">
                            <a16:creationId xmlns:a16="http://schemas.microsoft.com/office/drawing/2014/main" id="{DF7E8D2A-D59B-4CDB-961E-186523027328}"/>
                          </a:ext>
                        </a:extLst>
                      </p:cNvPr>
                      <p:cNvPicPr>
                        <a:picLocks noChangeAspect="1" noChangeArrowheads="1"/>
                      </p:cNvPicPr>
                      <p:nvPr/>
                    </p:nvPicPr>
                    <p:blipFill>
                      <a:blip r:embed="rId5"/>
                      <a:srcRect/>
                      <a:stretch>
                        <a:fillRect/>
                      </a:stretch>
                    </p:blipFill>
                    <p:spPr bwMode="auto">
                      <a:xfrm>
                        <a:off x="1143000" y="1788318"/>
                        <a:ext cx="3687552" cy="1035936"/>
                      </a:xfrm>
                      <a:prstGeom prst="rect">
                        <a:avLst/>
                      </a:prstGeom>
                      <a:noFill/>
                      <a:ln>
                        <a:noFill/>
                      </a:ln>
                    </p:spPr>
                  </p:pic>
                </p:oleObj>
              </mc:Fallback>
            </mc:AlternateContent>
          </a:graphicData>
        </a:graphic>
      </p:graphicFrame>
      <p:sp>
        <p:nvSpPr>
          <p:cNvPr id="7" name="矩形 6"/>
          <p:cNvSpPr/>
          <p:nvPr/>
        </p:nvSpPr>
        <p:spPr>
          <a:xfrm>
            <a:off x="5274871" y="2720301"/>
            <a:ext cx="1627369" cy="523220"/>
          </a:xfrm>
          <a:prstGeom prst="rect">
            <a:avLst/>
          </a:prstGeom>
        </p:spPr>
        <p:txBody>
          <a:bodyPr wrap="none">
            <a:spAutoFit/>
          </a:bodyPr>
          <a:lstStyle/>
          <a:p>
            <a:r>
              <a:rPr kumimoji="1" lang="zh-CN" altLang="en-US" b="1" dirty="0">
                <a:solidFill>
                  <a:srgbClr val="000000"/>
                </a:solidFill>
              </a:rPr>
              <a:t>离散卷积</a:t>
            </a:r>
            <a:endParaRPr lang="zh-CN" altLang="en-US" dirty="0"/>
          </a:p>
        </p:txBody>
      </p:sp>
      <p:graphicFrame>
        <p:nvGraphicFramePr>
          <p:cNvPr id="8" name="Object 5">
            <a:extLst>
              <a:ext uri="{FF2B5EF4-FFF2-40B4-BE49-F238E27FC236}">
                <a16:creationId xmlns:a16="http://schemas.microsoft.com/office/drawing/2014/main" id="{DF7E8D2A-D59B-4CDB-961E-186523027328}"/>
              </a:ext>
            </a:extLst>
          </p:cNvPr>
          <p:cNvGraphicFramePr>
            <a:graphicFrameLocks noChangeAspect="1"/>
          </p:cNvGraphicFramePr>
          <p:nvPr>
            <p:extLst>
              <p:ext uri="{D42A27DB-BD31-4B8C-83A1-F6EECF244321}">
                <p14:modId xmlns:p14="http://schemas.microsoft.com/office/powerpoint/2010/main" val="2437140724"/>
              </p:ext>
            </p:extLst>
          </p:nvPr>
        </p:nvGraphicFramePr>
        <p:xfrm>
          <a:off x="1050924" y="4830762"/>
          <a:ext cx="7102476" cy="1036638"/>
        </p:xfrm>
        <a:graphic>
          <a:graphicData uri="http://schemas.openxmlformats.org/presentationml/2006/ole">
            <mc:AlternateContent xmlns:mc="http://schemas.openxmlformats.org/markup-compatibility/2006">
              <mc:Choice xmlns:v="urn:schemas-microsoft-com:vml" Requires="v">
                <p:oleObj name="Equation" r:id="rId6" imgW="2958840" imgH="431640" progId="Equation.DSMT4">
                  <p:embed/>
                </p:oleObj>
              </mc:Choice>
              <mc:Fallback>
                <p:oleObj name="Equation" r:id="rId6" imgW="2958840" imgH="431640" progId="Equation.DSMT4">
                  <p:embed/>
                  <p:pic>
                    <p:nvPicPr>
                      <p:cNvPr id="6" name="Object 5">
                        <a:extLst>
                          <a:ext uri="{FF2B5EF4-FFF2-40B4-BE49-F238E27FC236}">
                            <a16:creationId xmlns:a16="http://schemas.microsoft.com/office/drawing/2014/main" id="{DF7E8D2A-D59B-4CDB-961E-186523027328}"/>
                          </a:ext>
                        </a:extLst>
                      </p:cNvPr>
                      <p:cNvPicPr>
                        <a:picLocks noChangeAspect="1" noChangeArrowheads="1"/>
                      </p:cNvPicPr>
                      <p:nvPr/>
                    </p:nvPicPr>
                    <p:blipFill>
                      <a:blip r:embed="rId7"/>
                      <a:srcRect/>
                      <a:stretch>
                        <a:fillRect/>
                      </a:stretch>
                    </p:blipFill>
                    <p:spPr bwMode="auto">
                      <a:xfrm>
                        <a:off x="1050924" y="4830762"/>
                        <a:ext cx="7102476" cy="1036638"/>
                      </a:xfrm>
                      <a:prstGeom prst="rect">
                        <a:avLst/>
                      </a:prstGeom>
                      <a:noFill/>
                      <a:ln>
                        <a:noFill/>
                      </a:ln>
                    </p:spPr>
                  </p:pic>
                </p:oleObj>
              </mc:Fallback>
            </mc:AlternateContent>
          </a:graphicData>
        </a:graphic>
      </p:graphicFrame>
      <p:sp>
        <p:nvSpPr>
          <p:cNvPr id="9" name="矩形 8"/>
          <p:cNvSpPr/>
          <p:nvPr/>
        </p:nvSpPr>
        <p:spPr>
          <a:xfrm>
            <a:off x="990600" y="4201180"/>
            <a:ext cx="4153701" cy="523220"/>
          </a:xfrm>
          <a:prstGeom prst="rect">
            <a:avLst/>
          </a:prstGeom>
        </p:spPr>
        <p:txBody>
          <a:bodyPr wrap="none">
            <a:spAutoFit/>
          </a:bodyPr>
          <a:lstStyle/>
          <a:p>
            <a:r>
              <a:rPr lang="zh-CN" altLang="en-US" b="1" dirty="0">
                <a:solidFill>
                  <a:srgbClr val="000000"/>
                </a:solidFill>
                <a:latin typeface="宋体" panose="02010600030101010101" pitchFamily="2" charset="-122"/>
              </a:rPr>
              <a:t>两个实序列的互相关函数</a:t>
            </a:r>
          </a:p>
        </p:txBody>
      </p:sp>
    </p:spTree>
    <p:extLst>
      <p:ext uri="{BB962C8B-B14F-4D97-AF65-F5344CB8AC3E}">
        <p14:creationId xmlns:p14="http://schemas.microsoft.com/office/powerpoint/2010/main" val="429212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离散时间信号的傅里叶变换与</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
        <p:nvSpPr>
          <p:cNvPr id="3" name="Rectangle 1032"/>
          <p:cNvSpPr>
            <a:spLocks noChangeArrowheads="1"/>
          </p:cNvSpPr>
          <p:nvPr/>
        </p:nvSpPr>
        <p:spPr bwMode="auto">
          <a:xfrm>
            <a:off x="839788" y="1295400"/>
            <a:ext cx="7237412"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2.1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离散时间信号的傅里叶变换</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2.2  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变换</a:t>
            </a:r>
          </a:p>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2.3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逆</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变换</a:t>
            </a:r>
          </a:p>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2.4  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变换的性质</a:t>
            </a:r>
          </a:p>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2.5  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变换与</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DTFT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的关系</a:t>
            </a:r>
          </a:p>
          <a:p>
            <a:pPr lvl="0" eaLnBrk="1" hangingPunct="1">
              <a:lnSpc>
                <a:spcPct val="125000"/>
              </a:lnSpc>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2.6  </a:t>
            </a:r>
            <a:r>
              <a:rPr lang="zh-CN" altLang="en-US" sz="2800" b="1" dirty="0">
                <a:solidFill>
                  <a:srgbClr val="000000"/>
                </a:solidFill>
                <a:ea typeface="楷体_GB2312" pitchFamily="49" charset="-122"/>
              </a:rPr>
              <a:t>帕塞瓦尔</a:t>
            </a:r>
            <a:r>
              <a:rPr lang="en-US" altLang="zh-CN" sz="2800" b="1" dirty="0">
                <a:solidFill>
                  <a:srgbClr val="000000"/>
                </a:solidFill>
                <a:ea typeface="楷体_GB2312" pitchFamily="49" charset="-122"/>
              </a:rPr>
              <a:t>(</a:t>
            </a:r>
            <a:r>
              <a:rPr lang="en-US" altLang="zh-CN" sz="2800" b="1" dirty="0" err="1">
                <a:solidFill>
                  <a:srgbClr val="000000"/>
                </a:solidFill>
                <a:ea typeface="楷体_GB2312" pitchFamily="49" charset="-122"/>
              </a:rPr>
              <a:t>Parseval</a:t>
            </a:r>
            <a:r>
              <a:rPr lang="en-US" altLang="zh-CN" sz="2800" b="1" dirty="0">
                <a:solidFill>
                  <a:srgbClr val="000000"/>
                </a:solidFill>
                <a:ea typeface="楷体_GB2312" pitchFamily="49" charset="-122"/>
              </a:rPr>
              <a:t>)</a:t>
            </a:r>
            <a:r>
              <a:rPr lang="zh-CN" altLang="en-US" sz="2800" b="1" dirty="0">
                <a:solidFill>
                  <a:srgbClr val="000000"/>
                </a:solidFill>
                <a:ea typeface="楷体_GB2312" pitchFamily="49" charset="-122"/>
              </a:rPr>
              <a:t>定理</a:t>
            </a:r>
          </a:p>
          <a:p>
            <a:pPr marL="0" marR="0" lvl="0" indent="0" algn="l" defTabSz="914400" rtl="0" eaLnBrk="1" fontAlgn="base" latinLnBrk="0" hangingPunct="1">
              <a:lnSpc>
                <a:spcPct val="125000"/>
              </a:lnSpc>
              <a:spcBef>
                <a:spcPct val="0"/>
              </a:spcBef>
              <a:spcAft>
                <a:spcPct val="0"/>
              </a:spcAft>
              <a:buClrTx/>
              <a:buSzTx/>
              <a:buFontTx/>
              <a:buNone/>
              <a:tabLst/>
              <a:defRPr/>
            </a:pP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endParaRPr>
          </a:p>
        </p:txBody>
      </p:sp>
    </p:spTree>
    <p:extLst>
      <p:ext uri="{BB962C8B-B14F-4D97-AF65-F5344CB8AC3E}">
        <p14:creationId xmlns:p14="http://schemas.microsoft.com/office/powerpoint/2010/main" val="1282899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85800" y="1219200"/>
            <a:ext cx="3581400" cy="5905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base" latinLnBrk="0" hangingPunct="1">
              <a:lnSpc>
                <a:spcPct val="90000"/>
              </a:lnSpc>
              <a:spcBef>
                <a:spcPct val="0"/>
              </a:spcBef>
              <a:spcAft>
                <a:spcPct val="0"/>
              </a:spcAft>
              <a:buClrTx/>
              <a:buSzTx/>
              <a:buFontTx/>
              <a:buNone/>
              <a:tabLst/>
              <a:defRPr/>
            </a:pPr>
            <a:r>
              <a:rPr kumimoji="0" lang="en-GB" altLang="zh-CN" sz="3200" b="1" i="0" u="none" strike="noStrike" kern="1200" cap="none" spc="0" normalizeH="0" baseline="0" noProof="0" dirty="0">
                <a:ln>
                  <a:noFill/>
                </a:ln>
                <a:solidFill>
                  <a:srgbClr val="000000"/>
                </a:solidFill>
                <a:effectLst/>
                <a:uLnTx/>
                <a:uFillTx/>
                <a:latin typeface="Times New Roman"/>
                <a:ea typeface="SimSun" panose="02010600030101010101" pitchFamily="2" charset="-122"/>
                <a:cs typeface="+mj-cs"/>
              </a:rPr>
              <a:t>Joseph Fourier</a:t>
            </a:r>
          </a:p>
        </p:txBody>
      </p:sp>
      <p:pic>
        <p:nvPicPr>
          <p:cNvPr id="6" name="Picture 4" descr="http://www.frca.co.uk/images/fourier-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7225" y="2413000"/>
            <a:ext cx="4157663"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http://www.sciencephoto.com/images/download_wm_image.html/H406225-Joseph_Fourier-SPL.jpg?id=7240602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2019300"/>
            <a:ext cx="3549650"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9707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26A9005-C090-4D9F-BAF5-5452041F74CB}"/>
              </a:ext>
            </a:extLst>
          </p:cNvPr>
          <p:cNvSpPr>
            <a:spLocks noGrp="1"/>
          </p:cNvSpPr>
          <p:nvPr>
            <p:ph idx="1"/>
          </p:nvPr>
        </p:nvSpPr>
        <p:spPr>
          <a:xfrm>
            <a:off x="457200" y="1600201"/>
            <a:ext cx="8229600" cy="3629000"/>
          </a:xfrm>
        </p:spPr>
        <p:txBody>
          <a:bodyPr/>
          <a:lstStyle/>
          <a:p>
            <a:r>
              <a:rPr lang="zh-CN" altLang="en-US" dirty="0"/>
              <a:t>信号处理中的一类重要处理手段就是将信号通过某种变换变到另一域中，得到变换后的变换域表达式，再进行分析。</a:t>
            </a:r>
            <a:endParaRPr lang="en-US" altLang="zh-CN" dirty="0"/>
          </a:p>
          <a:p>
            <a:r>
              <a:rPr lang="zh-CN" altLang="en-US" dirty="0"/>
              <a:t>这样，可以得到有关信号</a:t>
            </a:r>
            <a:r>
              <a:rPr lang="en-US" altLang="zh-CN" dirty="0"/>
              <a:t>/</a:t>
            </a:r>
            <a:r>
              <a:rPr lang="zh-CN" altLang="en-US" dirty="0"/>
              <a:t>系统在另一域上的直观特性，更有利于对信号与系统的分析和求解。</a:t>
            </a:r>
          </a:p>
        </p:txBody>
      </p:sp>
    </p:spTree>
    <p:extLst>
      <p:ext uri="{BB962C8B-B14F-4D97-AF65-F5344CB8AC3E}">
        <p14:creationId xmlns:p14="http://schemas.microsoft.com/office/powerpoint/2010/main" val="395728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91835" y="3892491"/>
            <a:ext cx="1895475" cy="857250"/>
          </a:xfrm>
          <a:prstGeom prst="rect">
            <a:avLst/>
          </a:prstGeom>
        </p:spPr>
      </p:pic>
      <p:grpSp>
        <p:nvGrpSpPr>
          <p:cNvPr id="17" name="组合 16"/>
          <p:cNvGrpSpPr/>
          <p:nvPr/>
        </p:nvGrpSpPr>
        <p:grpSpPr>
          <a:xfrm>
            <a:off x="2364450" y="3073597"/>
            <a:ext cx="6296371" cy="2171347"/>
            <a:chOff x="2123728" y="460999"/>
            <a:chExt cx="6296371" cy="2171347"/>
          </a:xfrm>
        </p:grpSpPr>
        <p:pic>
          <p:nvPicPr>
            <p:cNvPr id="5" name="图片 4"/>
            <p:cNvPicPr>
              <a:picLocks noChangeAspect="1"/>
            </p:cNvPicPr>
            <p:nvPr/>
          </p:nvPicPr>
          <p:blipFill>
            <a:blip r:embed="rId3"/>
            <a:stretch>
              <a:fillRect/>
            </a:stretch>
          </p:blipFill>
          <p:spPr>
            <a:xfrm>
              <a:off x="2619373" y="460999"/>
              <a:ext cx="2438400" cy="933450"/>
            </a:xfrm>
            <a:prstGeom prst="rect">
              <a:avLst/>
            </a:prstGeom>
          </p:spPr>
        </p:pic>
        <p:pic>
          <p:nvPicPr>
            <p:cNvPr id="7" name="图片 6"/>
            <p:cNvPicPr>
              <a:picLocks noChangeAspect="1"/>
            </p:cNvPicPr>
            <p:nvPr/>
          </p:nvPicPr>
          <p:blipFill>
            <a:blip r:embed="rId4"/>
            <a:stretch>
              <a:fillRect/>
            </a:stretch>
          </p:blipFill>
          <p:spPr>
            <a:xfrm>
              <a:off x="2619374" y="1603646"/>
              <a:ext cx="5800725" cy="1028700"/>
            </a:xfrm>
            <a:prstGeom prst="rect">
              <a:avLst/>
            </a:prstGeom>
          </p:spPr>
        </p:pic>
        <p:sp>
          <p:nvSpPr>
            <p:cNvPr id="10" name="左大括号 9"/>
            <p:cNvSpPr/>
            <p:nvPr/>
          </p:nvSpPr>
          <p:spPr>
            <a:xfrm>
              <a:off x="2123728" y="764704"/>
              <a:ext cx="360040" cy="15841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ln w="0"/>
                <a:effectLst>
                  <a:outerShdw blurRad="38100" dist="19050" dir="2700000" algn="tl" rotWithShape="0">
                    <a:schemeClr val="dk1">
                      <a:alpha val="40000"/>
                    </a:schemeClr>
                  </a:outerShdw>
                </a:effectLst>
              </a:endParaRPr>
            </a:p>
          </p:txBody>
        </p:sp>
      </p:grpSp>
      <p:pic>
        <p:nvPicPr>
          <p:cNvPr id="12" name="图片 11"/>
          <p:cNvPicPr>
            <a:picLocks noChangeAspect="1"/>
          </p:cNvPicPr>
          <p:nvPr/>
        </p:nvPicPr>
        <p:blipFill>
          <a:blip r:embed="rId5"/>
          <a:stretch>
            <a:fillRect/>
          </a:stretch>
        </p:blipFill>
        <p:spPr>
          <a:xfrm>
            <a:off x="265431" y="5292232"/>
            <a:ext cx="1600200" cy="457200"/>
          </a:xfrm>
          <a:prstGeom prst="rect">
            <a:avLst/>
          </a:prstGeom>
        </p:spPr>
      </p:pic>
      <p:pic>
        <p:nvPicPr>
          <p:cNvPr id="14" name="图片 13"/>
          <p:cNvPicPr>
            <a:picLocks noChangeAspect="1"/>
          </p:cNvPicPr>
          <p:nvPr/>
        </p:nvPicPr>
        <p:blipFill>
          <a:blip r:embed="rId6"/>
          <a:stretch>
            <a:fillRect/>
          </a:stretch>
        </p:blipFill>
        <p:spPr>
          <a:xfrm>
            <a:off x="683568" y="5949280"/>
            <a:ext cx="7553325" cy="428625"/>
          </a:xfrm>
          <a:prstGeom prst="rect">
            <a:avLst/>
          </a:prstGeom>
        </p:spPr>
      </p:pic>
      <p:sp>
        <p:nvSpPr>
          <p:cNvPr id="20" name="标题 1"/>
          <p:cNvSpPr txBox="1"/>
          <p:nvPr/>
        </p:nvSpPr>
        <p:spPr>
          <a:xfrm>
            <a:off x="21771" y="1009153"/>
            <a:ext cx="4852739" cy="703112"/>
          </a:xfrm>
          <a:prstGeom prst="rect">
            <a:avLst/>
          </a:prstGeom>
        </p:spPr>
        <p:txBody>
          <a:bodyPr vert="horz" lIns="91440" tIns="45720" rIns="91440" bIns="45720" rtlCol="0" anchor="ctr">
            <a:normAutofit fontScale="4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zh-CN" dirty="0"/>
          </a:p>
          <a:p>
            <a:r>
              <a:rPr lang="zh-CN" altLang="en-US" sz="8000" dirty="0"/>
              <a:t>连续时间信号的变换复习</a:t>
            </a:r>
            <a:r>
              <a:rPr lang="en-US" altLang="zh-CN" sz="8000" dirty="0"/>
              <a:t>:</a:t>
            </a:r>
          </a:p>
          <a:p>
            <a:endParaRPr lang="zh-CN" altLang="en-US" dirty="0"/>
          </a:p>
        </p:txBody>
      </p:sp>
      <p:sp>
        <p:nvSpPr>
          <p:cNvPr id="3" name="文本框 2"/>
          <p:cNvSpPr txBox="1"/>
          <p:nvPr/>
        </p:nvSpPr>
        <p:spPr>
          <a:xfrm>
            <a:off x="179512" y="2429042"/>
            <a:ext cx="6982643" cy="584775"/>
          </a:xfrm>
          <a:prstGeom prst="rect">
            <a:avLst/>
          </a:prstGeom>
          <a:noFill/>
        </p:spPr>
        <p:txBody>
          <a:bodyPr wrap="square">
            <a:spAutoFit/>
          </a:bodyPr>
          <a:lstStyle/>
          <a:p>
            <a:r>
              <a:rPr lang="en-US" altLang="zh-CN" sz="3200" b="1" dirty="0"/>
              <a:t>1. </a:t>
            </a:r>
            <a:r>
              <a:rPr lang="zh-CN" altLang="en-US" sz="3200" b="1" dirty="0"/>
              <a:t>连续周期信号的傅里叶级数</a:t>
            </a:r>
            <a:r>
              <a:rPr lang="en-US" altLang="zh-CN" sz="3200" b="1" dirty="0"/>
              <a:t>(FS)</a:t>
            </a:r>
            <a:endParaRPr lang="zh-CN" altLang="en-US" sz="3200" b="1" dirty="0"/>
          </a:p>
        </p:txBody>
      </p:sp>
      <p:sp>
        <p:nvSpPr>
          <p:cNvPr id="4" name="Rectangle 2"/>
          <p:cNvSpPr txBox="1">
            <a:spLocks noChangeArrowheads="1"/>
          </p:cNvSpPr>
          <p:nvPr/>
        </p:nvSpPr>
        <p:spPr>
          <a:xfrm>
            <a:off x="0" y="277182"/>
            <a:ext cx="8763000" cy="914400"/>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dirty="0">
                <a:solidFill>
                  <a:srgbClr val="000000"/>
                </a:solidFill>
                <a:latin typeface="宋体" panose="02010600030101010101" pitchFamily="2" charset="-122"/>
              </a:rPr>
              <a:t>1.2 </a:t>
            </a:r>
            <a:r>
              <a:rPr lang="zh-CN" altLang="en-US" sz="3600" dirty="0">
                <a:solidFill>
                  <a:srgbClr val="000000"/>
                </a:solidFill>
                <a:latin typeface="宋体" panose="02010600030101010101" pitchFamily="2" charset="-122"/>
              </a:rPr>
              <a:t>离散时间信号的傅里叶变换</a:t>
            </a:r>
            <a:br>
              <a:rPr lang="zh-CN" altLang="en-US" sz="3600" dirty="0">
                <a:solidFill>
                  <a:srgbClr val="000000"/>
                </a:solidFill>
              </a:rPr>
            </a:br>
            <a:endParaRPr lang="zh-CN" altLang="en-US" sz="3600" dirty="0">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a:stretch>
            <a:fillRect/>
          </a:stretch>
        </p:blipFill>
        <p:spPr>
          <a:xfrm>
            <a:off x="287761" y="1683958"/>
            <a:ext cx="6580969" cy="2874934"/>
          </a:xfrm>
          <a:prstGeom prst="rect">
            <a:avLst/>
          </a:prstGeom>
        </p:spPr>
      </p:pic>
      <p:pic>
        <p:nvPicPr>
          <p:cNvPr id="19" name="图片 18"/>
          <p:cNvPicPr>
            <a:picLocks noChangeAspect="1"/>
          </p:cNvPicPr>
          <p:nvPr/>
        </p:nvPicPr>
        <p:blipFill>
          <a:blip r:embed="rId3"/>
          <a:stretch>
            <a:fillRect/>
          </a:stretch>
        </p:blipFill>
        <p:spPr>
          <a:xfrm>
            <a:off x="539552" y="5157192"/>
            <a:ext cx="7848600" cy="1219200"/>
          </a:xfrm>
          <a:prstGeom prst="rect">
            <a:avLst/>
          </a:prstGeom>
        </p:spPr>
      </p:pic>
      <p:sp>
        <p:nvSpPr>
          <p:cNvPr id="11" name="标题 1"/>
          <p:cNvSpPr txBox="1"/>
          <p:nvPr/>
        </p:nvSpPr>
        <p:spPr>
          <a:xfrm>
            <a:off x="-304800" y="598301"/>
            <a:ext cx="7490520" cy="1122979"/>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dirty="0"/>
              <a:t>2. </a:t>
            </a:r>
            <a:r>
              <a:rPr lang="zh-CN" altLang="en-US" sz="3200" dirty="0"/>
              <a:t>连续信号的傅里叶变换</a:t>
            </a:r>
            <a:r>
              <a:rPr lang="en-US" altLang="zh-CN" sz="3200" dirty="0"/>
              <a:t>(FT/CTFT)</a:t>
            </a:r>
            <a:endParaRPr lang="zh-CN" altLang="en-US" sz="3200" dirty="0"/>
          </a:p>
        </p:txBody>
      </p:sp>
      <p:sp>
        <p:nvSpPr>
          <p:cNvPr id="13" name="文本框 12"/>
          <p:cNvSpPr txBox="1"/>
          <p:nvPr/>
        </p:nvSpPr>
        <p:spPr>
          <a:xfrm>
            <a:off x="323528" y="4523125"/>
            <a:ext cx="4572000" cy="523220"/>
          </a:xfrm>
          <a:prstGeom prst="rect">
            <a:avLst/>
          </a:prstGeom>
          <a:noFill/>
        </p:spPr>
        <p:txBody>
          <a:bodyPr wrap="square">
            <a:spAutoFit/>
          </a:bodyPr>
          <a:lstStyle/>
          <a:p>
            <a:r>
              <a:rPr lang="zh-CN" altLang="en-US" sz="2800" b="1" dirty="0"/>
              <a:t>物理意义：</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B13F9E6-9F05-46C8-ACE7-F697DBBD7BC8}"/>
              </a:ext>
            </a:extLst>
          </p:cNvPr>
          <p:cNvPicPr>
            <a:picLocks noChangeAspect="1"/>
          </p:cNvPicPr>
          <p:nvPr/>
        </p:nvPicPr>
        <p:blipFill>
          <a:blip r:embed="rId2"/>
          <a:stretch>
            <a:fillRect/>
          </a:stretch>
        </p:blipFill>
        <p:spPr>
          <a:xfrm>
            <a:off x="354917" y="2088898"/>
            <a:ext cx="7210425" cy="1600200"/>
          </a:xfrm>
          <a:prstGeom prst="rect">
            <a:avLst/>
          </a:prstGeom>
        </p:spPr>
      </p:pic>
      <p:sp>
        <p:nvSpPr>
          <p:cNvPr id="6" name="标题 1">
            <a:extLst>
              <a:ext uri="{FF2B5EF4-FFF2-40B4-BE49-F238E27FC236}">
                <a16:creationId xmlns:a16="http://schemas.microsoft.com/office/drawing/2014/main" id="{BC0596AC-941A-4A1B-A974-1D97336AA592}"/>
              </a:ext>
            </a:extLst>
          </p:cNvPr>
          <p:cNvSpPr txBox="1">
            <a:spLocks/>
          </p:cNvSpPr>
          <p:nvPr/>
        </p:nvSpPr>
        <p:spPr>
          <a:xfrm>
            <a:off x="354917" y="620688"/>
            <a:ext cx="4794895" cy="720197"/>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a:t>3. </a:t>
            </a:r>
            <a:r>
              <a:rPr lang="zh-CN" altLang="en-US" sz="3200" b="1" dirty="0"/>
              <a:t>连续信号的拉氏变换</a:t>
            </a:r>
            <a:r>
              <a:rPr lang="en-US" altLang="zh-CN" sz="3200" b="1" dirty="0"/>
              <a:t>(LT)</a:t>
            </a:r>
            <a:endParaRPr lang="zh-CN" altLang="en-US" sz="3200" b="1"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8C78542-5A35-483F-8780-EA89FD792F94}"/>
                  </a:ext>
                </a:extLst>
              </p:cNvPr>
              <p:cNvSpPr txBox="1"/>
              <p:nvPr/>
            </p:nvSpPr>
            <p:spPr>
              <a:xfrm>
                <a:off x="76200" y="4437112"/>
                <a:ext cx="9067800" cy="954107"/>
              </a:xfrm>
              <a:prstGeom prst="rect">
                <a:avLst/>
              </a:prstGeom>
              <a:noFill/>
            </p:spPr>
            <p:txBody>
              <a:bodyPr wrap="square">
                <a:spAutoFit/>
              </a:bodyPr>
              <a:lstStyle/>
              <a:p>
                <a:r>
                  <a:rPr kumimoji="1" lang="zh-CN" altLang="en-US" sz="2800" b="1" dirty="0">
                    <a:latin typeface="Times New Roman" panose="02020603050405020304" pitchFamily="18" charset="0"/>
                  </a:rPr>
                  <a:t>物理意义：</a:t>
                </a:r>
                <a:endParaRPr kumimoji="1" lang="en-US" altLang="zh-CN" sz="2800" b="1" dirty="0">
                  <a:latin typeface="Times New Roman" panose="02020603050405020304" pitchFamily="18" charset="0"/>
                </a:endParaRPr>
              </a:p>
              <a:p>
                <a:r>
                  <a:rPr kumimoji="1" lang="zh-CN" altLang="en-US" sz="2800" b="1" dirty="0">
                    <a:latin typeface="Times New Roman" panose="02020603050405020304" pitchFamily="18" charset="0"/>
                  </a:rPr>
                  <a:t>连续时间信号可以分解为无穷多个复指数分量 </a:t>
                </a:r>
                <a14:m>
                  <m:oMath xmlns:m="http://schemas.openxmlformats.org/officeDocument/2006/math">
                    <m:sSup>
                      <m:sSupPr>
                        <m:ctrlPr>
                          <a:rPr kumimoji="1" lang="en-US" altLang="zh-CN" sz="2800" b="1" i="1" smtClean="0">
                            <a:latin typeface="Cambria Math" panose="02040503050406030204" pitchFamily="18" charset="0"/>
                          </a:rPr>
                        </m:ctrlPr>
                      </m:sSupPr>
                      <m:e>
                        <m:r>
                          <a:rPr kumimoji="1" lang="en-US" altLang="zh-CN" sz="2800" b="1" i="1" smtClean="0">
                            <a:latin typeface="Cambria Math" panose="02040503050406030204" pitchFamily="18" charset="0"/>
                          </a:rPr>
                          <m:t>𝒆</m:t>
                        </m:r>
                      </m:e>
                      <m:sup>
                        <m:r>
                          <a:rPr kumimoji="1" lang="en-US" altLang="zh-CN" sz="2800" b="1" i="1" smtClean="0">
                            <a:latin typeface="Cambria Math" panose="02040503050406030204" pitchFamily="18" charset="0"/>
                          </a:rPr>
                          <m:t>𝒔𝒕</m:t>
                        </m:r>
                      </m:sup>
                    </m:sSup>
                  </m:oMath>
                </a14:m>
                <a:r>
                  <a:rPr kumimoji="1" lang="zh-CN" altLang="en-US" sz="2800" b="1" dirty="0">
                    <a:latin typeface="Times New Roman" panose="02020603050405020304" pitchFamily="18" charset="0"/>
                  </a:rPr>
                  <a:t> 之和。</a:t>
                </a:r>
                <a:endParaRPr lang="zh-CN" altLang="en-US" sz="2800" dirty="0"/>
              </a:p>
            </p:txBody>
          </p:sp>
        </mc:Choice>
        <mc:Fallback xmlns="">
          <p:sp>
            <p:nvSpPr>
              <p:cNvPr id="8" name="文本框 7">
                <a:extLst>
                  <a:ext uri="{FF2B5EF4-FFF2-40B4-BE49-F238E27FC236}">
                    <a16:creationId xmlns:a16="http://schemas.microsoft.com/office/drawing/2014/main" id="{78C78542-5A35-483F-8780-EA89FD792F94}"/>
                  </a:ext>
                </a:extLst>
              </p:cNvPr>
              <p:cNvSpPr txBox="1">
                <a:spLocks noRot="1" noChangeAspect="1" noMove="1" noResize="1" noEditPoints="1" noAdjustHandles="1" noChangeArrowheads="1" noChangeShapeType="1" noTextEdit="1"/>
              </p:cNvSpPr>
              <p:nvPr/>
            </p:nvSpPr>
            <p:spPr>
              <a:xfrm>
                <a:off x="76200" y="4437112"/>
                <a:ext cx="9067800" cy="954107"/>
              </a:xfrm>
              <a:prstGeom prst="rect">
                <a:avLst/>
              </a:prstGeom>
              <a:blipFill>
                <a:blip r:embed="rId3"/>
                <a:stretch>
                  <a:fillRect l="-1412" t="-8974" r="-1009" b="-153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44724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1.2.1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a:t>
            </a:r>
          </a:p>
        </p:txBody>
      </p:sp>
      <p:sp>
        <p:nvSpPr>
          <p:cNvPr id="4" name="Rectangle 3"/>
          <p:cNvSpPr txBox="1">
            <a:spLocks noChangeArrowheads="1"/>
          </p:cNvSpPr>
          <p:nvPr/>
        </p:nvSpPr>
        <p:spPr bwMode="auto">
          <a:xfrm>
            <a:off x="817516" y="838200"/>
            <a:ext cx="7772400" cy="1092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Blip>
                <a:blip r:embed="rId2"/>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Blip>
                <a:blip r:embed="rId2"/>
              </a:buBlip>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离散时间傅里叶变换</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 </a:t>
            </a:r>
            <a:r>
              <a:rPr kumimoji="1"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DTFT (</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discrete-time Fourier transform</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a:t>
            </a:r>
          </a:p>
        </p:txBody>
      </p:sp>
      <p:graphicFrame>
        <p:nvGraphicFramePr>
          <p:cNvPr id="7" name="Object 4"/>
          <p:cNvGraphicFramePr>
            <a:graphicFrameLocks noChangeAspect="1"/>
          </p:cNvGraphicFramePr>
          <p:nvPr>
            <p:extLst>
              <p:ext uri="{D42A27DB-BD31-4B8C-83A1-F6EECF244321}">
                <p14:modId xmlns:p14="http://schemas.microsoft.com/office/powerpoint/2010/main" val="3734344346"/>
              </p:ext>
            </p:extLst>
          </p:nvPr>
        </p:nvGraphicFramePr>
        <p:xfrm>
          <a:off x="2209800" y="1868265"/>
          <a:ext cx="3863340" cy="1122680"/>
        </p:xfrm>
        <a:graphic>
          <a:graphicData uri="http://schemas.openxmlformats.org/presentationml/2006/ole">
            <mc:AlternateContent xmlns:mc="http://schemas.openxmlformats.org/markup-compatibility/2006">
              <mc:Choice xmlns:v="urn:schemas-microsoft-com:vml" Requires="v">
                <p:oleObj name="Equation" r:id="rId4" imgW="1485900" imgH="431800" progId="Equation.DSMT4">
                  <p:embed/>
                </p:oleObj>
              </mc:Choice>
              <mc:Fallback>
                <p:oleObj name="Equation" r:id="rId4" imgW="1485900" imgH="431800" progId="Equation.DSMT4">
                  <p:embed/>
                  <p:pic>
                    <p:nvPicPr>
                      <p:cNvPr id="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1868265"/>
                        <a:ext cx="3863340" cy="112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p:cNvSpPr/>
          <p:nvPr/>
        </p:nvSpPr>
        <p:spPr>
          <a:xfrm>
            <a:off x="7570675" y="2085377"/>
            <a:ext cx="963725"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 </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Rectangle 7"/>
          <p:cNvSpPr>
            <a:spLocks noChangeArrowheads="1"/>
          </p:cNvSpPr>
          <p:nvPr/>
        </p:nvSpPr>
        <p:spPr bwMode="auto">
          <a:xfrm>
            <a:off x="1295400" y="5370493"/>
            <a:ext cx="7086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lvl="0">
              <a:spcBef>
                <a:spcPct val="0"/>
              </a:spcBef>
              <a:buNone/>
              <a:defRPr/>
            </a:pPr>
            <a:r>
              <a:rPr kumimoji="1" lang="en-US" altLang="zh-CN" sz="2800" dirty="0">
                <a:solidFill>
                  <a:srgbClr val="000000"/>
                </a:solidFill>
                <a:latin typeface="+mj-lt"/>
                <a:ea typeface="宋体" panose="02010600030101010101" pitchFamily="2" charset="-122"/>
              </a:rPr>
              <a:t>DTFT</a:t>
            </a:r>
            <a:r>
              <a:rPr kumimoji="1" lang="zh-CN" altLang="en-US" sz="2800" dirty="0">
                <a:solidFill>
                  <a:srgbClr val="000000"/>
                </a:solidFill>
                <a:latin typeface="+mj-lt"/>
                <a:ea typeface="宋体" panose="02010600030101010101" pitchFamily="2" charset="-122"/>
              </a:rPr>
              <a:t>中</a:t>
            </a:r>
            <a:r>
              <a:rPr kumimoji="1" lang="zh-CN" altLang="en-US" sz="2800" dirty="0">
                <a:solidFill>
                  <a:srgbClr val="000000"/>
                </a:solidFill>
                <a:latin typeface="宋体" panose="02010600030101010101" pitchFamily="2" charset="-122"/>
                <a:ea typeface="宋体" panose="02010600030101010101" pitchFamily="2" charset="-122"/>
              </a:rPr>
              <a:t>的级数不一定总是收敛的，若</a:t>
            </a:r>
            <a:r>
              <a:rPr kumimoji="1" lang="en-US" altLang="zh-CN" sz="2800" i="1" dirty="0">
                <a:solidFill>
                  <a:srgbClr val="000000"/>
                </a:solidFill>
                <a:latin typeface="Times New Roman" panose="02020603050405020304" pitchFamily="18" charset="0"/>
                <a:ea typeface="宋体" panose="02010600030101010101" pitchFamily="2" charset="-122"/>
              </a:rPr>
              <a:t>x</a:t>
            </a:r>
            <a:r>
              <a:rPr kumimoji="1" lang="en-US" altLang="zh-CN" sz="2800" dirty="0">
                <a:solidFill>
                  <a:srgbClr val="000000"/>
                </a:solidFill>
                <a:latin typeface="Times New Roman" panose="02020603050405020304" pitchFamily="18" charset="0"/>
                <a:ea typeface="宋体" panose="02010600030101010101" pitchFamily="2" charset="-122"/>
              </a:rPr>
              <a:t>(</a:t>
            </a:r>
            <a:r>
              <a:rPr kumimoji="1" lang="en-US" altLang="zh-CN" sz="2800" i="1" dirty="0">
                <a:solidFill>
                  <a:srgbClr val="000000"/>
                </a:solidFill>
                <a:latin typeface="Times New Roman" panose="02020603050405020304" pitchFamily="18" charset="0"/>
                <a:ea typeface="宋体" panose="02010600030101010101" pitchFamily="2" charset="-122"/>
              </a:rPr>
              <a:t>n</a:t>
            </a:r>
            <a:r>
              <a:rPr kumimoji="1" lang="en-US" altLang="zh-CN" sz="2800" dirty="0">
                <a:solidFill>
                  <a:srgbClr val="000000"/>
                </a:solidFill>
                <a:latin typeface="Times New Roman" panose="02020603050405020304" pitchFamily="18" charset="0"/>
                <a:ea typeface="宋体" panose="02010600030101010101" pitchFamily="2" charset="-122"/>
              </a:rPr>
              <a:t>)</a:t>
            </a:r>
            <a:r>
              <a:rPr kumimoji="1" lang="zh-CN" altLang="en-US" sz="2800" dirty="0">
                <a:solidFill>
                  <a:srgbClr val="000000"/>
                </a:solidFill>
                <a:latin typeface="宋体" panose="02010600030101010101" pitchFamily="2" charset="-122"/>
                <a:ea typeface="宋体" panose="02010600030101010101" pitchFamily="2" charset="-122"/>
              </a:rPr>
              <a:t>绝对可和，则该级数绝对收敛</a:t>
            </a:r>
            <a:r>
              <a:rPr kumimoji="1" lang="en-US" altLang="zh-CN" sz="2800" dirty="0">
                <a:solidFill>
                  <a:srgbClr val="000000"/>
                </a:solidFill>
                <a:latin typeface="宋体" panose="02010600030101010101" pitchFamily="2" charset="-122"/>
                <a:ea typeface="宋体" panose="02010600030101010101" pitchFamily="2" charset="-122"/>
              </a:rPr>
              <a:t>(</a:t>
            </a:r>
            <a:r>
              <a:rPr kumimoji="1" lang="zh-CN" altLang="en-US" sz="2800" dirty="0">
                <a:solidFill>
                  <a:srgbClr val="000000"/>
                </a:solidFill>
                <a:latin typeface="宋体" panose="02010600030101010101" pitchFamily="2" charset="-122"/>
                <a:ea typeface="宋体" panose="02010600030101010101" pitchFamily="2" charset="-122"/>
              </a:rPr>
              <a:t>充分条件</a:t>
            </a:r>
            <a:r>
              <a:rPr kumimoji="1" lang="en-US" altLang="zh-CN" sz="2800" dirty="0">
                <a:solidFill>
                  <a:srgbClr val="000000"/>
                </a:solidFill>
                <a:latin typeface="宋体" panose="02010600030101010101" pitchFamily="2" charset="-122"/>
                <a:ea typeface="宋体" panose="02010600030101010101" pitchFamily="2" charset="-122"/>
              </a:rPr>
              <a:t>)</a:t>
            </a:r>
            <a:r>
              <a:rPr kumimoji="1" lang="zh-CN" altLang="en-US" sz="2800" dirty="0">
                <a:solidFill>
                  <a:srgbClr val="000000"/>
                </a:solidFill>
                <a:latin typeface="宋体" panose="02010600030101010101" pitchFamily="2" charset="-122"/>
                <a:ea typeface="宋体" panose="02010600030101010101" pitchFamily="2" charset="-122"/>
              </a:rPr>
              <a:t>。</a:t>
            </a:r>
            <a:endPar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4123077972"/>
              </p:ext>
            </p:extLst>
          </p:nvPr>
        </p:nvGraphicFramePr>
        <p:xfrm>
          <a:off x="3666108" y="4279926"/>
          <a:ext cx="1430784" cy="992772"/>
        </p:xfrm>
        <a:graphic>
          <a:graphicData uri="http://schemas.openxmlformats.org/presentationml/2006/ole">
            <mc:AlternateContent xmlns:mc="http://schemas.openxmlformats.org/markup-compatibility/2006">
              <mc:Choice xmlns:v="urn:schemas-microsoft-com:vml" Requires="v">
                <p:oleObj name="Equation" r:id="rId6" imgW="622080" imgH="431640" progId="Equation.DSMT4">
                  <p:embed/>
                </p:oleObj>
              </mc:Choice>
              <mc:Fallback>
                <p:oleObj name="Equation" r:id="rId6" imgW="622080" imgH="431640" progId="Equation.DSMT4">
                  <p:embed/>
                  <p:pic>
                    <p:nvPicPr>
                      <p:cNvPr id="13" name="对象 12"/>
                      <p:cNvPicPr>
                        <a:picLocks noChangeAspect="1" noChangeArrowheads="1"/>
                      </p:cNvPicPr>
                      <p:nvPr/>
                    </p:nvPicPr>
                    <p:blipFill>
                      <a:blip r:embed="rId7"/>
                      <a:srcRect/>
                      <a:stretch>
                        <a:fillRect/>
                      </a:stretch>
                    </p:blipFill>
                    <p:spPr bwMode="auto">
                      <a:xfrm>
                        <a:off x="3666108" y="4279926"/>
                        <a:ext cx="1430784" cy="992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矩形 11"/>
          <p:cNvSpPr/>
          <p:nvPr/>
        </p:nvSpPr>
        <p:spPr>
          <a:xfrm>
            <a:off x="1295400" y="3156858"/>
            <a:ext cx="6917278" cy="1076961"/>
          </a:xfrm>
          <a:prstGeom prst="rect">
            <a:avLst/>
          </a:prstGeom>
        </p:spPr>
        <p:txBody>
          <a:bodyPr wrap="none">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1" lang="zh-CN" altLang="en-US" b="1" kern="0" dirty="0">
                <a:cs typeface="Times New Roman" panose="02020603050405020304" pitchFamily="18" charset="0"/>
              </a:rPr>
              <a:t>    为数字角频率，它是频率 </a:t>
            </a:r>
            <a:r>
              <a:rPr kumimoji="1" lang="en-US" altLang="zh-CN" b="1" i="1" kern="0" dirty="0">
                <a:cs typeface="Times New Roman" panose="02020603050405020304" pitchFamily="18" charset="0"/>
              </a:rPr>
              <a:t>f </a:t>
            </a:r>
            <a:r>
              <a:rPr kumimoji="1" lang="zh-CN" altLang="en-US" b="1" kern="0" dirty="0">
                <a:cs typeface="Times New Roman" panose="02020603050405020304" pitchFamily="18" charset="0"/>
              </a:rPr>
              <a:t>对采样频率 </a:t>
            </a:r>
            <a:r>
              <a:rPr kumimoji="1" lang="en-US" altLang="zh-CN" b="1" i="1" kern="0" dirty="0">
                <a:cs typeface="Times New Roman" panose="02020603050405020304" pitchFamily="18" charset="0"/>
              </a:rPr>
              <a:t>f</a:t>
            </a:r>
            <a:r>
              <a:rPr kumimoji="1" lang="en-US" altLang="zh-CN" b="1" i="1" kern="0" baseline="-25000" dirty="0">
                <a:cs typeface="Times New Roman" panose="02020603050405020304" pitchFamily="18" charset="0"/>
              </a:rPr>
              <a:t>s</a:t>
            </a:r>
          </a:p>
          <a:p>
            <a:pPr marL="0" marR="0" lvl="0" indent="0" defTabSz="914400" eaLnBrk="1" fontAlgn="auto" latinLnBrk="0" hangingPunct="1">
              <a:lnSpc>
                <a:spcPct val="120000"/>
              </a:lnSpc>
              <a:spcBef>
                <a:spcPts val="0"/>
              </a:spcBef>
              <a:spcAft>
                <a:spcPts val="0"/>
              </a:spcAft>
              <a:buClrTx/>
              <a:buSzTx/>
              <a:buFontTx/>
              <a:buNone/>
              <a:tabLst/>
              <a:defRPr/>
            </a:pPr>
            <a:r>
              <a:rPr kumimoji="1" lang="zh-CN" altLang="en-US" b="1" kern="0" dirty="0">
                <a:cs typeface="Times New Roman" panose="02020603050405020304" pitchFamily="18" charset="0"/>
              </a:rPr>
              <a:t>作归一化后的角频率</a:t>
            </a:r>
            <a:endParaRPr lang="zh-CN" altLang="en-US" sz="1800" kern="0" dirty="0">
              <a:cs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317556617"/>
              </p:ext>
            </p:extLst>
          </p:nvPr>
        </p:nvGraphicFramePr>
        <p:xfrm>
          <a:off x="1352775" y="3320596"/>
          <a:ext cx="350838" cy="320675"/>
        </p:xfrm>
        <a:graphic>
          <a:graphicData uri="http://schemas.openxmlformats.org/presentationml/2006/ole">
            <mc:AlternateContent xmlns:mc="http://schemas.openxmlformats.org/markup-compatibility/2006">
              <mc:Choice xmlns:v="urn:schemas-microsoft-com:vml" Requires="v">
                <p:oleObj name="Equation" r:id="rId8" imgW="152280" imgH="139680" progId="Equation.DSMT4">
                  <p:embed/>
                </p:oleObj>
              </mc:Choice>
              <mc:Fallback>
                <p:oleObj name="Equation" r:id="rId8" imgW="152280" imgH="139680" progId="Equation.DSMT4">
                  <p:embed/>
                  <p:pic>
                    <p:nvPicPr>
                      <p:cNvPr id="10" name="对象 9"/>
                      <p:cNvPicPr>
                        <a:picLocks noChangeAspect="1" noChangeArrowheads="1"/>
                      </p:cNvPicPr>
                      <p:nvPr/>
                    </p:nvPicPr>
                    <p:blipFill>
                      <a:blip r:embed="rId9"/>
                      <a:srcRect/>
                      <a:stretch>
                        <a:fillRect/>
                      </a:stretch>
                    </p:blipFill>
                    <p:spPr bwMode="auto">
                      <a:xfrm>
                        <a:off x="1352775" y="3320596"/>
                        <a:ext cx="3508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85837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anim calcmode="lin" valueType="num">
                                      <p:cBhvr>
                                        <p:cTn id="16" dur="1000" fill="hold"/>
                                        <p:tgtEl>
                                          <p:spTgt spid="11"/>
                                        </p:tgtEl>
                                        <p:attrNameLst>
                                          <p:attrName>ppt_x</p:attrName>
                                        </p:attrNameLst>
                                      </p:cBhvr>
                                      <p:tavLst>
                                        <p:tav tm="0">
                                          <p:val>
                                            <p:strVal val="#ppt_x"/>
                                          </p:val>
                                        </p:tav>
                                        <p:tav tm="100000">
                                          <p:val>
                                            <p:strVal val="#ppt_x"/>
                                          </p:val>
                                        </p:tav>
                                      </p:tavLst>
                                    </p:anim>
                                    <p:anim calcmode="lin" valueType="num">
                                      <p:cBhvr>
                                        <p:cTn id="1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1.2.1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a:t>
            </a:r>
          </a:p>
        </p:txBody>
      </p:sp>
      <p:graphicFrame>
        <p:nvGraphicFramePr>
          <p:cNvPr id="12" name="Object 4"/>
          <p:cNvGraphicFramePr>
            <a:graphicFrameLocks noChangeAspect="1"/>
          </p:cNvGraphicFramePr>
          <p:nvPr>
            <p:extLst>
              <p:ext uri="{D42A27DB-BD31-4B8C-83A1-F6EECF244321}">
                <p14:modId xmlns:p14="http://schemas.microsoft.com/office/powerpoint/2010/main" val="463298729"/>
              </p:ext>
            </p:extLst>
          </p:nvPr>
        </p:nvGraphicFramePr>
        <p:xfrm>
          <a:off x="5410200" y="1682178"/>
          <a:ext cx="1287462" cy="593725"/>
        </p:xfrm>
        <a:graphic>
          <a:graphicData uri="http://schemas.openxmlformats.org/presentationml/2006/ole">
            <mc:AlternateContent xmlns:mc="http://schemas.openxmlformats.org/markup-compatibility/2006">
              <mc:Choice xmlns:v="urn:schemas-microsoft-com:vml" Requires="v">
                <p:oleObj name="Equation" r:id="rId2" imgW="495000" imgH="228600" progId="Equation.DSMT4">
                  <p:embed/>
                </p:oleObj>
              </mc:Choice>
              <mc:Fallback>
                <p:oleObj name="Equation" r:id="rId2" imgW="495000" imgH="228600" progId="Equation.DSMT4">
                  <p:embed/>
                  <p:pic>
                    <p:nvPicPr>
                      <p:cNvPr id="13" name="Object 4"/>
                      <p:cNvPicPr>
                        <a:picLocks noChangeAspect="1" noChangeArrowheads="1"/>
                      </p:cNvPicPr>
                      <p:nvPr/>
                    </p:nvPicPr>
                    <p:blipFill>
                      <a:blip r:embed="rId3"/>
                      <a:srcRect/>
                      <a:stretch>
                        <a:fillRect/>
                      </a:stretch>
                    </p:blipFill>
                    <p:spPr bwMode="auto">
                      <a:xfrm>
                        <a:off x="5410200" y="1682178"/>
                        <a:ext cx="128746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707571" y="1066800"/>
            <a:ext cx="1980029" cy="523220"/>
          </a:xfrm>
          <a:prstGeom prst="rect">
            <a:avLst/>
          </a:prstGeom>
        </p:spPr>
        <p:txBody>
          <a:bodyPr wrap="none">
            <a:spAutoFit/>
          </a:bodyPr>
          <a:lstStyle/>
          <a:p>
            <a:r>
              <a:rPr lang="zh-CN" altLang="en-US" b="1" dirty="0"/>
              <a:t>值得指出：</a:t>
            </a:r>
          </a:p>
        </p:txBody>
      </p:sp>
      <p:sp>
        <p:nvSpPr>
          <p:cNvPr id="5" name="矩形 4"/>
          <p:cNvSpPr/>
          <p:nvPr/>
        </p:nvSpPr>
        <p:spPr>
          <a:xfrm>
            <a:off x="609600" y="1600200"/>
            <a:ext cx="7946571" cy="1384995"/>
          </a:xfrm>
          <a:prstGeom prst="rect">
            <a:avLst/>
          </a:prstGeom>
        </p:spPr>
        <p:txBody>
          <a:bodyPr wrap="square">
            <a:spAutoFit/>
          </a:bodyPr>
          <a:lstStyle/>
          <a:p>
            <a:pPr>
              <a:lnSpc>
                <a:spcPct val="150000"/>
              </a:lnSpc>
            </a:pPr>
            <a:r>
              <a:rPr lang="en-US" altLang="zh-CN" b="1" dirty="0">
                <a:latin typeface="+mj-lt"/>
                <a:ea typeface="+mn-ea"/>
              </a:rPr>
              <a:t> (1) </a:t>
            </a:r>
            <a:r>
              <a:rPr lang="zh-CN" altLang="en-US" b="1" dirty="0">
                <a:latin typeface="+mj-lt"/>
                <a:ea typeface="+mn-ea"/>
              </a:rPr>
              <a:t>由于                          ，所以              是</a:t>
            </a:r>
            <a:r>
              <a:rPr lang="zh-CN" altLang="en-US" b="1" dirty="0">
                <a:solidFill>
                  <a:srgbClr val="FF0000"/>
                </a:solidFill>
                <a:latin typeface="+mj-lt"/>
                <a:ea typeface="+mn-ea"/>
              </a:rPr>
              <a:t>以</a:t>
            </a:r>
            <a:r>
              <a:rPr lang="en-US" altLang="zh-CN" b="1" dirty="0">
                <a:solidFill>
                  <a:srgbClr val="FF0000"/>
                </a:solidFill>
                <a:latin typeface="+mj-lt"/>
                <a:ea typeface="+mn-ea"/>
              </a:rPr>
              <a:t>2π</a:t>
            </a:r>
            <a:r>
              <a:rPr lang="zh-CN" altLang="en-US" b="1" dirty="0">
                <a:solidFill>
                  <a:srgbClr val="FF0000"/>
                </a:solidFill>
                <a:latin typeface="+mj-lt"/>
                <a:ea typeface="+mn-ea"/>
              </a:rPr>
              <a:t>为</a:t>
            </a:r>
            <a:endParaRPr lang="en-US" altLang="zh-CN" b="1" dirty="0">
              <a:solidFill>
                <a:srgbClr val="FF0000"/>
              </a:solidFill>
              <a:latin typeface="+mj-lt"/>
              <a:ea typeface="+mn-ea"/>
            </a:endParaRPr>
          </a:p>
          <a:p>
            <a:pPr>
              <a:lnSpc>
                <a:spcPct val="150000"/>
              </a:lnSpc>
            </a:pPr>
            <a:r>
              <a:rPr lang="en-US" altLang="zh-CN" b="1" dirty="0">
                <a:solidFill>
                  <a:srgbClr val="FF0000"/>
                </a:solidFill>
                <a:latin typeface="+mj-lt"/>
                <a:ea typeface="+mn-ea"/>
              </a:rPr>
              <a:t>       </a:t>
            </a:r>
            <a:r>
              <a:rPr lang="zh-CN" altLang="en-US" b="1" dirty="0">
                <a:solidFill>
                  <a:srgbClr val="FF0000"/>
                </a:solidFill>
                <a:latin typeface="+mj-lt"/>
                <a:ea typeface="+mn-ea"/>
              </a:rPr>
              <a:t>周期</a:t>
            </a:r>
            <a:r>
              <a:rPr lang="zh-CN" altLang="en-US" b="1" dirty="0">
                <a:latin typeface="+mj-lt"/>
                <a:ea typeface="+mn-ea"/>
              </a:rPr>
              <a:t>的周期函数。</a:t>
            </a:r>
          </a:p>
        </p:txBody>
      </p:sp>
      <p:sp>
        <p:nvSpPr>
          <p:cNvPr id="6" name="矩形 5"/>
          <p:cNvSpPr/>
          <p:nvPr/>
        </p:nvSpPr>
        <p:spPr>
          <a:xfrm>
            <a:off x="76200" y="1746451"/>
            <a:ext cx="813043" cy="523220"/>
          </a:xfrm>
          <a:prstGeom prst="rect">
            <a:avLst/>
          </a:prstGeom>
        </p:spPr>
        <p:txBody>
          <a:bodyPr wrap="none">
            <a:spAutoFit/>
          </a:bodyPr>
          <a:lstStyle/>
          <a:p>
            <a:r>
              <a:rPr kumimoji="1" lang="en-US" altLang="zh-CN" b="1" dirty="0">
                <a:solidFill>
                  <a:srgbClr val="000000"/>
                </a:solidFill>
                <a:latin typeface="Times New Roman"/>
                <a:ea typeface="宋体"/>
              </a:rPr>
              <a:t> </a:t>
            </a:r>
            <a:r>
              <a:rPr kumimoji="1" lang="zh-CN" altLang="en-US" dirty="0">
                <a:solidFill>
                  <a:srgbClr val="FF0000"/>
                </a:solidFill>
                <a:latin typeface="宋体" panose="02010600030101010101" pitchFamily="2" charset="-122"/>
                <a:ea typeface="宋体"/>
              </a:rPr>
              <a:t>★ </a:t>
            </a:r>
            <a:endParaRPr lang="zh-CN" altLang="en-US" dirty="0"/>
          </a:p>
        </p:txBody>
      </p:sp>
      <p:graphicFrame>
        <p:nvGraphicFramePr>
          <p:cNvPr id="14" name="Object 4"/>
          <p:cNvGraphicFramePr>
            <a:graphicFrameLocks noChangeAspect="1"/>
          </p:cNvGraphicFramePr>
          <p:nvPr>
            <p:extLst>
              <p:ext uri="{D42A27DB-BD31-4B8C-83A1-F6EECF244321}">
                <p14:modId xmlns:p14="http://schemas.microsoft.com/office/powerpoint/2010/main" val="47978040"/>
              </p:ext>
            </p:extLst>
          </p:nvPr>
        </p:nvGraphicFramePr>
        <p:xfrm>
          <a:off x="2111375" y="1676400"/>
          <a:ext cx="2003425" cy="558800"/>
        </p:xfrm>
        <a:graphic>
          <a:graphicData uri="http://schemas.openxmlformats.org/presentationml/2006/ole">
            <mc:AlternateContent xmlns:mc="http://schemas.openxmlformats.org/markup-compatibility/2006">
              <mc:Choice xmlns:v="urn:schemas-microsoft-com:vml" Requires="v">
                <p:oleObj name="Equation" r:id="rId4" imgW="837836" imgH="203112" progId="Equation.DSMT4">
                  <p:embed/>
                </p:oleObj>
              </mc:Choice>
              <mc:Fallback>
                <p:oleObj name="Equation" r:id="rId4" imgW="837836" imgH="203112" progId="Equation.DSMT4">
                  <p:embed/>
                  <p:pic>
                    <p:nvPicPr>
                      <p:cNvPr id="2560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1375" y="1676400"/>
                        <a:ext cx="20034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a:xfrm>
            <a:off x="598713" y="3429000"/>
            <a:ext cx="8207696" cy="3250121"/>
          </a:xfrm>
          <a:prstGeom prst="rect">
            <a:avLst/>
          </a:prstGeom>
        </p:spPr>
        <p:txBody>
          <a:bodyPr wrap="none">
            <a:spAutoFit/>
          </a:bodyPr>
          <a:lstStyle/>
          <a:p>
            <a:r>
              <a:rPr lang="en-US" altLang="zh-CN" b="1" dirty="0"/>
              <a:t> (2)</a:t>
            </a:r>
          </a:p>
          <a:p>
            <a:pPr algn="just">
              <a:lnSpc>
                <a:spcPct val="130000"/>
              </a:lnSpc>
              <a:spcBef>
                <a:spcPts val="2400"/>
              </a:spcBef>
            </a:pPr>
            <a:r>
              <a:rPr kumimoji="1" lang="zh-CN" altLang="en-US" b="1" dirty="0">
                <a:solidFill>
                  <a:srgbClr val="000000"/>
                </a:solidFill>
              </a:rPr>
              <a:t>     正是周期函数              的傅氏级数展开，而</a:t>
            </a:r>
            <a:r>
              <a:rPr kumimoji="1" lang="en-US" altLang="zh-CN" b="1" i="1" dirty="0">
                <a:solidFill>
                  <a:srgbClr val="000000"/>
                </a:solidFill>
              </a:rPr>
              <a:t>x</a:t>
            </a:r>
            <a:r>
              <a:rPr kumimoji="1" lang="en-US" altLang="zh-CN" b="1" dirty="0">
                <a:solidFill>
                  <a:srgbClr val="000000"/>
                </a:solidFill>
              </a:rPr>
              <a:t>(</a:t>
            </a:r>
            <a:r>
              <a:rPr kumimoji="1" lang="en-US" altLang="zh-CN" b="1" i="1" dirty="0">
                <a:solidFill>
                  <a:srgbClr val="000000"/>
                </a:solidFill>
              </a:rPr>
              <a:t>n</a:t>
            </a:r>
            <a:r>
              <a:rPr kumimoji="1" lang="en-US" altLang="zh-CN" b="1" dirty="0">
                <a:solidFill>
                  <a:srgbClr val="000000"/>
                </a:solidFill>
              </a:rPr>
              <a:t>)</a:t>
            </a:r>
            <a:r>
              <a:rPr kumimoji="1" lang="zh-CN" altLang="en-US" b="1" dirty="0">
                <a:solidFill>
                  <a:srgbClr val="000000"/>
                </a:solidFill>
              </a:rPr>
              <a:t>是</a:t>
            </a:r>
            <a:endParaRPr kumimoji="1" lang="en-US" altLang="zh-CN" b="1" dirty="0">
              <a:solidFill>
                <a:srgbClr val="000000"/>
              </a:solidFill>
            </a:endParaRPr>
          </a:p>
          <a:p>
            <a:pPr algn="just">
              <a:lnSpc>
                <a:spcPct val="130000"/>
              </a:lnSpc>
              <a:spcBef>
                <a:spcPts val="1200"/>
              </a:spcBef>
            </a:pPr>
            <a:r>
              <a:rPr kumimoji="1" lang="en-US" altLang="zh-CN" b="1" dirty="0">
                <a:solidFill>
                  <a:srgbClr val="000000"/>
                </a:solidFill>
              </a:rPr>
              <a:t>     </a:t>
            </a:r>
            <a:r>
              <a:rPr kumimoji="1" lang="zh-CN" altLang="en-US" b="1" dirty="0">
                <a:solidFill>
                  <a:srgbClr val="000000"/>
                </a:solidFill>
              </a:rPr>
              <a:t>傅氏级数的系数。这一概念在以后滤波器设计中</a:t>
            </a:r>
            <a:endParaRPr kumimoji="1" lang="en-US" altLang="zh-CN" b="1" dirty="0">
              <a:solidFill>
                <a:srgbClr val="000000"/>
              </a:solidFill>
            </a:endParaRPr>
          </a:p>
          <a:p>
            <a:pPr algn="just">
              <a:lnSpc>
                <a:spcPct val="130000"/>
              </a:lnSpc>
              <a:spcBef>
                <a:spcPts val="1200"/>
              </a:spcBef>
            </a:pPr>
            <a:r>
              <a:rPr kumimoji="1" lang="en-US" altLang="zh-CN" b="1" dirty="0">
                <a:solidFill>
                  <a:srgbClr val="000000"/>
                </a:solidFill>
              </a:rPr>
              <a:t>     </a:t>
            </a:r>
            <a:r>
              <a:rPr kumimoji="1" lang="zh-CN" altLang="en-US" b="1" dirty="0">
                <a:solidFill>
                  <a:srgbClr val="000000"/>
                </a:solidFill>
              </a:rPr>
              <a:t>有用。</a:t>
            </a:r>
          </a:p>
          <a:p>
            <a:r>
              <a:rPr lang="en-US" altLang="zh-CN" b="1" dirty="0"/>
              <a:t> </a:t>
            </a:r>
            <a:endParaRPr lang="zh-CN" altLang="en-US" dirty="0"/>
          </a:p>
        </p:txBody>
      </p:sp>
      <p:graphicFrame>
        <p:nvGraphicFramePr>
          <p:cNvPr id="16" name="Object 4"/>
          <p:cNvGraphicFramePr>
            <a:graphicFrameLocks noChangeAspect="1"/>
          </p:cNvGraphicFramePr>
          <p:nvPr>
            <p:extLst>
              <p:ext uri="{D42A27DB-BD31-4B8C-83A1-F6EECF244321}">
                <p14:modId xmlns:p14="http://schemas.microsoft.com/office/powerpoint/2010/main" val="1495679904"/>
              </p:ext>
            </p:extLst>
          </p:nvPr>
        </p:nvGraphicFramePr>
        <p:xfrm>
          <a:off x="2743200" y="3131940"/>
          <a:ext cx="3863340" cy="1122680"/>
        </p:xfrm>
        <a:graphic>
          <a:graphicData uri="http://schemas.openxmlformats.org/presentationml/2006/ole">
            <mc:AlternateContent xmlns:mc="http://schemas.openxmlformats.org/markup-compatibility/2006">
              <mc:Choice xmlns:v="urn:schemas-microsoft-com:vml" Requires="v">
                <p:oleObj name="Equation" r:id="rId6" imgW="1485900" imgH="431800" progId="Equation.DSMT4">
                  <p:embed/>
                </p:oleObj>
              </mc:Choice>
              <mc:Fallback>
                <p:oleObj name="Equation" r:id="rId6" imgW="1485900" imgH="431800" progId="Equation.DSMT4">
                  <p:embed/>
                  <p:pic>
                    <p:nvPicPr>
                      <p:cNvPr id="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3131940"/>
                        <a:ext cx="3863340" cy="112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p:cNvSpPr/>
          <p:nvPr/>
        </p:nvSpPr>
        <p:spPr>
          <a:xfrm>
            <a:off x="1289679" y="3429000"/>
            <a:ext cx="1141659" cy="523220"/>
          </a:xfrm>
          <a:prstGeom prst="rect">
            <a:avLst/>
          </a:prstGeom>
        </p:spPr>
        <p:txBody>
          <a:bodyPr wrap="none">
            <a:spAutoFit/>
          </a:bodyPr>
          <a:lstStyle/>
          <a:p>
            <a:r>
              <a:rPr kumimoji="1" lang="en-US" altLang="zh-CN" b="1" dirty="0">
                <a:solidFill>
                  <a:srgbClr val="000000"/>
                </a:solidFill>
                <a:latin typeface="Times New Roman"/>
              </a:rPr>
              <a:t>DTFT</a:t>
            </a:r>
            <a:endParaRPr lang="zh-CN" altLang="en-US" b="1" dirty="0"/>
          </a:p>
        </p:txBody>
      </p:sp>
      <p:graphicFrame>
        <p:nvGraphicFramePr>
          <p:cNvPr id="19" name="Object 4"/>
          <p:cNvGraphicFramePr>
            <a:graphicFrameLocks noChangeAspect="1"/>
          </p:cNvGraphicFramePr>
          <p:nvPr>
            <p:extLst>
              <p:ext uri="{D42A27DB-BD31-4B8C-83A1-F6EECF244321}">
                <p14:modId xmlns:p14="http://schemas.microsoft.com/office/powerpoint/2010/main" val="3879215890"/>
              </p:ext>
            </p:extLst>
          </p:nvPr>
        </p:nvGraphicFramePr>
        <p:xfrm>
          <a:off x="3268209" y="4206875"/>
          <a:ext cx="1287462" cy="593725"/>
        </p:xfrm>
        <a:graphic>
          <a:graphicData uri="http://schemas.openxmlformats.org/presentationml/2006/ole">
            <mc:AlternateContent xmlns:mc="http://schemas.openxmlformats.org/markup-compatibility/2006">
              <mc:Choice xmlns:v="urn:schemas-microsoft-com:vml" Requires="v">
                <p:oleObj name="Equation" r:id="rId2" imgW="495000" imgH="228600" progId="Equation.DSMT4">
                  <p:embed/>
                </p:oleObj>
              </mc:Choice>
              <mc:Fallback>
                <p:oleObj name="Equation" r:id="rId2" imgW="495000" imgH="228600" progId="Equation.DSMT4">
                  <p:embed/>
                  <p:pic>
                    <p:nvPicPr>
                      <p:cNvPr id="12" name="Object 4"/>
                      <p:cNvPicPr>
                        <a:picLocks noChangeAspect="1" noChangeArrowheads="1"/>
                      </p:cNvPicPr>
                      <p:nvPr/>
                    </p:nvPicPr>
                    <p:blipFill>
                      <a:blip r:embed="rId3"/>
                      <a:srcRect/>
                      <a:stretch>
                        <a:fillRect/>
                      </a:stretch>
                    </p:blipFill>
                    <p:spPr bwMode="auto">
                      <a:xfrm>
                        <a:off x="3268209" y="4206875"/>
                        <a:ext cx="128746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3398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1.2.1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a:t>
            </a:r>
          </a:p>
        </p:txBody>
      </p:sp>
      <p:sp>
        <p:nvSpPr>
          <p:cNvPr id="3" name="Rectangle 3"/>
          <p:cNvSpPr txBox="1">
            <a:spLocks noChangeArrowheads="1"/>
          </p:cNvSpPr>
          <p:nvPr/>
        </p:nvSpPr>
        <p:spPr>
          <a:xfrm>
            <a:off x="734786" y="1362076"/>
            <a:ext cx="7772400" cy="1152524"/>
          </a:xfrm>
          <a:prstGeom prst="rect">
            <a:avLst/>
          </a:prstGeom>
        </p:spPr>
        <p:txBody>
          <a:bodyPr/>
          <a:lstStyle>
            <a:lvl1pPr marL="342900" indent="-342900" algn="l" rtl="0" eaLnBrk="1" fontAlgn="base" hangingPunct="1">
              <a:spcBef>
                <a:spcPct val="20000"/>
              </a:spcBef>
              <a:spcAft>
                <a:spcPct val="0"/>
              </a:spcAft>
              <a:buBlip>
                <a:blip r:embed="rId2"/>
              </a:buBlip>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SzPct val="75000"/>
              <a:buBlip>
                <a:blip r:embed="rId3"/>
              </a:buBlip>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Blip>
                <a:blip r:embed="rId2"/>
              </a:buBlip>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离散时间信号的逆傅里叶变换</a:t>
            </a:r>
          </a:p>
          <a:p>
            <a:pPr marL="0" marR="0" lvl="0" indent="0" algn="l" defTabSz="914400" rtl="0" eaLnBrk="1" fontAlgn="base" latinLnBrk="0" hangingPunct="1">
              <a:lnSpc>
                <a:spcPct val="100000"/>
              </a:lnSpc>
              <a:spcBef>
                <a:spcPts val="240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 </a:t>
            </a:r>
            <a:r>
              <a:rPr kumimoji="1"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a:cs typeface="+mn-cs"/>
              </a:rPr>
              <a:t>★</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 IDTFT</a:t>
            </a:r>
            <a:endParaRPr kumimoji="1" lang="en-US" altLang="zh-CN" sz="2800" b="0"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en-US" altLang="zh-CN" sz="2800" b="0" i="0" u="none" strike="noStrike" kern="1200" cap="none" spc="0" normalizeH="0" baseline="0" noProof="0" dirty="0">
              <a:ln>
                <a:noFill/>
              </a:ln>
              <a:solidFill>
                <a:srgbClr val="000000"/>
              </a:solidFill>
              <a:effectLst/>
              <a:uLnTx/>
              <a:uFillTx/>
              <a:latin typeface="Times New Roman"/>
              <a:ea typeface="宋体"/>
              <a:cs typeface="+mn-cs"/>
            </a:endParaRPr>
          </a:p>
        </p:txBody>
      </p:sp>
      <p:graphicFrame>
        <p:nvGraphicFramePr>
          <p:cNvPr id="4" name="Object 5"/>
          <p:cNvGraphicFramePr>
            <a:graphicFrameLocks noChangeAspect="1"/>
          </p:cNvGraphicFramePr>
          <p:nvPr>
            <p:extLst>
              <p:ext uri="{D42A27DB-BD31-4B8C-83A1-F6EECF244321}">
                <p14:modId xmlns:p14="http://schemas.microsoft.com/office/powerpoint/2010/main" val="3084247602"/>
              </p:ext>
            </p:extLst>
          </p:nvPr>
        </p:nvGraphicFramePr>
        <p:xfrm>
          <a:off x="1600200" y="3013075"/>
          <a:ext cx="4654550" cy="1025525"/>
        </p:xfrm>
        <a:graphic>
          <a:graphicData uri="http://schemas.openxmlformats.org/presentationml/2006/ole">
            <mc:AlternateContent xmlns:mc="http://schemas.openxmlformats.org/markup-compatibility/2006">
              <mc:Choice xmlns:v="urn:schemas-microsoft-com:vml" Requires="v">
                <p:oleObj name="Equation" r:id="rId4" imgW="1790640" imgH="393480" progId="Equation.DSMT4">
                  <p:embed/>
                </p:oleObj>
              </mc:Choice>
              <mc:Fallback>
                <p:oleObj name="Equation" r:id="rId4" imgW="1790640" imgH="393480" progId="Equation.DSMT4">
                  <p:embed/>
                  <p:pic>
                    <p:nvPicPr>
                      <p:cNvPr id="23" name="Object 5"/>
                      <p:cNvPicPr>
                        <a:picLocks noChangeAspect="1" noChangeArrowheads="1"/>
                      </p:cNvPicPr>
                      <p:nvPr/>
                    </p:nvPicPr>
                    <p:blipFill>
                      <a:blip r:embed="rId5"/>
                      <a:srcRect/>
                      <a:stretch>
                        <a:fillRect/>
                      </a:stretch>
                    </p:blipFill>
                    <p:spPr bwMode="auto">
                      <a:xfrm>
                        <a:off x="1600200" y="3013075"/>
                        <a:ext cx="465455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6931025" y="3242045"/>
            <a:ext cx="114326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(1.10) </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582937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3"/>
          <p:cNvGraphicFramePr>
            <a:graphicFrameLocks noChangeAspect="1"/>
          </p:cNvGraphicFramePr>
          <p:nvPr>
            <p:extLst>
              <p:ext uri="{D42A27DB-BD31-4B8C-83A1-F6EECF244321}">
                <p14:modId xmlns:p14="http://schemas.microsoft.com/office/powerpoint/2010/main" val="3424005531"/>
              </p:ext>
            </p:extLst>
          </p:nvPr>
        </p:nvGraphicFramePr>
        <p:xfrm>
          <a:off x="4514850" y="3616551"/>
          <a:ext cx="114300" cy="177800"/>
        </p:xfrm>
        <a:graphic>
          <a:graphicData uri="http://schemas.openxmlformats.org/presentationml/2006/ole">
            <mc:AlternateContent xmlns:mc="http://schemas.openxmlformats.org/markup-compatibility/2006">
              <mc:Choice xmlns:v="urn:schemas-microsoft-com:vml" Requires="v">
                <p:oleObj name="Equation" r:id="rId2" imgW="114102" imgH="177492" progId="Equation.DSMT4">
                  <p:embed/>
                </p:oleObj>
              </mc:Choice>
              <mc:Fallback>
                <p:oleObj name="Equation" r:id="rId2" imgW="114102" imgH="177492" progId="Equation.DSMT4">
                  <p:embed/>
                  <p:pic>
                    <p:nvPicPr>
                      <p:cNvPr id="6"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616551"/>
                        <a:ext cx="1143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9"/>
          <p:cNvSpPr txBox="1">
            <a:spLocks noChangeArrowheads="1"/>
          </p:cNvSpPr>
          <p:nvPr/>
        </p:nvSpPr>
        <p:spPr bwMode="auto">
          <a:xfrm>
            <a:off x="863599" y="2207080"/>
            <a:ext cx="47529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可用实部和虚部表示为</a:t>
            </a:r>
          </a:p>
        </p:txBody>
      </p:sp>
      <p:sp>
        <p:nvSpPr>
          <p:cNvPr id="10" name="TextBox 11"/>
          <p:cNvSpPr txBox="1">
            <a:spLocks noChangeArrowheads="1"/>
          </p:cNvSpPr>
          <p:nvPr/>
        </p:nvSpPr>
        <p:spPr bwMode="auto">
          <a:xfrm>
            <a:off x="893535" y="3813730"/>
            <a:ext cx="47529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也可用幅度和相位表示为</a:t>
            </a:r>
          </a:p>
        </p:txBody>
      </p:sp>
      <p:sp>
        <p:nvSpPr>
          <p:cNvPr id="12" name="TextBox 12"/>
          <p:cNvSpPr txBox="1">
            <a:spLocks noChangeArrowheads="1"/>
          </p:cNvSpPr>
          <p:nvPr/>
        </p:nvSpPr>
        <p:spPr bwMode="auto">
          <a:xfrm>
            <a:off x="3108097" y="5420380"/>
            <a:ext cx="17621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幅度谱</a:t>
            </a:r>
          </a:p>
        </p:txBody>
      </p:sp>
      <p:sp>
        <p:nvSpPr>
          <p:cNvPr id="13" name="TextBox 14"/>
          <p:cNvSpPr txBox="1">
            <a:spLocks noChangeArrowheads="1"/>
          </p:cNvSpPr>
          <p:nvPr/>
        </p:nvSpPr>
        <p:spPr bwMode="auto">
          <a:xfrm>
            <a:off x="4870222" y="5420380"/>
            <a:ext cx="1673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相位谱</a:t>
            </a:r>
          </a:p>
        </p:txBody>
      </p:sp>
      <p:graphicFrame>
        <p:nvGraphicFramePr>
          <p:cNvPr id="15" name="Object 7"/>
          <p:cNvGraphicFramePr>
            <a:graphicFrameLocks noChangeAspect="1"/>
          </p:cNvGraphicFramePr>
          <p:nvPr>
            <p:extLst>
              <p:ext uri="{D42A27DB-BD31-4B8C-83A1-F6EECF244321}">
                <p14:modId xmlns:p14="http://schemas.microsoft.com/office/powerpoint/2010/main" val="3368327670"/>
              </p:ext>
            </p:extLst>
          </p:nvPr>
        </p:nvGraphicFramePr>
        <p:xfrm>
          <a:off x="1477062" y="2905741"/>
          <a:ext cx="6075576" cy="594360"/>
        </p:xfrm>
        <a:graphic>
          <a:graphicData uri="http://schemas.openxmlformats.org/presentationml/2006/ole">
            <mc:AlternateContent xmlns:mc="http://schemas.openxmlformats.org/markup-compatibility/2006">
              <mc:Choice xmlns:v="urn:schemas-microsoft-com:vml" Requires="v">
                <p:oleObj name="Equation" r:id="rId4" imgW="2336760" imgH="228600" progId="Equation.DSMT4">
                  <p:embed/>
                </p:oleObj>
              </mc:Choice>
              <mc:Fallback>
                <p:oleObj name="Equation" r:id="rId4" imgW="2336760" imgH="228600" progId="Equation.DSMT4">
                  <p:embed/>
                  <p:pic>
                    <p:nvPicPr>
                      <p:cNvPr id="15" name="Object 7"/>
                      <p:cNvPicPr>
                        <a:picLocks noChangeAspect="1" noChangeArrowheads="1"/>
                      </p:cNvPicPr>
                      <p:nvPr/>
                    </p:nvPicPr>
                    <p:blipFill>
                      <a:blip r:embed="rId5"/>
                      <a:srcRect/>
                      <a:stretch>
                        <a:fillRect/>
                      </a:stretch>
                    </p:blipFill>
                    <p:spPr bwMode="auto">
                      <a:xfrm>
                        <a:off x="1477062" y="2905741"/>
                        <a:ext cx="6075576" cy="5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838200" y="1526383"/>
            <a:ext cx="651005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一般来说，</a:t>
            </a:r>
            <a:r>
              <a:rPr kumimoji="0"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DTFT </a:t>
            </a:r>
            <a:r>
              <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是实变量 </a:t>
            </a:r>
            <a:r>
              <a:rPr kumimoji="0" lang="el-GR"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ω</a:t>
            </a:r>
            <a:r>
              <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的复函数 </a:t>
            </a:r>
          </a:p>
        </p:txBody>
      </p:sp>
      <p:graphicFrame>
        <p:nvGraphicFramePr>
          <p:cNvPr id="17" name="Object 7"/>
          <p:cNvGraphicFramePr>
            <a:graphicFrameLocks noChangeAspect="1"/>
          </p:cNvGraphicFramePr>
          <p:nvPr>
            <p:extLst>
              <p:ext uri="{D42A27DB-BD31-4B8C-83A1-F6EECF244321}">
                <p14:modId xmlns:p14="http://schemas.microsoft.com/office/powerpoint/2010/main" val="1085193078"/>
              </p:ext>
            </p:extLst>
          </p:nvPr>
        </p:nvGraphicFramePr>
        <p:xfrm>
          <a:off x="1477062" y="4650579"/>
          <a:ext cx="3962088" cy="594360"/>
        </p:xfrm>
        <a:graphic>
          <a:graphicData uri="http://schemas.openxmlformats.org/presentationml/2006/ole">
            <mc:AlternateContent xmlns:mc="http://schemas.openxmlformats.org/markup-compatibility/2006">
              <mc:Choice xmlns:v="urn:schemas-microsoft-com:vml" Requires="v">
                <p:oleObj name="Equation" r:id="rId6" imgW="1523880" imgH="228600" progId="Equation.DSMT4">
                  <p:embed/>
                </p:oleObj>
              </mc:Choice>
              <mc:Fallback>
                <p:oleObj name="Equation" r:id="rId6" imgW="1523880" imgH="228600" progId="Equation.DSMT4">
                  <p:embed/>
                  <p:pic>
                    <p:nvPicPr>
                      <p:cNvPr id="17" name="Object 7"/>
                      <p:cNvPicPr>
                        <a:picLocks noChangeAspect="1" noChangeArrowheads="1"/>
                      </p:cNvPicPr>
                      <p:nvPr/>
                    </p:nvPicPr>
                    <p:blipFill>
                      <a:blip r:embed="rId7"/>
                      <a:srcRect/>
                      <a:stretch>
                        <a:fillRect/>
                      </a:stretch>
                    </p:blipFill>
                    <p:spPr bwMode="auto">
                      <a:xfrm>
                        <a:off x="1477062" y="4650579"/>
                        <a:ext cx="3962088" cy="5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0" name="直接箭头连接符 17"/>
          <p:cNvCxnSpPr/>
          <p:nvPr/>
        </p:nvCxnSpPr>
        <p:spPr>
          <a:xfrm>
            <a:off x="5133995" y="4998081"/>
            <a:ext cx="466250" cy="365249"/>
          </a:xfrm>
          <a:prstGeom prst="straightConnector1">
            <a:avLst/>
          </a:prstGeom>
          <a:ln w="22225">
            <a:solidFill>
              <a:srgbClr val="0000CC"/>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1.2.1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a:t>
            </a:r>
          </a:p>
        </p:txBody>
      </p:sp>
    </p:spTree>
    <p:extLst>
      <p:ext uri="{BB962C8B-B14F-4D97-AF65-F5344CB8AC3E}">
        <p14:creationId xmlns:p14="http://schemas.microsoft.com/office/powerpoint/2010/main" val="45010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85763" y="3217545"/>
            <a:ext cx="822960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defRPr/>
            </a:pPr>
            <a:endParaRPr lang="en-US" altLang="zh-CN" sz="1800" b="1" dirty="0">
              <a:latin typeface="Arial" charset="0"/>
              <a:ea typeface="宋体" charset="-122"/>
            </a:endParaRPr>
          </a:p>
        </p:txBody>
      </p:sp>
      <p:sp>
        <p:nvSpPr>
          <p:cNvPr id="3" name="Rectangle 6"/>
          <p:cNvSpPr>
            <a:spLocks noChangeArrowheads="1"/>
          </p:cNvSpPr>
          <p:nvPr/>
        </p:nvSpPr>
        <p:spPr bwMode="auto">
          <a:xfrm>
            <a:off x="468313" y="2117407"/>
            <a:ext cx="8229600"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b="1" dirty="0">
                <a:latin typeface="Arial" panose="020B0604020202020204" pitchFamily="34" charset="0"/>
              </a:rPr>
              <a:t>    </a:t>
            </a:r>
            <a:r>
              <a:rPr lang="zh-CN" altLang="en-US" b="1" dirty="0">
                <a:latin typeface="Arial" panose="020B0604020202020204" pitchFamily="34" charset="0"/>
              </a:rPr>
              <a:t>性质                    序列                    </a:t>
            </a:r>
            <a:r>
              <a:rPr lang="en-US" altLang="zh-CN" b="1" dirty="0">
                <a:latin typeface="+mj-lt"/>
              </a:rPr>
              <a:t>DTFT</a:t>
            </a:r>
            <a:endParaRPr lang="zh-CN" altLang="en-US" b="1" dirty="0">
              <a:latin typeface="+mj-lt"/>
            </a:endParaRPr>
          </a:p>
        </p:txBody>
      </p:sp>
      <p:graphicFrame>
        <p:nvGraphicFramePr>
          <p:cNvPr id="4" name="Object 20"/>
          <p:cNvGraphicFramePr>
            <a:graphicFrameLocks noChangeAspect="1"/>
          </p:cNvGraphicFramePr>
          <p:nvPr>
            <p:extLst>
              <p:ext uri="{D42A27DB-BD31-4B8C-83A1-F6EECF244321}">
                <p14:modId xmlns:p14="http://schemas.microsoft.com/office/powerpoint/2010/main" val="1687738326"/>
              </p:ext>
            </p:extLst>
          </p:nvPr>
        </p:nvGraphicFramePr>
        <p:xfrm>
          <a:off x="3171825" y="2576195"/>
          <a:ext cx="788988" cy="466725"/>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5" name="Object 20"/>
                      <p:cNvPicPr>
                        <a:picLocks noChangeAspect="1" noChangeArrowheads="1"/>
                      </p:cNvPicPr>
                      <p:nvPr/>
                    </p:nvPicPr>
                    <p:blipFill>
                      <a:blip r:embed="rId3"/>
                      <a:srcRect/>
                      <a:stretch>
                        <a:fillRect/>
                      </a:stretch>
                    </p:blipFill>
                    <p:spPr bwMode="auto">
                      <a:xfrm>
                        <a:off x="3171825" y="2576195"/>
                        <a:ext cx="7889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1"/>
          <p:cNvGraphicFramePr>
            <a:graphicFrameLocks noChangeAspect="1"/>
          </p:cNvGraphicFramePr>
          <p:nvPr>
            <p:extLst>
              <p:ext uri="{D42A27DB-BD31-4B8C-83A1-F6EECF244321}">
                <p14:modId xmlns:p14="http://schemas.microsoft.com/office/powerpoint/2010/main" val="2130071027"/>
              </p:ext>
            </p:extLst>
          </p:nvPr>
        </p:nvGraphicFramePr>
        <p:xfrm>
          <a:off x="5337175" y="2560320"/>
          <a:ext cx="1138238" cy="525463"/>
        </p:xfrm>
        <a:graphic>
          <a:graphicData uri="http://schemas.openxmlformats.org/presentationml/2006/ole">
            <mc:AlternateContent xmlns:mc="http://schemas.openxmlformats.org/markup-compatibility/2006">
              <mc:Choice xmlns:v="urn:schemas-microsoft-com:vml" Requires="v">
                <p:oleObj name="Equation" r:id="rId4" imgW="495000" imgH="228600" progId="Equation.DSMT4">
                  <p:embed/>
                </p:oleObj>
              </mc:Choice>
              <mc:Fallback>
                <p:oleObj name="Equation" r:id="rId4" imgW="495000" imgH="228600" progId="Equation.DSMT4">
                  <p:embed/>
                  <p:pic>
                    <p:nvPicPr>
                      <p:cNvPr id="6" name="Object 21"/>
                      <p:cNvPicPr>
                        <a:picLocks noChangeAspect="1" noChangeArrowheads="1"/>
                      </p:cNvPicPr>
                      <p:nvPr/>
                    </p:nvPicPr>
                    <p:blipFill>
                      <a:blip r:embed="rId5"/>
                      <a:srcRect/>
                      <a:stretch>
                        <a:fillRect/>
                      </a:stretch>
                    </p:blipFill>
                    <p:spPr bwMode="auto">
                      <a:xfrm>
                        <a:off x="5337175" y="2560320"/>
                        <a:ext cx="113823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23"/>
          <p:cNvGraphicFramePr>
            <a:graphicFrameLocks noChangeAspect="1"/>
          </p:cNvGraphicFramePr>
          <p:nvPr>
            <p:extLst>
              <p:ext uri="{D42A27DB-BD31-4B8C-83A1-F6EECF244321}">
                <p14:modId xmlns:p14="http://schemas.microsoft.com/office/powerpoint/2010/main" val="3729684717"/>
              </p:ext>
            </p:extLst>
          </p:nvPr>
        </p:nvGraphicFramePr>
        <p:xfrm>
          <a:off x="3186113" y="2957195"/>
          <a:ext cx="758825" cy="466725"/>
        </p:xfrm>
        <a:graphic>
          <a:graphicData uri="http://schemas.openxmlformats.org/presentationml/2006/ole">
            <mc:AlternateContent xmlns:mc="http://schemas.openxmlformats.org/markup-compatibility/2006">
              <mc:Choice xmlns:v="urn:schemas-microsoft-com:vml" Requires="v">
                <p:oleObj name="Equation" r:id="rId6" imgW="330120" imgH="203040" progId="Equation.DSMT4">
                  <p:embed/>
                </p:oleObj>
              </mc:Choice>
              <mc:Fallback>
                <p:oleObj name="Equation" r:id="rId6" imgW="330120" imgH="203040" progId="Equation.DSMT4">
                  <p:embed/>
                  <p:pic>
                    <p:nvPicPr>
                      <p:cNvPr id="7" name="Object 23"/>
                      <p:cNvPicPr>
                        <a:picLocks noChangeAspect="1" noChangeArrowheads="1"/>
                      </p:cNvPicPr>
                      <p:nvPr/>
                    </p:nvPicPr>
                    <p:blipFill>
                      <a:blip r:embed="rId7"/>
                      <a:srcRect/>
                      <a:stretch>
                        <a:fillRect/>
                      </a:stretch>
                    </p:blipFill>
                    <p:spPr bwMode="auto">
                      <a:xfrm>
                        <a:off x="3186113" y="2957195"/>
                        <a:ext cx="7588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24"/>
          <p:cNvGraphicFramePr>
            <a:graphicFrameLocks noChangeAspect="1"/>
          </p:cNvGraphicFramePr>
          <p:nvPr>
            <p:extLst>
              <p:ext uri="{D42A27DB-BD31-4B8C-83A1-F6EECF244321}">
                <p14:modId xmlns:p14="http://schemas.microsoft.com/office/powerpoint/2010/main" val="1281411980"/>
              </p:ext>
            </p:extLst>
          </p:nvPr>
        </p:nvGraphicFramePr>
        <p:xfrm>
          <a:off x="5414963" y="2952433"/>
          <a:ext cx="1050925" cy="525462"/>
        </p:xfrm>
        <a:graphic>
          <a:graphicData uri="http://schemas.openxmlformats.org/presentationml/2006/ole">
            <mc:AlternateContent xmlns:mc="http://schemas.openxmlformats.org/markup-compatibility/2006">
              <mc:Choice xmlns:v="urn:schemas-microsoft-com:vml" Requires="v">
                <p:oleObj name="Equation" r:id="rId8" imgW="457200" imgH="228600" progId="Equation.DSMT4">
                  <p:embed/>
                </p:oleObj>
              </mc:Choice>
              <mc:Fallback>
                <p:oleObj name="Equation" r:id="rId8" imgW="457200" imgH="228600" progId="Equation.DSMT4">
                  <p:embed/>
                  <p:pic>
                    <p:nvPicPr>
                      <p:cNvPr id="8" name="Object 24"/>
                      <p:cNvPicPr>
                        <a:picLocks noChangeAspect="1" noChangeArrowheads="1"/>
                      </p:cNvPicPr>
                      <p:nvPr/>
                    </p:nvPicPr>
                    <p:blipFill>
                      <a:blip r:embed="rId9"/>
                      <a:srcRect/>
                      <a:stretch>
                        <a:fillRect/>
                      </a:stretch>
                    </p:blipFill>
                    <p:spPr bwMode="auto">
                      <a:xfrm>
                        <a:off x="5414963" y="2952433"/>
                        <a:ext cx="105092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27"/>
          <p:cNvGraphicFramePr>
            <a:graphicFrameLocks noChangeAspect="1"/>
          </p:cNvGraphicFramePr>
          <p:nvPr>
            <p:extLst>
              <p:ext uri="{D42A27DB-BD31-4B8C-83A1-F6EECF244321}">
                <p14:modId xmlns:p14="http://schemas.microsoft.com/office/powerpoint/2010/main" val="2584442743"/>
              </p:ext>
            </p:extLst>
          </p:nvPr>
        </p:nvGraphicFramePr>
        <p:xfrm>
          <a:off x="3171825" y="4027170"/>
          <a:ext cx="906463" cy="525463"/>
        </p:xfrm>
        <a:graphic>
          <a:graphicData uri="http://schemas.openxmlformats.org/presentationml/2006/ole">
            <mc:AlternateContent xmlns:mc="http://schemas.openxmlformats.org/markup-compatibility/2006">
              <mc:Choice xmlns:v="urn:schemas-microsoft-com:vml" Requires="v">
                <p:oleObj name="Equation" r:id="rId10" imgW="393480" imgH="228600" progId="Equation.DSMT4">
                  <p:embed/>
                </p:oleObj>
              </mc:Choice>
              <mc:Fallback>
                <p:oleObj name="Equation" r:id="rId10" imgW="393480" imgH="228600" progId="Equation.DSMT4">
                  <p:embed/>
                  <p:pic>
                    <p:nvPicPr>
                      <p:cNvPr id="9" name="Object 27"/>
                      <p:cNvPicPr>
                        <a:picLocks noChangeAspect="1" noChangeArrowheads="1"/>
                      </p:cNvPicPr>
                      <p:nvPr/>
                    </p:nvPicPr>
                    <p:blipFill>
                      <a:blip r:embed="rId11"/>
                      <a:srcRect/>
                      <a:stretch>
                        <a:fillRect/>
                      </a:stretch>
                    </p:blipFill>
                    <p:spPr bwMode="auto">
                      <a:xfrm>
                        <a:off x="3171825" y="4027170"/>
                        <a:ext cx="90646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1"/>
          <p:cNvGraphicFramePr>
            <a:graphicFrameLocks noChangeAspect="1"/>
          </p:cNvGraphicFramePr>
          <p:nvPr>
            <p:extLst>
              <p:ext uri="{D42A27DB-BD31-4B8C-83A1-F6EECF244321}">
                <p14:modId xmlns:p14="http://schemas.microsoft.com/office/powerpoint/2010/main" val="43941034"/>
              </p:ext>
            </p:extLst>
          </p:nvPr>
        </p:nvGraphicFramePr>
        <p:xfrm>
          <a:off x="2562225" y="3527108"/>
          <a:ext cx="2044700" cy="466725"/>
        </p:xfrm>
        <a:graphic>
          <a:graphicData uri="http://schemas.openxmlformats.org/presentationml/2006/ole">
            <mc:AlternateContent xmlns:mc="http://schemas.openxmlformats.org/markup-compatibility/2006">
              <mc:Choice xmlns:v="urn:schemas-microsoft-com:vml" Requires="v">
                <p:oleObj name="Equation" r:id="rId12" imgW="888840" imgH="203040" progId="Equation.DSMT4">
                  <p:embed/>
                </p:oleObj>
              </mc:Choice>
              <mc:Fallback>
                <p:oleObj name="Equation" r:id="rId12" imgW="888840" imgH="203040" progId="Equation.DSMT4">
                  <p:embed/>
                  <p:pic>
                    <p:nvPicPr>
                      <p:cNvPr id="10" name="Object 31"/>
                      <p:cNvPicPr>
                        <a:picLocks noChangeAspect="1" noChangeArrowheads="1"/>
                      </p:cNvPicPr>
                      <p:nvPr/>
                    </p:nvPicPr>
                    <p:blipFill>
                      <a:blip r:embed="rId13"/>
                      <a:srcRect/>
                      <a:stretch>
                        <a:fillRect/>
                      </a:stretch>
                    </p:blipFill>
                    <p:spPr bwMode="auto">
                      <a:xfrm>
                        <a:off x="2562225" y="3527108"/>
                        <a:ext cx="20447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3"/>
          <p:cNvGraphicFramePr>
            <a:graphicFrameLocks noChangeAspect="1"/>
          </p:cNvGraphicFramePr>
          <p:nvPr>
            <p:extLst>
              <p:ext uri="{D42A27DB-BD31-4B8C-83A1-F6EECF244321}">
                <p14:modId xmlns:p14="http://schemas.microsoft.com/office/powerpoint/2010/main" val="4098943756"/>
              </p:ext>
            </p:extLst>
          </p:nvPr>
        </p:nvGraphicFramePr>
        <p:xfrm>
          <a:off x="3019425" y="5303520"/>
          <a:ext cx="1401763" cy="525463"/>
        </p:xfrm>
        <a:graphic>
          <a:graphicData uri="http://schemas.openxmlformats.org/presentationml/2006/ole">
            <mc:AlternateContent xmlns:mc="http://schemas.openxmlformats.org/markup-compatibility/2006">
              <mc:Choice xmlns:v="urn:schemas-microsoft-com:vml" Requires="v">
                <p:oleObj name="Equation" r:id="rId14" imgW="609480" imgH="228600" progId="Equation.DSMT4">
                  <p:embed/>
                </p:oleObj>
              </mc:Choice>
              <mc:Fallback>
                <p:oleObj name="Equation" r:id="rId14" imgW="609480" imgH="228600" progId="Equation.DSMT4">
                  <p:embed/>
                  <p:pic>
                    <p:nvPicPr>
                      <p:cNvPr id="11" name="Object 33"/>
                      <p:cNvPicPr>
                        <a:picLocks noChangeAspect="1" noChangeArrowheads="1"/>
                      </p:cNvPicPr>
                      <p:nvPr/>
                    </p:nvPicPr>
                    <p:blipFill>
                      <a:blip r:embed="rId15"/>
                      <a:srcRect/>
                      <a:stretch>
                        <a:fillRect/>
                      </a:stretch>
                    </p:blipFill>
                    <p:spPr bwMode="auto">
                      <a:xfrm>
                        <a:off x="3019425" y="5303520"/>
                        <a:ext cx="140176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43"/>
          <p:cNvGraphicFramePr>
            <a:graphicFrameLocks noChangeAspect="1"/>
          </p:cNvGraphicFramePr>
          <p:nvPr>
            <p:extLst>
              <p:ext uri="{D42A27DB-BD31-4B8C-83A1-F6EECF244321}">
                <p14:modId xmlns:p14="http://schemas.microsoft.com/office/powerpoint/2010/main" val="1957335994"/>
              </p:ext>
            </p:extLst>
          </p:nvPr>
        </p:nvGraphicFramePr>
        <p:xfrm>
          <a:off x="5238750" y="4008120"/>
          <a:ext cx="1401763" cy="525463"/>
        </p:xfrm>
        <a:graphic>
          <a:graphicData uri="http://schemas.openxmlformats.org/presentationml/2006/ole">
            <mc:AlternateContent xmlns:mc="http://schemas.openxmlformats.org/markup-compatibility/2006">
              <mc:Choice xmlns:v="urn:schemas-microsoft-com:vml" Requires="v">
                <p:oleObj name="Equation" r:id="rId16" imgW="609480" imgH="228600" progId="Equation.DSMT4">
                  <p:embed/>
                </p:oleObj>
              </mc:Choice>
              <mc:Fallback>
                <p:oleObj name="Equation" r:id="rId16" imgW="609480" imgH="228600" progId="Equation.DSMT4">
                  <p:embed/>
                  <p:pic>
                    <p:nvPicPr>
                      <p:cNvPr id="12" name="Object 43"/>
                      <p:cNvPicPr>
                        <a:picLocks noChangeAspect="1" noChangeArrowheads="1"/>
                      </p:cNvPicPr>
                      <p:nvPr/>
                    </p:nvPicPr>
                    <p:blipFill>
                      <a:blip r:embed="rId17"/>
                      <a:srcRect/>
                      <a:stretch>
                        <a:fillRect/>
                      </a:stretch>
                    </p:blipFill>
                    <p:spPr bwMode="auto">
                      <a:xfrm>
                        <a:off x="5238750" y="4008120"/>
                        <a:ext cx="140176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45"/>
          <p:cNvGraphicFramePr>
            <a:graphicFrameLocks noChangeAspect="1"/>
          </p:cNvGraphicFramePr>
          <p:nvPr>
            <p:extLst>
              <p:ext uri="{D42A27DB-BD31-4B8C-83A1-F6EECF244321}">
                <p14:modId xmlns:p14="http://schemas.microsoft.com/office/powerpoint/2010/main" val="767305670"/>
              </p:ext>
            </p:extLst>
          </p:nvPr>
        </p:nvGraphicFramePr>
        <p:xfrm>
          <a:off x="4848225" y="3482658"/>
          <a:ext cx="2746375" cy="525462"/>
        </p:xfrm>
        <a:graphic>
          <a:graphicData uri="http://schemas.openxmlformats.org/presentationml/2006/ole">
            <mc:AlternateContent xmlns:mc="http://schemas.openxmlformats.org/markup-compatibility/2006">
              <mc:Choice xmlns:v="urn:schemas-microsoft-com:vml" Requires="v">
                <p:oleObj name="Equation" r:id="rId18" imgW="1193760" imgH="228600" progId="Equation.DSMT4">
                  <p:embed/>
                </p:oleObj>
              </mc:Choice>
              <mc:Fallback>
                <p:oleObj name="Equation" r:id="rId18" imgW="1193760" imgH="228600" progId="Equation.DSMT4">
                  <p:embed/>
                  <p:pic>
                    <p:nvPicPr>
                      <p:cNvPr id="13" name="Object 45"/>
                      <p:cNvPicPr>
                        <a:picLocks noChangeAspect="1" noChangeArrowheads="1"/>
                      </p:cNvPicPr>
                      <p:nvPr/>
                    </p:nvPicPr>
                    <p:blipFill>
                      <a:blip r:embed="rId19"/>
                      <a:srcRect/>
                      <a:stretch>
                        <a:fillRect/>
                      </a:stretch>
                    </p:blipFill>
                    <p:spPr bwMode="auto">
                      <a:xfrm>
                        <a:off x="4848225" y="3482658"/>
                        <a:ext cx="27463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6"/>
          <p:cNvGraphicFramePr>
            <a:graphicFrameLocks noChangeAspect="1"/>
          </p:cNvGraphicFramePr>
          <p:nvPr>
            <p:extLst>
              <p:ext uri="{D42A27DB-BD31-4B8C-83A1-F6EECF244321}">
                <p14:modId xmlns:p14="http://schemas.microsoft.com/office/powerpoint/2010/main" val="1297310637"/>
              </p:ext>
            </p:extLst>
          </p:nvPr>
        </p:nvGraphicFramePr>
        <p:xfrm>
          <a:off x="5191125" y="5213033"/>
          <a:ext cx="1870075" cy="554037"/>
        </p:xfrm>
        <a:graphic>
          <a:graphicData uri="http://schemas.openxmlformats.org/presentationml/2006/ole">
            <mc:AlternateContent xmlns:mc="http://schemas.openxmlformats.org/markup-compatibility/2006">
              <mc:Choice xmlns:v="urn:schemas-microsoft-com:vml" Requires="v">
                <p:oleObj name="Equation" r:id="rId20" imgW="812520" imgH="241200" progId="Equation.DSMT4">
                  <p:embed/>
                </p:oleObj>
              </mc:Choice>
              <mc:Fallback>
                <p:oleObj name="Equation" r:id="rId20" imgW="812520" imgH="241200" progId="Equation.DSMT4">
                  <p:embed/>
                  <p:pic>
                    <p:nvPicPr>
                      <p:cNvPr id="14" name="Object 46"/>
                      <p:cNvPicPr>
                        <a:picLocks noChangeAspect="1" noChangeArrowheads="1"/>
                      </p:cNvPicPr>
                      <p:nvPr/>
                    </p:nvPicPr>
                    <p:blipFill>
                      <a:blip r:embed="rId21"/>
                      <a:srcRect/>
                      <a:stretch>
                        <a:fillRect/>
                      </a:stretch>
                    </p:blipFill>
                    <p:spPr bwMode="auto">
                      <a:xfrm>
                        <a:off x="5191125" y="5213033"/>
                        <a:ext cx="18700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Line 7"/>
          <p:cNvSpPr>
            <a:spLocks noChangeShapeType="1"/>
          </p:cNvSpPr>
          <p:nvPr/>
        </p:nvSpPr>
        <p:spPr bwMode="auto">
          <a:xfrm>
            <a:off x="468313" y="2152333"/>
            <a:ext cx="822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8"/>
          <p:cNvSpPr>
            <a:spLocks noChangeShapeType="1"/>
          </p:cNvSpPr>
          <p:nvPr/>
        </p:nvSpPr>
        <p:spPr bwMode="auto">
          <a:xfrm>
            <a:off x="468313" y="2595245"/>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9"/>
          <p:cNvSpPr>
            <a:spLocks noChangeShapeType="1"/>
          </p:cNvSpPr>
          <p:nvPr/>
        </p:nvSpPr>
        <p:spPr bwMode="auto">
          <a:xfrm>
            <a:off x="468313" y="347472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9"/>
          <p:cNvSpPr>
            <a:spLocks noChangeShapeType="1"/>
          </p:cNvSpPr>
          <p:nvPr/>
        </p:nvSpPr>
        <p:spPr bwMode="auto">
          <a:xfrm>
            <a:off x="468313" y="400812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9"/>
          <p:cNvSpPr>
            <a:spLocks noChangeShapeType="1"/>
          </p:cNvSpPr>
          <p:nvPr/>
        </p:nvSpPr>
        <p:spPr bwMode="auto">
          <a:xfrm>
            <a:off x="468313" y="461772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9"/>
          <p:cNvSpPr>
            <a:spLocks noChangeShapeType="1"/>
          </p:cNvSpPr>
          <p:nvPr/>
        </p:nvSpPr>
        <p:spPr bwMode="auto">
          <a:xfrm>
            <a:off x="468313" y="522732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9"/>
          <p:cNvSpPr>
            <a:spLocks noChangeShapeType="1"/>
          </p:cNvSpPr>
          <p:nvPr/>
        </p:nvSpPr>
        <p:spPr bwMode="auto">
          <a:xfrm>
            <a:off x="468313" y="583692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21" name="对象 5"/>
          <p:cNvGraphicFramePr>
            <a:graphicFrameLocks noChangeAspect="1"/>
          </p:cNvGraphicFramePr>
          <p:nvPr>
            <p:extLst>
              <p:ext uri="{D42A27DB-BD31-4B8C-83A1-F6EECF244321}">
                <p14:modId xmlns:p14="http://schemas.microsoft.com/office/powerpoint/2010/main" val="3790459146"/>
              </p:ext>
            </p:extLst>
          </p:nvPr>
        </p:nvGraphicFramePr>
        <p:xfrm>
          <a:off x="3111500" y="4693920"/>
          <a:ext cx="1109663" cy="525463"/>
        </p:xfrm>
        <a:graphic>
          <a:graphicData uri="http://schemas.openxmlformats.org/presentationml/2006/ole">
            <mc:AlternateContent xmlns:mc="http://schemas.openxmlformats.org/markup-compatibility/2006">
              <mc:Choice xmlns:v="urn:schemas-microsoft-com:vml" Requires="v">
                <p:oleObj name="Equation" r:id="rId22" imgW="482400" imgH="228600" progId="Equation.DSMT4">
                  <p:embed/>
                </p:oleObj>
              </mc:Choice>
              <mc:Fallback>
                <p:oleObj name="Equation" r:id="rId22" imgW="482400" imgH="228600" progId="Equation.DSMT4">
                  <p:embed/>
                  <p:pic>
                    <p:nvPicPr>
                      <p:cNvPr id="26" name="对象 5"/>
                      <p:cNvPicPr>
                        <a:picLocks noChangeAspect="1" noChangeArrowheads="1"/>
                      </p:cNvPicPr>
                      <p:nvPr/>
                    </p:nvPicPr>
                    <p:blipFill>
                      <a:blip r:embed="rId23"/>
                      <a:srcRect/>
                      <a:stretch>
                        <a:fillRect/>
                      </a:stretch>
                    </p:blipFill>
                    <p:spPr bwMode="auto">
                      <a:xfrm>
                        <a:off x="3111500" y="4693920"/>
                        <a:ext cx="110966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6"/>
          <p:cNvGraphicFramePr>
            <a:graphicFrameLocks noChangeAspect="1"/>
          </p:cNvGraphicFramePr>
          <p:nvPr>
            <p:extLst>
              <p:ext uri="{D42A27DB-BD31-4B8C-83A1-F6EECF244321}">
                <p14:modId xmlns:p14="http://schemas.microsoft.com/office/powerpoint/2010/main" val="366157931"/>
              </p:ext>
            </p:extLst>
          </p:nvPr>
        </p:nvGraphicFramePr>
        <p:xfrm>
          <a:off x="5243513" y="4693920"/>
          <a:ext cx="1254125" cy="525463"/>
        </p:xfrm>
        <a:graphic>
          <a:graphicData uri="http://schemas.openxmlformats.org/presentationml/2006/ole">
            <mc:AlternateContent xmlns:mc="http://schemas.openxmlformats.org/markup-compatibility/2006">
              <mc:Choice xmlns:v="urn:schemas-microsoft-com:vml" Requires="v">
                <p:oleObj name="Equation" r:id="rId24" imgW="545760" imgH="228600" progId="Equation.DSMT4">
                  <p:embed/>
                </p:oleObj>
              </mc:Choice>
              <mc:Fallback>
                <p:oleObj name="Equation" r:id="rId24" imgW="545760" imgH="228600" progId="Equation.DSMT4">
                  <p:embed/>
                  <p:pic>
                    <p:nvPicPr>
                      <p:cNvPr id="27" name="对象 6"/>
                      <p:cNvPicPr>
                        <a:picLocks noChangeAspect="1" noChangeArrowheads="1"/>
                      </p:cNvPicPr>
                      <p:nvPr/>
                    </p:nvPicPr>
                    <p:blipFill>
                      <a:blip r:embed="rId25"/>
                      <a:srcRect/>
                      <a:stretch>
                        <a:fillRect/>
                      </a:stretch>
                    </p:blipFill>
                    <p:spPr bwMode="auto">
                      <a:xfrm>
                        <a:off x="5243513" y="4693920"/>
                        <a:ext cx="12541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7"/>
          <p:cNvGraphicFramePr>
            <a:graphicFrameLocks noChangeAspect="1"/>
          </p:cNvGraphicFramePr>
          <p:nvPr>
            <p:extLst>
              <p:ext uri="{D42A27DB-BD31-4B8C-83A1-F6EECF244321}">
                <p14:modId xmlns:p14="http://schemas.microsoft.com/office/powerpoint/2010/main" val="1708805091"/>
              </p:ext>
            </p:extLst>
          </p:nvPr>
        </p:nvGraphicFramePr>
        <p:xfrm>
          <a:off x="3081338" y="5906770"/>
          <a:ext cx="1401762" cy="555625"/>
        </p:xfrm>
        <a:graphic>
          <a:graphicData uri="http://schemas.openxmlformats.org/presentationml/2006/ole">
            <mc:AlternateContent xmlns:mc="http://schemas.openxmlformats.org/markup-compatibility/2006">
              <mc:Choice xmlns:v="urn:schemas-microsoft-com:vml" Requires="v">
                <p:oleObj name="Equation" r:id="rId26" imgW="609480" imgH="241200" progId="Equation.DSMT4">
                  <p:embed/>
                </p:oleObj>
              </mc:Choice>
              <mc:Fallback>
                <p:oleObj name="Equation" r:id="rId26" imgW="609480" imgH="241200" progId="Equation.DSMT4">
                  <p:embed/>
                  <p:pic>
                    <p:nvPicPr>
                      <p:cNvPr id="28" name="对象 7"/>
                      <p:cNvPicPr>
                        <a:picLocks noChangeAspect="1" noChangeArrowheads="1"/>
                      </p:cNvPicPr>
                      <p:nvPr/>
                    </p:nvPicPr>
                    <p:blipFill>
                      <a:blip r:embed="rId27"/>
                      <a:srcRect/>
                      <a:stretch>
                        <a:fillRect/>
                      </a:stretch>
                    </p:blipFill>
                    <p:spPr bwMode="auto">
                      <a:xfrm>
                        <a:off x="3081338" y="5906770"/>
                        <a:ext cx="140176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8"/>
          <p:cNvGraphicFramePr>
            <a:graphicFrameLocks noChangeAspect="1"/>
          </p:cNvGraphicFramePr>
          <p:nvPr>
            <p:extLst>
              <p:ext uri="{D42A27DB-BD31-4B8C-83A1-F6EECF244321}">
                <p14:modId xmlns:p14="http://schemas.microsoft.com/office/powerpoint/2010/main" val="1581606416"/>
              </p:ext>
            </p:extLst>
          </p:nvPr>
        </p:nvGraphicFramePr>
        <p:xfrm>
          <a:off x="5349875" y="5906770"/>
          <a:ext cx="1665288" cy="555625"/>
        </p:xfrm>
        <a:graphic>
          <a:graphicData uri="http://schemas.openxmlformats.org/presentationml/2006/ole">
            <mc:AlternateContent xmlns:mc="http://schemas.openxmlformats.org/markup-compatibility/2006">
              <mc:Choice xmlns:v="urn:schemas-microsoft-com:vml" Requires="v">
                <p:oleObj name="Equation" r:id="rId28" imgW="723600" imgH="241200" progId="Equation.DSMT4">
                  <p:embed/>
                </p:oleObj>
              </mc:Choice>
              <mc:Fallback>
                <p:oleObj name="Equation" r:id="rId28" imgW="723600" imgH="241200" progId="Equation.DSMT4">
                  <p:embed/>
                  <p:pic>
                    <p:nvPicPr>
                      <p:cNvPr id="29" name="对象 8"/>
                      <p:cNvPicPr>
                        <a:picLocks noChangeAspect="1" noChangeArrowheads="1"/>
                      </p:cNvPicPr>
                      <p:nvPr/>
                    </p:nvPicPr>
                    <p:blipFill>
                      <a:blip r:embed="rId29"/>
                      <a:srcRect/>
                      <a:stretch>
                        <a:fillRect/>
                      </a:stretch>
                    </p:blipFill>
                    <p:spPr bwMode="auto">
                      <a:xfrm>
                        <a:off x="5349875" y="5906770"/>
                        <a:ext cx="166528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矩形 24"/>
          <p:cNvSpPr/>
          <p:nvPr/>
        </p:nvSpPr>
        <p:spPr>
          <a:xfrm>
            <a:off x="798263" y="3474720"/>
            <a:ext cx="803425" cy="461665"/>
          </a:xfrm>
          <a:prstGeom prst="rect">
            <a:avLst/>
          </a:prstGeom>
        </p:spPr>
        <p:txBody>
          <a:bodyPr wrap="none">
            <a:spAutoFit/>
          </a:bodyPr>
          <a:lstStyle/>
          <a:p>
            <a:pPr lvl="0" eaLnBrk="1" hangingPunct="1">
              <a:spcBef>
                <a:spcPct val="20000"/>
              </a:spcBef>
              <a:defRPr/>
            </a:pPr>
            <a:r>
              <a:rPr lang="zh-CN" altLang="en-US" sz="2400" b="1" dirty="0">
                <a:solidFill>
                  <a:srgbClr val="000000"/>
                </a:solidFill>
                <a:latin typeface="Arial" charset="0"/>
                <a:ea typeface="宋体" charset="-122"/>
              </a:rPr>
              <a:t>线性</a:t>
            </a:r>
            <a:endParaRPr lang="en-US" altLang="zh-CN" sz="2400" b="1" dirty="0">
              <a:solidFill>
                <a:srgbClr val="000000"/>
              </a:solidFill>
              <a:latin typeface="Arial" charset="0"/>
              <a:ea typeface="宋体" charset="-122"/>
            </a:endParaRPr>
          </a:p>
        </p:txBody>
      </p:sp>
      <p:sp>
        <p:nvSpPr>
          <p:cNvPr id="26" name="矩形 25"/>
          <p:cNvSpPr/>
          <p:nvPr/>
        </p:nvSpPr>
        <p:spPr>
          <a:xfrm>
            <a:off x="762000" y="4042575"/>
            <a:ext cx="803425" cy="461665"/>
          </a:xfrm>
          <a:prstGeom prst="rect">
            <a:avLst/>
          </a:prstGeom>
        </p:spPr>
        <p:txBody>
          <a:bodyPr wrap="none">
            <a:spAutoFit/>
          </a:bodyPr>
          <a:lstStyle/>
          <a:p>
            <a:pPr lvl="0" eaLnBrk="1" hangingPunct="1">
              <a:spcBef>
                <a:spcPct val="20000"/>
              </a:spcBef>
              <a:defRPr/>
            </a:pPr>
            <a:r>
              <a:rPr lang="zh-CN" altLang="en-US" sz="2400" b="1" dirty="0">
                <a:solidFill>
                  <a:srgbClr val="000000"/>
                </a:solidFill>
                <a:latin typeface="Arial" charset="0"/>
                <a:ea typeface="宋体" charset="-122"/>
              </a:rPr>
              <a:t>共轭</a:t>
            </a:r>
          </a:p>
        </p:txBody>
      </p:sp>
      <p:sp>
        <p:nvSpPr>
          <p:cNvPr id="27" name="矩形 26"/>
          <p:cNvSpPr/>
          <p:nvPr/>
        </p:nvSpPr>
        <p:spPr>
          <a:xfrm>
            <a:off x="762000" y="5284232"/>
            <a:ext cx="803425" cy="461665"/>
          </a:xfrm>
          <a:prstGeom prst="rect">
            <a:avLst/>
          </a:prstGeom>
        </p:spPr>
        <p:txBody>
          <a:bodyPr wrap="none">
            <a:spAutoFit/>
          </a:bodyPr>
          <a:lstStyle/>
          <a:p>
            <a:pPr lvl="0" eaLnBrk="1" hangingPunct="1">
              <a:spcBef>
                <a:spcPct val="20000"/>
              </a:spcBef>
              <a:defRPr/>
            </a:pPr>
            <a:r>
              <a:rPr lang="zh-CN" altLang="en-US" sz="2400" b="1" dirty="0">
                <a:solidFill>
                  <a:srgbClr val="000000"/>
                </a:solidFill>
                <a:latin typeface="Arial" charset="0"/>
                <a:ea typeface="宋体" charset="-122"/>
              </a:rPr>
              <a:t>时移</a:t>
            </a:r>
            <a:endParaRPr lang="en-US" altLang="zh-CN" sz="2400" b="1" dirty="0">
              <a:solidFill>
                <a:srgbClr val="000000"/>
              </a:solidFill>
              <a:latin typeface="Arial" charset="0"/>
              <a:ea typeface="宋体" charset="-122"/>
            </a:endParaRPr>
          </a:p>
        </p:txBody>
      </p:sp>
      <p:sp>
        <p:nvSpPr>
          <p:cNvPr id="28" name="矩形 27"/>
          <p:cNvSpPr/>
          <p:nvPr/>
        </p:nvSpPr>
        <p:spPr>
          <a:xfrm>
            <a:off x="762000" y="5893832"/>
            <a:ext cx="803425" cy="461665"/>
          </a:xfrm>
          <a:prstGeom prst="rect">
            <a:avLst/>
          </a:prstGeom>
        </p:spPr>
        <p:txBody>
          <a:bodyPr wrap="none">
            <a:spAutoFit/>
          </a:bodyPr>
          <a:lstStyle/>
          <a:p>
            <a:pPr lvl="0" eaLnBrk="1" hangingPunct="1">
              <a:spcBef>
                <a:spcPct val="20000"/>
              </a:spcBef>
              <a:defRPr/>
            </a:pPr>
            <a:r>
              <a:rPr lang="zh-CN" altLang="en-US" sz="2400" b="1" dirty="0">
                <a:solidFill>
                  <a:srgbClr val="000000"/>
                </a:solidFill>
                <a:latin typeface="Arial" charset="0"/>
                <a:ea typeface="宋体" charset="-122"/>
              </a:rPr>
              <a:t>频移</a:t>
            </a:r>
            <a:endParaRPr lang="en-US" altLang="zh-CN" sz="2400" b="1" dirty="0">
              <a:solidFill>
                <a:srgbClr val="000000"/>
              </a:solidFill>
              <a:latin typeface="Arial" charset="0"/>
              <a:ea typeface="宋体" charset="-122"/>
            </a:endParaRPr>
          </a:p>
        </p:txBody>
      </p:sp>
      <p:sp>
        <p:nvSpPr>
          <p:cNvPr id="29" name="Line 9"/>
          <p:cNvSpPr>
            <a:spLocks noChangeShapeType="1"/>
          </p:cNvSpPr>
          <p:nvPr/>
        </p:nvSpPr>
        <p:spPr bwMode="auto">
          <a:xfrm>
            <a:off x="503137" y="647700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矩形 29"/>
          <p:cNvSpPr/>
          <p:nvPr/>
        </p:nvSpPr>
        <p:spPr>
          <a:xfrm>
            <a:off x="2590800" y="1597478"/>
            <a:ext cx="4264309" cy="523220"/>
          </a:xfrm>
          <a:prstGeom prst="rect">
            <a:avLst/>
          </a:prstGeom>
        </p:spPr>
        <p:txBody>
          <a:bodyPr wrap="none">
            <a:spAutoFit/>
          </a:bodyPr>
          <a:lstStyle/>
          <a:p>
            <a:pPr eaLnBrk="1" hangingPunct="1">
              <a:spcBef>
                <a:spcPct val="20000"/>
              </a:spcBef>
            </a:pPr>
            <a:r>
              <a:rPr lang="zh-CN" altLang="en-US" b="1" dirty="0">
                <a:latin typeface="+mj-lt"/>
              </a:rPr>
              <a:t>表</a:t>
            </a:r>
            <a:r>
              <a:rPr lang="en-US" altLang="zh-CN" b="1" dirty="0">
                <a:latin typeface="+mj-lt"/>
              </a:rPr>
              <a:t>1.1 DTFT</a:t>
            </a:r>
            <a:r>
              <a:rPr lang="zh-CN" altLang="en-US" b="1" dirty="0">
                <a:latin typeface="+mj-lt"/>
              </a:rPr>
              <a:t>的主要特性</a:t>
            </a:r>
            <a:r>
              <a:rPr lang="en-US" altLang="zh-CN" b="1" dirty="0">
                <a:latin typeface="+mj-lt"/>
              </a:rPr>
              <a:t>(1)</a:t>
            </a:r>
            <a:endParaRPr lang="zh-CN" altLang="en-US" b="1" dirty="0">
              <a:latin typeface="+mj-lt"/>
            </a:endParaRPr>
          </a:p>
        </p:txBody>
      </p:sp>
      <p:sp>
        <p:nvSpPr>
          <p:cNvPr id="31" name="Line 9"/>
          <p:cNvSpPr>
            <a:spLocks noChangeShapeType="1"/>
          </p:cNvSpPr>
          <p:nvPr/>
        </p:nvSpPr>
        <p:spPr bwMode="auto">
          <a:xfrm flipH="1">
            <a:off x="4724400" y="2183969"/>
            <a:ext cx="14288" cy="4293031"/>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1.2.1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a:t>
            </a:r>
          </a:p>
        </p:txBody>
      </p:sp>
      <p:sp>
        <p:nvSpPr>
          <p:cNvPr id="35" name="Rectangle 8"/>
          <p:cNvSpPr>
            <a:spLocks noChangeArrowheads="1"/>
          </p:cNvSpPr>
          <p:nvPr/>
        </p:nvSpPr>
        <p:spPr bwMode="auto">
          <a:xfrm>
            <a:off x="685800" y="1004887"/>
            <a:ext cx="52371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eaLnBrk="1" hangingPunct="1">
              <a:spcBef>
                <a:spcPct val="0"/>
              </a:spcBef>
              <a:buFontTx/>
              <a:buNone/>
            </a:pPr>
            <a:r>
              <a:rPr kumimoji="1" lang="en-US" altLang="zh-CN" sz="2800" dirty="0">
                <a:solidFill>
                  <a:srgbClr val="000000"/>
                </a:solidFill>
                <a:latin typeface="Times New Roman" panose="02020603050405020304" pitchFamily="18" charset="0"/>
                <a:ea typeface="宋体" panose="02010600030101010101" pitchFamily="2" charset="-122"/>
              </a:rPr>
              <a:t> DTFT</a:t>
            </a:r>
            <a:r>
              <a:rPr kumimoji="1" lang="zh-CN" altLang="en-US" sz="2800" dirty="0">
                <a:solidFill>
                  <a:srgbClr val="000000"/>
                </a:solidFill>
                <a:latin typeface="Times New Roman" panose="02020603050405020304" pitchFamily="18" charset="0"/>
                <a:ea typeface="宋体" panose="02010600030101010101" pitchFamily="2" charset="-122"/>
              </a:rPr>
              <a:t>的一些主要性质见表</a:t>
            </a:r>
            <a:r>
              <a:rPr kumimoji="1" lang="en-US" altLang="zh-CN" sz="2800" dirty="0">
                <a:solidFill>
                  <a:srgbClr val="000000"/>
                </a:solidFill>
                <a:latin typeface="Times New Roman" panose="02020603050405020304" pitchFamily="18" charset="0"/>
                <a:ea typeface="宋体" panose="02010600030101010101" pitchFamily="2" charset="-122"/>
              </a:rPr>
              <a:t>1.1</a:t>
            </a:r>
            <a:r>
              <a:rPr kumimoji="1" lang="zh-CN" altLang="en-US" sz="2800" dirty="0">
                <a:solidFill>
                  <a:srgbClr val="000000"/>
                </a:solidFill>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1481957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20"/>
          <p:cNvGraphicFramePr>
            <a:graphicFrameLocks noChangeAspect="1"/>
          </p:cNvGraphicFramePr>
          <p:nvPr>
            <p:extLst>
              <p:ext uri="{D42A27DB-BD31-4B8C-83A1-F6EECF244321}">
                <p14:modId xmlns:p14="http://schemas.microsoft.com/office/powerpoint/2010/main" val="4047157176"/>
              </p:ext>
            </p:extLst>
          </p:nvPr>
        </p:nvGraphicFramePr>
        <p:xfrm>
          <a:off x="539750" y="3440113"/>
          <a:ext cx="788988" cy="466725"/>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5" name="Object 20"/>
                      <p:cNvPicPr>
                        <a:picLocks noChangeAspect="1" noChangeArrowheads="1"/>
                      </p:cNvPicPr>
                      <p:nvPr/>
                    </p:nvPicPr>
                    <p:blipFill>
                      <a:blip r:embed="rId3"/>
                      <a:srcRect/>
                      <a:stretch>
                        <a:fillRect/>
                      </a:stretch>
                    </p:blipFill>
                    <p:spPr bwMode="auto">
                      <a:xfrm>
                        <a:off x="539750" y="3440113"/>
                        <a:ext cx="7889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1"/>
          <p:cNvGraphicFramePr>
            <a:graphicFrameLocks noChangeAspect="1"/>
          </p:cNvGraphicFramePr>
          <p:nvPr>
            <p:extLst>
              <p:ext uri="{D42A27DB-BD31-4B8C-83A1-F6EECF244321}">
                <p14:modId xmlns:p14="http://schemas.microsoft.com/office/powerpoint/2010/main" val="2556146903"/>
              </p:ext>
            </p:extLst>
          </p:nvPr>
        </p:nvGraphicFramePr>
        <p:xfrm>
          <a:off x="3317774" y="2706234"/>
          <a:ext cx="2653992" cy="502920"/>
        </p:xfrm>
        <a:graphic>
          <a:graphicData uri="http://schemas.openxmlformats.org/presentationml/2006/ole">
            <mc:AlternateContent xmlns:mc="http://schemas.openxmlformats.org/markup-compatibility/2006">
              <mc:Choice xmlns:v="urn:schemas-microsoft-com:vml" Requires="v">
                <p:oleObj name="Equation" r:id="rId4" imgW="1206360" imgH="228600" progId="Equation.DSMT4">
                  <p:embed/>
                </p:oleObj>
              </mc:Choice>
              <mc:Fallback>
                <p:oleObj name="Equation" r:id="rId4" imgW="1206360" imgH="228600" progId="Equation.DSMT4">
                  <p:embed/>
                  <p:pic>
                    <p:nvPicPr>
                      <p:cNvPr id="6" name="Object 21"/>
                      <p:cNvPicPr>
                        <a:picLocks noChangeAspect="1" noChangeArrowheads="1"/>
                      </p:cNvPicPr>
                      <p:nvPr/>
                    </p:nvPicPr>
                    <p:blipFill>
                      <a:blip r:embed="rId5"/>
                      <a:srcRect/>
                      <a:stretch>
                        <a:fillRect/>
                      </a:stretch>
                    </p:blipFill>
                    <p:spPr bwMode="auto">
                      <a:xfrm>
                        <a:off x="3317774" y="2706234"/>
                        <a:ext cx="2653992"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Line 8"/>
          <p:cNvSpPr>
            <a:spLocks noChangeShapeType="1"/>
          </p:cNvSpPr>
          <p:nvPr/>
        </p:nvSpPr>
        <p:spPr bwMode="auto">
          <a:xfrm>
            <a:off x="381000" y="2689226"/>
            <a:ext cx="6940550" cy="1905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 name="Line 9"/>
          <p:cNvSpPr>
            <a:spLocks noChangeShapeType="1"/>
          </p:cNvSpPr>
          <p:nvPr/>
        </p:nvSpPr>
        <p:spPr bwMode="auto">
          <a:xfrm>
            <a:off x="381000" y="4973638"/>
            <a:ext cx="6940550" cy="1555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 name="Line 9"/>
          <p:cNvSpPr>
            <a:spLocks noChangeShapeType="1"/>
          </p:cNvSpPr>
          <p:nvPr/>
        </p:nvSpPr>
        <p:spPr bwMode="auto">
          <a:xfrm>
            <a:off x="381000" y="5679531"/>
            <a:ext cx="694055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 name="Line 9"/>
          <p:cNvSpPr>
            <a:spLocks noChangeShapeType="1"/>
          </p:cNvSpPr>
          <p:nvPr/>
        </p:nvSpPr>
        <p:spPr bwMode="auto">
          <a:xfrm>
            <a:off x="381000" y="6413501"/>
            <a:ext cx="6940550" cy="793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 name="Line 9"/>
          <p:cNvSpPr>
            <a:spLocks noChangeShapeType="1"/>
          </p:cNvSpPr>
          <p:nvPr/>
        </p:nvSpPr>
        <p:spPr bwMode="auto">
          <a:xfrm>
            <a:off x="3180482" y="1173164"/>
            <a:ext cx="17074" cy="5248274"/>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4" name="Object 27"/>
          <p:cNvGraphicFramePr>
            <a:graphicFrameLocks noChangeAspect="1"/>
          </p:cNvGraphicFramePr>
          <p:nvPr>
            <p:extLst>
              <p:ext uri="{D42A27DB-BD31-4B8C-83A1-F6EECF244321}">
                <p14:modId xmlns:p14="http://schemas.microsoft.com/office/powerpoint/2010/main" val="181920749"/>
              </p:ext>
            </p:extLst>
          </p:nvPr>
        </p:nvGraphicFramePr>
        <p:xfrm>
          <a:off x="3546374" y="5053738"/>
          <a:ext cx="1754188" cy="527050"/>
        </p:xfrm>
        <a:graphic>
          <a:graphicData uri="http://schemas.openxmlformats.org/presentationml/2006/ole">
            <mc:AlternateContent xmlns:mc="http://schemas.openxmlformats.org/markup-compatibility/2006">
              <mc:Choice xmlns:v="urn:schemas-microsoft-com:vml" Requires="v">
                <p:oleObj name="Equation" r:id="rId6" imgW="761760" imgH="228600" progId="Equation.DSMT4">
                  <p:embed/>
                </p:oleObj>
              </mc:Choice>
              <mc:Fallback>
                <p:oleObj name="Equation" r:id="rId6" imgW="761760" imgH="228600" progId="Equation.DSMT4">
                  <p:embed/>
                  <p:pic>
                    <p:nvPicPr>
                      <p:cNvPr id="35" name="Object 27"/>
                      <p:cNvPicPr>
                        <a:picLocks noChangeAspect="1" noChangeArrowheads="1"/>
                      </p:cNvPicPr>
                      <p:nvPr/>
                    </p:nvPicPr>
                    <p:blipFill>
                      <a:blip r:embed="rId7"/>
                      <a:srcRect/>
                      <a:stretch>
                        <a:fillRect/>
                      </a:stretch>
                    </p:blipFill>
                    <p:spPr bwMode="auto">
                      <a:xfrm>
                        <a:off x="3546374" y="5053738"/>
                        <a:ext cx="175418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 name="Object 27"/>
          <p:cNvGraphicFramePr>
            <a:graphicFrameLocks noChangeAspect="1"/>
          </p:cNvGraphicFramePr>
          <p:nvPr>
            <p:extLst>
              <p:ext uri="{D42A27DB-BD31-4B8C-83A1-F6EECF244321}">
                <p14:modId xmlns:p14="http://schemas.microsoft.com/office/powerpoint/2010/main" val="3347187054"/>
              </p:ext>
            </p:extLst>
          </p:nvPr>
        </p:nvGraphicFramePr>
        <p:xfrm>
          <a:off x="3546374" y="5818188"/>
          <a:ext cx="1989138" cy="527050"/>
        </p:xfrm>
        <a:graphic>
          <a:graphicData uri="http://schemas.openxmlformats.org/presentationml/2006/ole">
            <mc:AlternateContent xmlns:mc="http://schemas.openxmlformats.org/markup-compatibility/2006">
              <mc:Choice xmlns:v="urn:schemas-microsoft-com:vml" Requires="v">
                <p:oleObj name="Equation" r:id="rId8" imgW="863280" imgH="228600" progId="Equation.DSMT4">
                  <p:embed/>
                </p:oleObj>
              </mc:Choice>
              <mc:Fallback>
                <p:oleObj name="Equation" r:id="rId8" imgW="863280" imgH="228600" progId="Equation.DSMT4">
                  <p:embed/>
                  <p:pic>
                    <p:nvPicPr>
                      <p:cNvPr id="36" name="Object 27"/>
                      <p:cNvPicPr>
                        <a:picLocks noChangeAspect="1" noChangeArrowheads="1"/>
                      </p:cNvPicPr>
                      <p:nvPr/>
                    </p:nvPicPr>
                    <p:blipFill>
                      <a:blip r:embed="rId9"/>
                      <a:srcRect/>
                      <a:stretch>
                        <a:fillRect/>
                      </a:stretch>
                    </p:blipFill>
                    <p:spPr bwMode="auto">
                      <a:xfrm>
                        <a:off x="3546374" y="5818188"/>
                        <a:ext cx="198913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矩形 46"/>
          <p:cNvSpPr/>
          <p:nvPr/>
        </p:nvSpPr>
        <p:spPr>
          <a:xfrm>
            <a:off x="1863441" y="467380"/>
            <a:ext cx="4264309" cy="523220"/>
          </a:xfrm>
          <a:prstGeom prst="rect">
            <a:avLst/>
          </a:prstGeom>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表</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 DTFT</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的主要特性</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9" name="对象 5"/>
          <p:cNvGraphicFramePr>
            <a:graphicFrameLocks noChangeAspect="1"/>
          </p:cNvGraphicFramePr>
          <p:nvPr>
            <p:extLst>
              <p:ext uri="{D42A27DB-BD31-4B8C-83A1-F6EECF244321}">
                <p14:modId xmlns:p14="http://schemas.microsoft.com/office/powerpoint/2010/main" val="2837556412"/>
              </p:ext>
            </p:extLst>
          </p:nvPr>
        </p:nvGraphicFramePr>
        <p:xfrm>
          <a:off x="574574" y="5110887"/>
          <a:ext cx="800100" cy="433388"/>
        </p:xfrm>
        <a:graphic>
          <a:graphicData uri="http://schemas.openxmlformats.org/presentationml/2006/ole">
            <mc:AlternateContent xmlns:mc="http://schemas.openxmlformats.org/markup-compatibility/2006">
              <mc:Choice xmlns:v="urn:schemas-microsoft-com:vml" Requires="v">
                <p:oleObj name="Equation" r:id="rId10" imgW="444240" imgH="241200" progId="Equation.DSMT4">
                  <p:embed/>
                </p:oleObj>
              </mc:Choice>
              <mc:Fallback>
                <p:oleObj name="Equation" r:id="rId10" imgW="444240" imgH="241200" progId="Equation.DSMT4">
                  <p:embed/>
                  <p:pic>
                    <p:nvPicPr>
                      <p:cNvPr id="38" name="对象 5"/>
                      <p:cNvPicPr>
                        <a:picLocks noChangeAspect="1" noChangeArrowheads="1"/>
                      </p:cNvPicPr>
                      <p:nvPr/>
                    </p:nvPicPr>
                    <p:blipFill>
                      <a:blip r:embed="rId11"/>
                      <a:srcRect/>
                      <a:stretch>
                        <a:fillRect/>
                      </a:stretch>
                    </p:blipFill>
                    <p:spPr bwMode="auto">
                      <a:xfrm>
                        <a:off x="574574" y="5110887"/>
                        <a:ext cx="8001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对象 6"/>
          <p:cNvGraphicFramePr>
            <a:graphicFrameLocks noChangeAspect="1"/>
          </p:cNvGraphicFramePr>
          <p:nvPr>
            <p:extLst>
              <p:ext uri="{D42A27DB-BD31-4B8C-83A1-F6EECF244321}">
                <p14:modId xmlns:p14="http://schemas.microsoft.com/office/powerpoint/2010/main" val="637121086"/>
              </p:ext>
            </p:extLst>
          </p:nvPr>
        </p:nvGraphicFramePr>
        <p:xfrm>
          <a:off x="574574" y="5831276"/>
          <a:ext cx="800100" cy="434975"/>
        </p:xfrm>
        <a:graphic>
          <a:graphicData uri="http://schemas.openxmlformats.org/presentationml/2006/ole">
            <mc:AlternateContent xmlns:mc="http://schemas.openxmlformats.org/markup-compatibility/2006">
              <mc:Choice xmlns:v="urn:schemas-microsoft-com:vml" Requires="v">
                <p:oleObj name="Equation" r:id="rId12" imgW="444240" imgH="241200" progId="Equation.DSMT4">
                  <p:embed/>
                </p:oleObj>
              </mc:Choice>
              <mc:Fallback>
                <p:oleObj name="Equation" r:id="rId12" imgW="444240" imgH="241200" progId="Equation.DSMT4">
                  <p:embed/>
                  <p:pic>
                    <p:nvPicPr>
                      <p:cNvPr id="39" name="对象 6"/>
                      <p:cNvPicPr>
                        <a:picLocks noChangeAspect="1" noChangeArrowheads="1"/>
                      </p:cNvPicPr>
                      <p:nvPr/>
                    </p:nvPicPr>
                    <p:blipFill>
                      <a:blip r:embed="rId13"/>
                      <a:srcRect/>
                      <a:stretch>
                        <a:fillRect/>
                      </a:stretch>
                    </p:blipFill>
                    <p:spPr bwMode="auto">
                      <a:xfrm>
                        <a:off x="574574" y="5831276"/>
                        <a:ext cx="8001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 name="矩形 50"/>
          <p:cNvSpPr/>
          <p:nvPr/>
        </p:nvSpPr>
        <p:spPr>
          <a:xfrm>
            <a:off x="1377031" y="4973638"/>
            <a:ext cx="1657826" cy="707886"/>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实序列</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的</a:t>
            </a:r>
            <a:endPar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偶部</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3" name="矩形 52"/>
          <p:cNvSpPr/>
          <p:nvPr/>
        </p:nvSpPr>
        <p:spPr>
          <a:xfrm>
            <a:off x="1234354" y="3373438"/>
            <a:ext cx="1943771"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为</a:t>
            </a:r>
            <a:r>
              <a:rPr kumimoji="0"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实序列</a:t>
            </a:r>
            <a:endParaRPr kumimoji="0" lang="en-US" altLang="zh-CN"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58" name="矩形 57"/>
          <p:cNvSpPr/>
          <p:nvPr/>
        </p:nvSpPr>
        <p:spPr>
          <a:xfrm>
            <a:off x="1378635" y="5713552"/>
            <a:ext cx="1657826" cy="707886"/>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实序列</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的</a:t>
            </a:r>
            <a:endPar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奇部</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 name="矩形 58"/>
          <p:cNvSpPr/>
          <p:nvPr/>
        </p:nvSpPr>
        <p:spPr>
          <a:xfrm>
            <a:off x="7321550" y="2687638"/>
            <a:ext cx="173156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共轭偶对称</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60" name="对象 1"/>
          <p:cNvGraphicFramePr>
            <a:graphicFrameLocks noChangeAspect="1"/>
          </p:cNvGraphicFramePr>
          <p:nvPr>
            <p:extLst>
              <p:ext uri="{D42A27DB-BD31-4B8C-83A1-F6EECF244321}">
                <p14:modId xmlns:p14="http://schemas.microsoft.com/office/powerpoint/2010/main" val="258034540"/>
              </p:ext>
            </p:extLst>
          </p:nvPr>
        </p:nvGraphicFramePr>
        <p:xfrm>
          <a:off x="3359150" y="4059238"/>
          <a:ext cx="2489040" cy="558720"/>
        </p:xfrm>
        <a:graphic>
          <a:graphicData uri="http://schemas.openxmlformats.org/presentationml/2006/ole">
            <mc:AlternateContent xmlns:mc="http://schemas.openxmlformats.org/markup-compatibility/2006">
              <mc:Choice xmlns:v="urn:schemas-microsoft-com:vml" Requires="v">
                <p:oleObj name="Equation" r:id="rId14" imgW="1244520" imgH="279360" progId="Equation.DSMT4">
                  <p:embed/>
                </p:oleObj>
              </mc:Choice>
              <mc:Fallback>
                <p:oleObj name="Equation" r:id="rId14" imgW="1244520" imgH="279360" progId="Equation.DSMT4">
                  <p:embed/>
                  <p:pic>
                    <p:nvPicPr>
                      <p:cNvPr id="41" name="对象 1"/>
                      <p:cNvPicPr>
                        <a:picLocks noChangeAspect="1" noChangeArrowheads="1"/>
                      </p:cNvPicPr>
                      <p:nvPr/>
                    </p:nvPicPr>
                    <p:blipFill>
                      <a:blip r:embed="rId15"/>
                      <a:srcRect/>
                      <a:stretch>
                        <a:fillRect/>
                      </a:stretch>
                    </p:blipFill>
                    <p:spPr bwMode="auto">
                      <a:xfrm>
                        <a:off x="3359150" y="4059238"/>
                        <a:ext cx="2489040" cy="558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Object 27"/>
          <p:cNvGraphicFramePr>
            <a:graphicFrameLocks noChangeAspect="1"/>
          </p:cNvGraphicFramePr>
          <p:nvPr>
            <p:extLst>
              <p:ext uri="{D42A27DB-BD31-4B8C-83A1-F6EECF244321}">
                <p14:modId xmlns:p14="http://schemas.microsoft.com/office/powerpoint/2010/main" val="3225856789"/>
              </p:ext>
            </p:extLst>
          </p:nvPr>
        </p:nvGraphicFramePr>
        <p:xfrm>
          <a:off x="3366938" y="3144838"/>
          <a:ext cx="3403440" cy="457200"/>
        </p:xfrm>
        <a:graphic>
          <a:graphicData uri="http://schemas.openxmlformats.org/presentationml/2006/ole">
            <mc:AlternateContent xmlns:mc="http://schemas.openxmlformats.org/markup-compatibility/2006">
              <mc:Choice xmlns:v="urn:schemas-microsoft-com:vml" Requires="v">
                <p:oleObj name="Equation" r:id="rId16" imgW="1701720" imgH="228600" progId="Equation.DSMT4">
                  <p:embed/>
                </p:oleObj>
              </mc:Choice>
              <mc:Fallback>
                <p:oleObj name="Equation" r:id="rId16" imgW="1701720" imgH="228600" progId="Equation.DSMT4">
                  <p:embed/>
                  <p:pic>
                    <p:nvPicPr>
                      <p:cNvPr id="48" name="Object 27"/>
                      <p:cNvPicPr>
                        <a:picLocks noChangeAspect="1" noChangeArrowheads="1"/>
                      </p:cNvPicPr>
                      <p:nvPr/>
                    </p:nvPicPr>
                    <p:blipFill>
                      <a:blip r:embed="rId17"/>
                      <a:srcRect/>
                      <a:stretch>
                        <a:fillRect/>
                      </a:stretch>
                    </p:blipFill>
                    <p:spPr bwMode="auto">
                      <a:xfrm>
                        <a:off x="3366938" y="3144838"/>
                        <a:ext cx="340344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对象 1"/>
          <p:cNvGraphicFramePr>
            <a:graphicFrameLocks noChangeAspect="1"/>
          </p:cNvGraphicFramePr>
          <p:nvPr>
            <p:extLst>
              <p:ext uri="{D42A27DB-BD31-4B8C-83A1-F6EECF244321}">
                <p14:modId xmlns:p14="http://schemas.microsoft.com/office/powerpoint/2010/main" val="2103178365"/>
              </p:ext>
            </p:extLst>
          </p:nvPr>
        </p:nvGraphicFramePr>
        <p:xfrm>
          <a:off x="3317618" y="4516438"/>
          <a:ext cx="3885840" cy="457200"/>
        </p:xfrm>
        <a:graphic>
          <a:graphicData uri="http://schemas.openxmlformats.org/presentationml/2006/ole">
            <mc:AlternateContent xmlns:mc="http://schemas.openxmlformats.org/markup-compatibility/2006">
              <mc:Choice xmlns:v="urn:schemas-microsoft-com:vml" Requires="v">
                <p:oleObj name="Equation" r:id="rId18" imgW="1942920" imgH="228600" progId="Equation.DSMT4">
                  <p:embed/>
                </p:oleObj>
              </mc:Choice>
              <mc:Fallback>
                <p:oleObj name="Equation" r:id="rId18" imgW="1942920" imgH="228600" progId="Equation.DSMT4">
                  <p:embed/>
                  <p:pic>
                    <p:nvPicPr>
                      <p:cNvPr id="51" name="对象 1"/>
                      <p:cNvPicPr>
                        <a:picLocks noChangeAspect="1" noChangeArrowheads="1"/>
                      </p:cNvPicPr>
                      <p:nvPr/>
                    </p:nvPicPr>
                    <p:blipFill>
                      <a:blip r:embed="rId19"/>
                      <a:srcRect/>
                      <a:stretch>
                        <a:fillRect/>
                      </a:stretch>
                    </p:blipFill>
                    <p:spPr bwMode="auto">
                      <a:xfrm>
                        <a:off x="3317618" y="4516438"/>
                        <a:ext cx="388584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 name="Object 27"/>
          <p:cNvGraphicFramePr>
            <a:graphicFrameLocks noChangeAspect="1"/>
          </p:cNvGraphicFramePr>
          <p:nvPr>
            <p:extLst>
              <p:ext uri="{D42A27DB-BD31-4B8C-83A1-F6EECF244321}">
                <p14:modId xmlns:p14="http://schemas.microsoft.com/office/powerpoint/2010/main" val="907402408"/>
              </p:ext>
            </p:extLst>
          </p:nvPr>
        </p:nvGraphicFramePr>
        <p:xfrm>
          <a:off x="3366938" y="3602038"/>
          <a:ext cx="3631680" cy="457200"/>
        </p:xfrm>
        <a:graphic>
          <a:graphicData uri="http://schemas.openxmlformats.org/presentationml/2006/ole">
            <mc:AlternateContent xmlns:mc="http://schemas.openxmlformats.org/markup-compatibility/2006">
              <mc:Choice xmlns:v="urn:schemas-microsoft-com:vml" Requires="v">
                <p:oleObj name="Equation" r:id="rId20" imgW="1815840" imgH="228600" progId="Equation.DSMT4">
                  <p:embed/>
                </p:oleObj>
              </mc:Choice>
              <mc:Fallback>
                <p:oleObj name="Equation" r:id="rId20" imgW="1815840" imgH="228600" progId="Equation.DSMT4">
                  <p:embed/>
                  <p:pic>
                    <p:nvPicPr>
                      <p:cNvPr id="52" name="Object 27"/>
                      <p:cNvPicPr>
                        <a:picLocks noChangeAspect="1" noChangeArrowheads="1"/>
                      </p:cNvPicPr>
                      <p:nvPr/>
                    </p:nvPicPr>
                    <p:blipFill>
                      <a:blip r:embed="rId21"/>
                      <a:srcRect/>
                      <a:stretch>
                        <a:fillRect/>
                      </a:stretch>
                    </p:blipFill>
                    <p:spPr bwMode="auto">
                      <a:xfrm>
                        <a:off x="3366938" y="3602038"/>
                        <a:ext cx="363168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 name="矩形 63"/>
          <p:cNvSpPr/>
          <p:nvPr/>
        </p:nvSpPr>
        <p:spPr>
          <a:xfrm>
            <a:off x="7340983" y="3154212"/>
            <a:ext cx="1733167"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实部偶对称</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 name="矩形 64"/>
          <p:cNvSpPr/>
          <p:nvPr/>
        </p:nvSpPr>
        <p:spPr>
          <a:xfrm>
            <a:off x="7339380" y="4059238"/>
            <a:ext cx="1734770"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幅度偶对称</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 name="矩形 65"/>
          <p:cNvSpPr/>
          <p:nvPr/>
        </p:nvSpPr>
        <p:spPr>
          <a:xfrm>
            <a:off x="7340983" y="4516438"/>
            <a:ext cx="1733167"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相位奇对称</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 name="矩形 66"/>
          <p:cNvSpPr/>
          <p:nvPr/>
        </p:nvSpPr>
        <p:spPr>
          <a:xfrm>
            <a:off x="7329657" y="3635673"/>
            <a:ext cx="1733167"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虚部奇对称</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cxnSp>
        <p:nvCxnSpPr>
          <p:cNvPr id="68" name="直接连接符 12"/>
          <p:cNvCxnSpPr/>
          <p:nvPr/>
        </p:nvCxnSpPr>
        <p:spPr>
          <a:xfrm>
            <a:off x="3359150" y="3154212"/>
            <a:ext cx="2768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Rectangle 6"/>
          <p:cNvSpPr>
            <a:spLocks noChangeArrowheads="1"/>
          </p:cNvSpPr>
          <p:nvPr/>
        </p:nvSpPr>
        <p:spPr bwMode="auto">
          <a:xfrm>
            <a:off x="-936675" y="1143000"/>
            <a:ext cx="8229600"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b="1" dirty="0">
                <a:latin typeface="Arial" panose="020B0604020202020204" pitchFamily="34" charset="0"/>
              </a:rPr>
              <a:t>                           序列                    </a:t>
            </a:r>
            <a:r>
              <a:rPr lang="en-US" altLang="zh-CN" b="1" dirty="0">
                <a:latin typeface="+mj-lt"/>
              </a:rPr>
              <a:t>DTFT</a:t>
            </a:r>
            <a:endParaRPr lang="zh-CN" altLang="en-US" b="1" dirty="0">
              <a:latin typeface="+mj-lt"/>
            </a:endParaRPr>
          </a:p>
        </p:txBody>
      </p:sp>
      <p:graphicFrame>
        <p:nvGraphicFramePr>
          <p:cNvPr id="46" name="Object 27"/>
          <p:cNvGraphicFramePr>
            <a:graphicFrameLocks noChangeAspect="1"/>
          </p:cNvGraphicFramePr>
          <p:nvPr>
            <p:extLst>
              <p:ext uri="{D42A27DB-BD31-4B8C-83A1-F6EECF244321}">
                <p14:modId xmlns:p14="http://schemas.microsoft.com/office/powerpoint/2010/main" val="2436114668"/>
              </p:ext>
            </p:extLst>
          </p:nvPr>
        </p:nvGraphicFramePr>
        <p:xfrm>
          <a:off x="926949" y="1620838"/>
          <a:ext cx="1218960" cy="406080"/>
        </p:xfrm>
        <a:graphic>
          <a:graphicData uri="http://schemas.openxmlformats.org/presentationml/2006/ole">
            <mc:AlternateContent xmlns:mc="http://schemas.openxmlformats.org/markup-compatibility/2006">
              <mc:Choice xmlns:v="urn:schemas-microsoft-com:vml" Requires="v">
                <p:oleObj name="Equation" r:id="rId22" imgW="609480" imgH="203040" progId="Equation.DSMT4">
                  <p:embed/>
                </p:oleObj>
              </mc:Choice>
              <mc:Fallback>
                <p:oleObj name="Equation" r:id="rId22" imgW="609480" imgH="203040" progId="Equation.DSMT4">
                  <p:embed/>
                  <p:pic>
                    <p:nvPicPr>
                      <p:cNvPr id="5" name="Object 27"/>
                      <p:cNvPicPr>
                        <a:picLocks noChangeAspect="1" noChangeArrowheads="1"/>
                      </p:cNvPicPr>
                      <p:nvPr/>
                    </p:nvPicPr>
                    <p:blipFill>
                      <a:blip r:embed="rId23"/>
                      <a:srcRect/>
                      <a:stretch>
                        <a:fillRect/>
                      </a:stretch>
                    </p:blipFill>
                    <p:spPr bwMode="auto">
                      <a:xfrm>
                        <a:off x="926949" y="1620838"/>
                        <a:ext cx="1218960" cy="40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 name="Line 7"/>
          <p:cNvSpPr>
            <a:spLocks noChangeShapeType="1"/>
          </p:cNvSpPr>
          <p:nvPr/>
        </p:nvSpPr>
        <p:spPr bwMode="auto">
          <a:xfrm>
            <a:off x="352375" y="1173164"/>
            <a:ext cx="6940550" cy="4762"/>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 name="Line 8"/>
          <p:cNvSpPr>
            <a:spLocks noChangeShapeType="1"/>
          </p:cNvSpPr>
          <p:nvPr/>
        </p:nvSpPr>
        <p:spPr bwMode="auto">
          <a:xfrm>
            <a:off x="352375" y="1601788"/>
            <a:ext cx="6940550" cy="1905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 name="Line 9"/>
          <p:cNvSpPr>
            <a:spLocks noChangeShapeType="1"/>
          </p:cNvSpPr>
          <p:nvPr/>
        </p:nvSpPr>
        <p:spPr bwMode="auto">
          <a:xfrm flipV="1">
            <a:off x="352375" y="2135188"/>
            <a:ext cx="6940550" cy="1905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55" name="Object 27"/>
          <p:cNvGraphicFramePr>
            <a:graphicFrameLocks noChangeAspect="1"/>
          </p:cNvGraphicFramePr>
          <p:nvPr>
            <p:extLst>
              <p:ext uri="{D42A27DB-BD31-4B8C-83A1-F6EECF244321}">
                <p14:modId xmlns:p14="http://schemas.microsoft.com/office/powerpoint/2010/main" val="160740823"/>
              </p:ext>
            </p:extLst>
          </p:nvPr>
        </p:nvGraphicFramePr>
        <p:xfrm>
          <a:off x="850749" y="2226945"/>
          <a:ext cx="1422000" cy="406080"/>
        </p:xfrm>
        <a:graphic>
          <a:graphicData uri="http://schemas.openxmlformats.org/presentationml/2006/ole">
            <mc:AlternateContent xmlns:mc="http://schemas.openxmlformats.org/markup-compatibility/2006">
              <mc:Choice xmlns:v="urn:schemas-microsoft-com:vml" Requires="v">
                <p:oleObj name="Equation" r:id="rId24" imgW="711000" imgH="203040" progId="Equation.DSMT4">
                  <p:embed/>
                </p:oleObj>
              </mc:Choice>
              <mc:Fallback>
                <p:oleObj name="Equation" r:id="rId24" imgW="711000" imgH="203040" progId="Equation.DSMT4">
                  <p:embed/>
                  <p:pic>
                    <p:nvPicPr>
                      <p:cNvPr id="14" name="Object 27"/>
                      <p:cNvPicPr>
                        <a:picLocks noChangeAspect="1" noChangeArrowheads="1"/>
                      </p:cNvPicPr>
                      <p:nvPr/>
                    </p:nvPicPr>
                    <p:blipFill>
                      <a:blip r:embed="rId25"/>
                      <a:srcRect/>
                      <a:stretch>
                        <a:fillRect/>
                      </a:stretch>
                    </p:blipFill>
                    <p:spPr bwMode="auto">
                      <a:xfrm>
                        <a:off x="850749" y="2226945"/>
                        <a:ext cx="1422000" cy="40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21"/>
          <p:cNvGraphicFramePr>
            <a:graphicFrameLocks noChangeAspect="1"/>
          </p:cNvGraphicFramePr>
          <p:nvPr>
            <p:extLst>
              <p:ext uri="{D42A27DB-BD31-4B8C-83A1-F6EECF244321}">
                <p14:modId xmlns:p14="http://schemas.microsoft.com/office/powerpoint/2010/main" val="748097006"/>
              </p:ext>
            </p:extLst>
          </p:nvPr>
        </p:nvGraphicFramePr>
        <p:xfrm>
          <a:off x="3368675" y="1620838"/>
          <a:ext cx="1066320" cy="482400"/>
        </p:xfrm>
        <a:graphic>
          <a:graphicData uri="http://schemas.openxmlformats.org/presentationml/2006/ole">
            <mc:AlternateContent xmlns:mc="http://schemas.openxmlformats.org/markup-compatibility/2006">
              <mc:Choice xmlns:v="urn:schemas-microsoft-com:vml" Requires="v">
                <p:oleObj name="Equation" r:id="rId26" imgW="533160" imgH="241200" progId="Equation.DSMT4">
                  <p:embed/>
                </p:oleObj>
              </mc:Choice>
              <mc:Fallback>
                <p:oleObj name="Equation" r:id="rId26" imgW="533160" imgH="241200" progId="Equation.DSMT4">
                  <p:embed/>
                  <p:pic>
                    <p:nvPicPr>
                      <p:cNvPr id="15" name="Object 21"/>
                      <p:cNvPicPr>
                        <a:picLocks noChangeAspect="1" noChangeArrowheads="1"/>
                      </p:cNvPicPr>
                      <p:nvPr/>
                    </p:nvPicPr>
                    <p:blipFill>
                      <a:blip r:embed="rId27"/>
                      <a:srcRect/>
                      <a:stretch>
                        <a:fillRect/>
                      </a:stretch>
                    </p:blipFill>
                    <p:spPr bwMode="auto">
                      <a:xfrm>
                        <a:off x="3368675" y="1620838"/>
                        <a:ext cx="1066320" cy="48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ct 21"/>
          <p:cNvGraphicFramePr>
            <a:graphicFrameLocks noChangeAspect="1"/>
          </p:cNvGraphicFramePr>
          <p:nvPr>
            <p:extLst>
              <p:ext uri="{D42A27DB-BD31-4B8C-83A1-F6EECF244321}">
                <p14:modId xmlns:p14="http://schemas.microsoft.com/office/powerpoint/2010/main" val="1461542660"/>
              </p:ext>
            </p:extLst>
          </p:nvPr>
        </p:nvGraphicFramePr>
        <p:xfrm>
          <a:off x="3352800" y="2154238"/>
          <a:ext cx="1091520" cy="482400"/>
        </p:xfrm>
        <a:graphic>
          <a:graphicData uri="http://schemas.openxmlformats.org/presentationml/2006/ole">
            <mc:AlternateContent xmlns:mc="http://schemas.openxmlformats.org/markup-compatibility/2006">
              <mc:Choice xmlns:v="urn:schemas-microsoft-com:vml" Requires="v">
                <p:oleObj name="Equation" r:id="rId28" imgW="545760" imgH="241200" progId="Equation.DSMT4">
                  <p:embed/>
                </p:oleObj>
              </mc:Choice>
              <mc:Fallback>
                <p:oleObj name="Equation" r:id="rId28" imgW="545760" imgH="241200" progId="Equation.DSMT4">
                  <p:embed/>
                  <p:pic>
                    <p:nvPicPr>
                      <p:cNvPr id="16" name="Object 21"/>
                      <p:cNvPicPr>
                        <a:picLocks noChangeAspect="1" noChangeArrowheads="1"/>
                      </p:cNvPicPr>
                      <p:nvPr/>
                    </p:nvPicPr>
                    <p:blipFill>
                      <a:blip r:embed="rId29"/>
                      <a:srcRect/>
                      <a:stretch>
                        <a:fillRect/>
                      </a:stretch>
                    </p:blipFill>
                    <p:spPr bwMode="auto">
                      <a:xfrm>
                        <a:off x="3352800" y="2154238"/>
                        <a:ext cx="1091520" cy="48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 name="矩形 68"/>
          <p:cNvSpPr/>
          <p:nvPr/>
        </p:nvSpPr>
        <p:spPr>
          <a:xfrm>
            <a:off x="5465516" y="1671320"/>
            <a:ext cx="2379177" cy="400110"/>
          </a:xfrm>
          <a:prstGeom prst="rect">
            <a:avLst/>
          </a:prstGeom>
        </p:spPr>
        <p:txBody>
          <a:bodyPr wrap="none">
            <a:spAutoFit/>
          </a:bodyPr>
          <a:lstStyle/>
          <a:p>
            <a:r>
              <a:rPr lang="zh-CN" altLang="en-US" sz="2000" b="1" dirty="0">
                <a:solidFill>
                  <a:srgbClr val="000000"/>
                </a:solidFill>
                <a:latin typeface="宋体" panose="02010600030101010101" pitchFamily="2" charset="-122"/>
              </a:rPr>
              <a:t>的共轭偶对称部分</a:t>
            </a:r>
            <a:r>
              <a:rPr lang="en-US" altLang="zh-CN" sz="2000" b="1" dirty="0">
                <a:latin typeface="+mn-ea"/>
              </a:rPr>
              <a:t>]</a:t>
            </a:r>
            <a:endParaRPr lang="zh-CN" altLang="en-US" sz="2000" b="1" dirty="0">
              <a:latin typeface="+mn-ea"/>
            </a:endParaRPr>
          </a:p>
        </p:txBody>
      </p:sp>
      <p:graphicFrame>
        <p:nvGraphicFramePr>
          <p:cNvPr id="70" name="Object 21"/>
          <p:cNvGraphicFramePr>
            <a:graphicFrameLocks noChangeAspect="1"/>
          </p:cNvGraphicFramePr>
          <p:nvPr>
            <p:extLst>
              <p:ext uri="{D42A27DB-BD31-4B8C-83A1-F6EECF244321}">
                <p14:modId xmlns:p14="http://schemas.microsoft.com/office/powerpoint/2010/main" val="3010341447"/>
              </p:ext>
            </p:extLst>
          </p:nvPr>
        </p:nvGraphicFramePr>
        <p:xfrm>
          <a:off x="4627316" y="1649032"/>
          <a:ext cx="990000" cy="457200"/>
        </p:xfrm>
        <a:graphic>
          <a:graphicData uri="http://schemas.openxmlformats.org/presentationml/2006/ole">
            <mc:AlternateContent xmlns:mc="http://schemas.openxmlformats.org/markup-compatibility/2006">
              <mc:Choice xmlns:v="urn:schemas-microsoft-com:vml" Requires="v">
                <p:oleObj name="Equation" r:id="rId30" imgW="495000" imgH="228600" progId="Equation.DSMT4">
                  <p:embed/>
                </p:oleObj>
              </mc:Choice>
              <mc:Fallback>
                <p:oleObj name="Equation" r:id="rId30" imgW="495000" imgH="228600" progId="Equation.DSMT4">
                  <p:embed/>
                  <p:pic>
                    <p:nvPicPr>
                      <p:cNvPr id="26" name="Object 21"/>
                      <p:cNvPicPr>
                        <a:picLocks noChangeAspect="1" noChangeArrowheads="1"/>
                      </p:cNvPicPr>
                      <p:nvPr/>
                    </p:nvPicPr>
                    <p:blipFill>
                      <a:blip r:embed="rId31"/>
                      <a:srcRect/>
                      <a:stretch>
                        <a:fillRect/>
                      </a:stretch>
                    </p:blipFill>
                    <p:spPr bwMode="auto">
                      <a:xfrm>
                        <a:off x="4627316" y="1649032"/>
                        <a:ext cx="99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 name="矩形 70"/>
          <p:cNvSpPr/>
          <p:nvPr/>
        </p:nvSpPr>
        <p:spPr>
          <a:xfrm>
            <a:off x="4407051" y="2223908"/>
            <a:ext cx="3547766" cy="400110"/>
          </a:xfrm>
          <a:prstGeom prst="rect">
            <a:avLst/>
          </a:prstGeom>
        </p:spPr>
        <p:txBody>
          <a:bodyPr wrap="none">
            <a:spAutoFit/>
          </a:bodyPr>
          <a:lstStyle/>
          <a:p>
            <a:pPr eaLnBrk="1" hangingPunct="1">
              <a:spcBef>
                <a:spcPct val="20000"/>
              </a:spcBef>
              <a:defRPr/>
            </a:pPr>
            <a:r>
              <a:rPr lang="en-US" altLang="zh-CN" sz="2000" b="1" dirty="0">
                <a:latin typeface="+mn-ea"/>
                <a:ea typeface="+mn-ea"/>
              </a:rPr>
              <a:t>[       </a:t>
            </a:r>
            <a:r>
              <a:rPr lang="zh-CN" altLang="en-US" sz="2000" b="1" dirty="0">
                <a:latin typeface="+mn-ea"/>
                <a:ea typeface="+mn-ea"/>
              </a:rPr>
              <a:t>的共轭奇对称部分</a:t>
            </a:r>
            <a:r>
              <a:rPr lang="en-US" altLang="zh-CN" sz="2000" b="1" dirty="0">
                <a:latin typeface="+mn-ea"/>
                <a:ea typeface="+mn-ea"/>
              </a:rPr>
              <a:t>]</a:t>
            </a:r>
            <a:endParaRPr lang="zh-CN" altLang="en-US" sz="2000" b="1" dirty="0">
              <a:latin typeface="+mn-ea"/>
              <a:ea typeface="+mn-ea"/>
            </a:endParaRPr>
          </a:p>
        </p:txBody>
      </p:sp>
      <p:sp>
        <p:nvSpPr>
          <p:cNvPr id="72" name="矩形 71"/>
          <p:cNvSpPr/>
          <p:nvPr/>
        </p:nvSpPr>
        <p:spPr>
          <a:xfrm>
            <a:off x="4424825" y="1677928"/>
            <a:ext cx="314510" cy="400110"/>
          </a:xfrm>
          <a:prstGeom prst="rect">
            <a:avLst/>
          </a:prstGeom>
        </p:spPr>
        <p:txBody>
          <a:bodyPr wrap="none">
            <a:spAutoFit/>
          </a:bodyPr>
          <a:lstStyle/>
          <a:p>
            <a:r>
              <a:rPr lang="en-US" altLang="zh-CN" sz="2000" b="1" dirty="0">
                <a:solidFill>
                  <a:srgbClr val="000000"/>
                </a:solidFill>
                <a:latin typeface="宋体"/>
                <a:ea typeface="宋体"/>
              </a:rPr>
              <a:t>[</a:t>
            </a:r>
            <a:endParaRPr lang="zh-CN" altLang="en-US" dirty="0"/>
          </a:p>
        </p:txBody>
      </p:sp>
      <p:graphicFrame>
        <p:nvGraphicFramePr>
          <p:cNvPr id="73" name="Object 21"/>
          <p:cNvGraphicFramePr>
            <a:graphicFrameLocks noChangeAspect="1"/>
          </p:cNvGraphicFramePr>
          <p:nvPr>
            <p:extLst>
              <p:ext uri="{D42A27DB-BD31-4B8C-83A1-F6EECF244321}">
                <p14:modId xmlns:p14="http://schemas.microsoft.com/office/powerpoint/2010/main" val="1099158939"/>
              </p:ext>
            </p:extLst>
          </p:nvPr>
        </p:nvGraphicFramePr>
        <p:xfrm>
          <a:off x="4602017" y="2200592"/>
          <a:ext cx="990000" cy="457200"/>
        </p:xfrm>
        <a:graphic>
          <a:graphicData uri="http://schemas.openxmlformats.org/presentationml/2006/ole">
            <mc:AlternateContent xmlns:mc="http://schemas.openxmlformats.org/markup-compatibility/2006">
              <mc:Choice xmlns:v="urn:schemas-microsoft-com:vml" Requires="v">
                <p:oleObj name="Equation" r:id="rId30" imgW="495000" imgH="228600" progId="Equation.DSMT4">
                  <p:embed/>
                </p:oleObj>
              </mc:Choice>
              <mc:Fallback>
                <p:oleObj name="Equation" r:id="rId30" imgW="495000" imgH="228600" progId="Equation.DSMT4">
                  <p:embed/>
                  <p:pic>
                    <p:nvPicPr>
                      <p:cNvPr id="29" name="Object 21"/>
                      <p:cNvPicPr>
                        <a:picLocks noChangeAspect="1" noChangeArrowheads="1"/>
                      </p:cNvPicPr>
                      <p:nvPr/>
                    </p:nvPicPr>
                    <p:blipFill>
                      <a:blip r:embed="rId31"/>
                      <a:srcRect/>
                      <a:stretch>
                        <a:fillRect/>
                      </a:stretch>
                    </p:blipFill>
                    <p:spPr bwMode="auto">
                      <a:xfrm>
                        <a:off x="4602017" y="2200592"/>
                        <a:ext cx="99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3585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1000"/>
                                        <p:tgtEl>
                                          <p:spTgt spid="63"/>
                                        </p:tgtEl>
                                      </p:cBhvr>
                                    </p:animEffect>
                                    <p:anim calcmode="lin" valueType="num">
                                      <p:cBhvr>
                                        <p:cTn id="13" dur="1000" fill="hold"/>
                                        <p:tgtEl>
                                          <p:spTgt spid="63"/>
                                        </p:tgtEl>
                                        <p:attrNameLst>
                                          <p:attrName>ppt_x</p:attrName>
                                        </p:attrNameLst>
                                      </p:cBhvr>
                                      <p:tavLst>
                                        <p:tav tm="0">
                                          <p:val>
                                            <p:strVal val="#ppt_x"/>
                                          </p:val>
                                        </p:tav>
                                        <p:tav tm="100000">
                                          <p:val>
                                            <p:strVal val="#ppt_x"/>
                                          </p:val>
                                        </p:tav>
                                      </p:tavLst>
                                    </p:anim>
                                    <p:anim calcmode="lin" valueType="num">
                                      <p:cBhvr>
                                        <p:cTn id="14" dur="1000" fill="hold"/>
                                        <p:tgtEl>
                                          <p:spTgt spid="6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1000"/>
                                        <p:tgtEl>
                                          <p:spTgt spid="64"/>
                                        </p:tgtEl>
                                      </p:cBhvr>
                                    </p:animEffect>
                                    <p:anim calcmode="lin" valueType="num">
                                      <p:cBhvr>
                                        <p:cTn id="18" dur="1000" fill="hold"/>
                                        <p:tgtEl>
                                          <p:spTgt spid="64"/>
                                        </p:tgtEl>
                                        <p:attrNameLst>
                                          <p:attrName>ppt_x</p:attrName>
                                        </p:attrNameLst>
                                      </p:cBhvr>
                                      <p:tavLst>
                                        <p:tav tm="0">
                                          <p:val>
                                            <p:strVal val="#ppt_x"/>
                                          </p:val>
                                        </p:tav>
                                        <p:tav tm="100000">
                                          <p:val>
                                            <p:strVal val="#ppt_x"/>
                                          </p:val>
                                        </p:tav>
                                      </p:tavLst>
                                    </p:anim>
                                    <p:anim calcmode="lin" valueType="num">
                                      <p:cBhvr>
                                        <p:cTn id="19" dur="1000" fill="hold"/>
                                        <p:tgtEl>
                                          <p:spTgt spid="6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1000"/>
                                        <p:tgtEl>
                                          <p:spTgt spid="67"/>
                                        </p:tgtEl>
                                      </p:cBhvr>
                                    </p:animEffect>
                                    <p:anim calcmode="lin" valueType="num">
                                      <p:cBhvr>
                                        <p:cTn id="23" dur="1000" fill="hold"/>
                                        <p:tgtEl>
                                          <p:spTgt spid="67"/>
                                        </p:tgtEl>
                                        <p:attrNameLst>
                                          <p:attrName>ppt_x</p:attrName>
                                        </p:attrNameLst>
                                      </p:cBhvr>
                                      <p:tavLst>
                                        <p:tav tm="0">
                                          <p:val>
                                            <p:strVal val="#ppt_x"/>
                                          </p:val>
                                        </p:tav>
                                        <p:tav tm="100000">
                                          <p:val>
                                            <p:strVal val="#ppt_x"/>
                                          </p:val>
                                        </p:tav>
                                      </p:tavLst>
                                    </p:anim>
                                    <p:anim calcmode="lin" valueType="num">
                                      <p:cBhvr>
                                        <p:cTn id="24"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fade">
                                      <p:cBhvr>
                                        <p:cTn id="29" dur="1000"/>
                                        <p:tgtEl>
                                          <p:spTgt spid="60"/>
                                        </p:tgtEl>
                                      </p:cBhvr>
                                    </p:animEffect>
                                    <p:anim calcmode="lin" valueType="num">
                                      <p:cBhvr>
                                        <p:cTn id="30" dur="1000" fill="hold"/>
                                        <p:tgtEl>
                                          <p:spTgt spid="60"/>
                                        </p:tgtEl>
                                        <p:attrNameLst>
                                          <p:attrName>ppt_x</p:attrName>
                                        </p:attrNameLst>
                                      </p:cBhvr>
                                      <p:tavLst>
                                        <p:tav tm="0">
                                          <p:val>
                                            <p:strVal val="#ppt_x"/>
                                          </p:val>
                                        </p:tav>
                                        <p:tav tm="100000">
                                          <p:val>
                                            <p:strVal val="#ppt_x"/>
                                          </p:val>
                                        </p:tav>
                                      </p:tavLst>
                                    </p:anim>
                                    <p:anim calcmode="lin" valueType="num">
                                      <p:cBhvr>
                                        <p:cTn id="31" dur="1000" fill="hold"/>
                                        <p:tgtEl>
                                          <p:spTgt spid="6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fade">
                                      <p:cBhvr>
                                        <p:cTn id="34" dur="1000"/>
                                        <p:tgtEl>
                                          <p:spTgt spid="65"/>
                                        </p:tgtEl>
                                      </p:cBhvr>
                                    </p:animEffect>
                                    <p:anim calcmode="lin" valueType="num">
                                      <p:cBhvr>
                                        <p:cTn id="35" dur="1000" fill="hold"/>
                                        <p:tgtEl>
                                          <p:spTgt spid="65"/>
                                        </p:tgtEl>
                                        <p:attrNameLst>
                                          <p:attrName>ppt_x</p:attrName>
                                        </p:attrNameLst>
                                      </p:cBhvr>
                                      <p:tavLst>
                                        <p:tav tm="0">
                                          <p:val>
                                            <p:strVal val="#ppt_x"/>
                                          </p:val>
                                        </p:tav>
                                        <p:tav tm="100000">
                                          <p:val>
                                            <p:strVal val="#ppt_x"/>
                                          </p:val>
                                        </p:tav>
                                      </p:tavLst>
                                    </p:anim>
                                    <p:anim calcmode="lin" valueType="num">
                                      <p:cBhvr>
                                        <p:cTn id="36" dur="1000" fill="hold"/>
                                        <p:tgtEl>
                                          <p:spTgt spid="6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fade">
                                      <p:cBhvr>
                                        <p:cTn id="39" dur="1000"/>
                                        <p:tgtEl>
                                          <p:spTgt spid="66"/>
                                        </p:tgtEl>
                                      </p:cBhvr>
                                    </p:animEffect>
                                    <p:anim calcmode="lin" valueType="num">
                                      <p:cBhvr>
                                        <p:cTn id="40" dur="1000" fill="hold"/>
                                        <p:tgtEl>
                                          <p:spTgt spid="66"/>
                                        </p:tgtEl>
                                        <p:attrNameLst>
                                          <p:attrName>ppt_x</p:attrName>
                                        </p:attrNameLst>
                                      </p:cBhvr>
                                      <p:tavLst>
                                        <p:tav tm="0">
                                          <p:val>
                                            <p:strVal val="#ppt_x"/>
                                          </p:val>
                                        </p:tav>
                                        <p:tav tm="100000">
                                          <p:val>
                                            <p:strVal val="#ppt_x"/>
                                          </p:val>
                                        </p:tav>
                                      </p:tavLst>
                                    </p:anim>
                                    <p:anim calcmode="lin" valueType="num">
                                      <p:cBhvr>
                                        <p:cTn id="41" dur="1000" fill="hold"/>
                                        <p:tgtEl>
                                          <p:spTgt spid="66"/>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fade">
                                      <p:cBhvr>
                                        <p:cTn id="44" dur="1000"/>
                                        <p:tgtEl>
                                          <p:spTgt spid="62"/>
                                        </p:tgtEl>
                                      </p:cBhvr>
                                    </p:animEffect>
                                    <p:anim calcmode="lin" valueType="num">
                                      <p:cBhvr>
                                        <p:cTn id="45" dur="1000" fill="hold"/>
                                        <p:tgtEl>
                                          <p:spTgt spid="62"/>
                                        </p:tgtEl>
                                        <p:attrNameLst>
                                          <p:attrName>ppt_x</p:attrName>
                                        </p:attrNameLst>
                                      </p:cBhvr>
                                      <p:tavLst>
                                        <p:tav tm="0">
                                          <p:val>
                                            <p:strVal val="#ppt_x"/>
                                          </p:val>
                                        </p:tav>
                                        <p:tav tm="100000">
                                          <p:val>
                                            <p:strVal val="#ppt_x"/>
                                          </p:val>
                                        </p:tav>
                                      </p:tavLst>
                                    </p:anim>
                                    <p:anim calcmode="lin" valueType="num">
                                      <p:cBhvr>
                                        <p:cTn id="46"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1000"/>
                                        <p:tgtEl>
                                          <p:spTgt spid="51"/>
                                        </p:tgtEl>
                                      </p:cBhvr>
                                    </p:animEffect>
                                    <p:anim calcmode="lin" valueType="num">
                                      <p:cBhvr>
                                        <p:cTn id="52" dur="1000" fill="hold"/>
                                        <p:tgtEl>
                                          <p:spTgt spid="51"/>
                                        </p:tgtEl>
                                        <p:attrNameLst>
                                          <p:attrName>ppt_x</p:attrName>
                                        </p:attrNameLst>
                                      </p:cBhvr>
                                      <p:tavLst>
                                        <p:tav tm="0">
                                          <p:val>
                                            <p:strVal val="#ppt_x"/>
                                          </p:val>
                                        </p:tav>
                                        <p:tav tm="100000">
                                          <p:val>
                                            <p:strVal val="#ppt_x"/>
                                          </p:val>
                                        </p:tav>
                                      </p:tavLst>
                                    </p:anim>
                                    <p:anim calcmode="lin" valueType="num">
                                      <p:cBhvr>
                                        <p:cTn id="53" dur="1000" fill="hold"/>
                                        <p:tgtEl>
                                          <p:spTgt spid="51"/>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1000"/>
                                        <p:tgtEl>
                                          <p:spTgt spid="49"/>
                                        </p:tgtEl>
                                      </p:cBhvr>
                                    </p:animEffect>
                                    <p:anim calcmode="lin" valueType="num">
                                      <p:cBhvr>
                                        <p:cTn id="57" dur="1000" fill="hold"/>
                                        <p:tgtEl>
                                          <p:spTgt spid="49"/>
                                        </p:tgtEl>
                                        <p:attrNameLst>
                                          <p:attrName>ppt_x</p:attrName>
                                        </p:attrNameLst>
                                      </p:cBhvr>
                                      <p:tavLst>
                                        <p:tav tm="0">
                                          <p:val>
                                            <p:strVal val="#ppt_x"/>
                                          </p:val>
                                        </p:tav>
                                        <p:tav tm="100000">
                                          <p:val>
                                            <p:strVal val="#ppt_x"/>
                                          </p:val>
                                        </p:tav>
                                      </p:tavLst>
                                    </p:anim>
                                    <p:anim calcmode="lin" valueType="num">
                                      <p:cBhvr>
                                        <p:cTn id="58" dur="1000" fill="hold"/>
                                        <p:tgtEl>
                                          <p:spTgt spid="49"/>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1000"/>
                                        <p:tgtEl>
                                          <p:spTgt spid="44"/>
                                        </p:tgtEl>
                                      </p:cBhvr>
                                    </p:animEffect>
                                    <p:anim calcmode="lin" valueType="num">
                                      <p:cBhvr>
                                        <p:cTn id="62" dur="1000" fill="hold"/>
                                        <p:tgtEl>
                                          <p:spTgt spid="44"/>
                                        </p:tgtEl>
                                        <p:attrNameLst>
                                          <p:attrName>ppt_x</p:attrName>
                                        </p:attrNameLst>
                                      </p:cBhvr>
                                      <p:tavLst>
                                        <p:tav tm="0">
                                          <p:val>
                                            <p:strVal val="#ppt_x"/>
                                          </p:val>
                                        </p:tav>
                                        <p:tav tm="100000">
                                          <p:val>
                                            <p:strVal val="#ppt_x"/>
                                          </p:val>
                                        </p:tav>
                                      </p:tavLst>
                                    </p:anim>
                                    <p:anim calcmode="lin" valueType="num">
                                      <p:cBhvr>
                                        <p:cTn id="63"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fade">
                                      <p:cBhvr>
                                        <p:cTn id="68" dur="1000"/>
                                        <p:tgtEl>
                                          <p:spTgt spid="58"/>
                                        </p:tgtEl>
                                      </p:cBhvr>
                                    </p:animEffect>
                                    <p:anim calcmode="lin" valueType="num">
                                      <p:cBhvr>
                                        <p:cTn id="69" dur="1000" fill="hold"/>
                                        <p:tgtEl>
                                          <p:spTgt spid="58"/>
                                        </p:tgtEl>
                                        <p:attrNameLst>
                                          <p:attrName>ppt_x</p:attrName>
                                        </p:attrNameLst>
                                      </p:cBhvr>
                                      <p:tavLst>
                                        <p:tav tm="0">
                                          <p:val>
                                            <p:strVal val="#ppt_x"/>
                                          </p:val>
                                        </p:tav>
                                        <p:tav tm="100000">
                                          <p:val>
                                            <p:strVal val="#ppt_x"/>
                                          </p:val>
                                        </p:tav>
                                      </p:tavLst>
                                    </p:anim>
                                    <p:anim calcmode="lin" valueType="num">
                                      <p:cBhvr>
                                        <p:cTn id="70" dur="1000" fill="hold"/>
                                        <p:tgtEl>
                                          <p:spTgt spid="58"/>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fade">
                                      <p:cBhvr>
                                        <p:cTn id="73" dur="1000"/>
                                        <p:tgtEl>
                                          <p:spTgt spid="50"/>
                                        </p:tgtEl>
                                      </p:cBhvr>
                                    </p:animEffect>
                                    <p:anim calcmode="lin" valueType="num">
                                      <p:cBhvr>
                                        <p:cTn id="74" dur="1000" fill="hold"/>
                                        <p:tgtEl>
                                          <p:spTgt spid="50"/>
                                        </p:tgtEl>
                                        <p:attrNameLst>
                                          <p:attrName>ppt_x</p:attrName>
                                        </p:attrNameLst>
                                      </p:cBhvr>
                                      <p:tavLst>
                                        <p:tav tm="0">
                                          <p:val>
                                            <p:strVal val="#ppt_x"/>
                                          </p:val>
                                        </p:tav>
                                        <p:tav tm="100000">
                                          <p:val>
                                            <p:strVal val="#ppt_x"/>
                                          </p:val>
                                        </p:tav>
                                      </p:tavLst>
                                    </p:anim>
                                    <p:anim calcmode="lin" valueType="num">
                                      <p:cBhvr>
                                        <p:cTn id="75" dur="1000" fill="hold"/>
                                        <p:tgtEl>
                                          <p:spTgt spid="50"/>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1000"/>
                                        <p:tgtEl>
                                          <p:spTgt spid="45"/>
                                        </p:tgtEl>
                                      </p:cBhvr>
                                    </p:animEffect>
                                    <p:anim calcmode="lin" valueType="num">
                                      <p:cBhvr>
                                        <p:cTn id="79" dur="1000" fill="hold"/>
                                        <p:tgtEl>
                                          <p:spTgt spid="45"/>
                                        </p:tgtEl>
                                        <p:attrNameLst>
                                          <p:attrName>ppt_x</p:attrName>
                                        </p:attrNameLst>
                                      </p:cBhvr>
                                      <p:tavLst>
                                        <p:tav tm="0">
                                          <p:val>
                                            <p:strVal val="#ppt_x"/>
                                          </p:val>
                                        </p:tav>
                                        <p:tav tm="100000">
                                          <p:val>
                                            <p:strVal val="#ppt_x"/>
                                          </p:val>
                                        </p:tav>
                                      </p:tavLst>
                                    </p:anim>
                                    <p:anim calcmode="lin" valueType="num">
                                      <p:cBhvr>
                                        <p:cTn id="80"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8" grpId="0"/>
      <p:bldP spid="64" grpId="0"/>
      <p:bldP spid="65" grpId="0"/>
      <p:bldP spid="66" grpId="0"/>
      <p:bldP spid="6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642470841"/>
              </p:ext>
            </p:extLst>
          </p:nvPr>
        </p:nvGraphicFramePr>
        <p:xfrm>
          <a:off x="1679575" y="2133600"/>
          <a:ext cx="4878388" cy="992188"/>
        </p:xfrm>
        <a:graphic>
          <a:graphicData uri="http://schemas.openxmlformats.org/presentationml/2006/ole">
            <mc:AlternateContent xmlns:mc="http://schemas.openxmlformats.org/markup-compatibility/2006">
              <mc:Choice xmlns:v="urn:schemas-microsoft-com:vml" Requires="v">
                <p:oleObj name="Equation" r:id="rId2" imgW="2120760" imgH="431640" progId="Equation.DSMT4">
                  <p:embed/>
                </p:oleObj>
              </mc:Choice>
              <mc:Fallback>
                <p:oleObj name="Equation" r:id="rId2" imgW="2120760" imgH="431640" progId="Equation.DSMT4">
                  <p:embed/>
                  <p:pic>
                    <p:nvPicPr>
                      <p:cNvPr id="6" name="对象 5"/>
                      <p:cNvPicPr>
                        <a:picLocks noChangeAspect="1" noChangeArrowheads="1"/>
                      </p:cNvPicPr>
                      <p:nvPr/>
                    </p:nvPicPr>
                    <p:blipFill>
                      <a:blip r:embed="rId3"/>
                      <a:srcRect/>
                      <a:stretch>
                        <a:fillRect/>
                      </a:stretch>
                    </p:blipFill>
                    <p:spPr bwMode="auto">
                      <a:xfrm>
                        <a:off x="1679575" y="2133600"/>
                        <a:ext cx="4878388"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9"/>
          <p:cNvSpPr txBox="1">
            <a:spLocks noChangeArrowheads="1"/>
          </p:cNvSpPr>
          <p:nvPr/>
        </p:nvSpPr>
        <p:spPr bwMode="auto">
          <a:xfrm>
            <a:off x="762000" y="1277937"/>
            <a:ext cx="77771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1.2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求序列                         的</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DTFT, </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为实系数。</a:t>
            </a:r>
          </a:p>
        </p:txBody>
      </p:sp>
      <p:graphicFrame>
        <p:nvGraphicFramePr>
          <p:cNvPr id="13" name="Object 12"/>
          <p:cNvGraphicFramePr>
            <a:graphicFrameLocks noChangeAspect="1"/>
          </p:cNvGraphicFramePr>
          <p:nvPr>
            <p:extLst>
              <p:ext uri="{D42A27DB-BD31-4B8C-83A1-F6EECF244321}">
                <p14:modId xmlns:p14="http://schemas.microsoft.com/office/powerpoint/2010/main" val="2571316199"/>
              </p:ext>
            </p:extLst>
          </p:nvPr>
        </p:nvGraphicFramePr>
        <p:xfrm>
          <a:off x="2968526" y="1268092"/>
          <a:ext cx="2105025" cy="528638"/>
        </p:xfrm>
        <a:graphic>
          <a:graphicData uri="http://schemas.openxmlformats.org/presentationml/2006/ole">
            <mc:AlternateContent xmlns:mc="http://schemas.openxmlformats.org/markup-compatibility/2006">
              <mc:Choice xmlns:v="urn:schemas-microsoft-com:vml" Requires="v">
                <p:oleObj name="Equation" r:id="rId4" imgW="914400" imgH="228600" progId="Equation.DSMT4">
                  <p:embed/>
                </p:oleObj>
              </mc:Choice>
              <mc:Fallback>
                <p:oleObj name="Equation" r:id="rId4" imgW="914400" imgH="228600" progId="Equation.DSMT4">
                  <p:embed/>
                  <p:pic>
                    <p:nvPicPr>
                      <p:cNvPr id="13" name="Object 12"/>
                      <p:cNvPicPr>
                        <a:picLocks noChangeAspect="1" noChangeArrowheads="1"/>
                      </p:cNvPicPr>
                      <p:nvPr/>
                    </p:nvPicPr>
                    <p:blipFill>
                      <a:blip r:embed="rId5"/>
                      <a:srcRect/>
                      <a:stretch>
                        <a:fillRect/>
                      </a:stretch>
                    </p:blipFill>
                    <p:spPr bwMode="auto">
                      <a:xfrm>
                        <a:off x="2968526" y="1268092"/>
                        <a:ext cx="2105025"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矩形 14"/>
          <p:cNvSpPr/>
          <p:nvPr/>
        </p:nvSpPr>
        <p:spPr>
          <a:xfrm>
            <a:off x="838200" y="2343351"/>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7" name="对象 7"/>
          <p:cNvGraphicFramePr>
            <a:graphicFrameLocks noChangeAspect="1"/>
          </p:cNvGraphicFramePr>
          <p:nvPr>
            <p:extLst>
              <p:ext uri="{D42A27DB-BD31-4B8C-83A1-F6EECF244321}">
                <p14:modId xmlns:p14="http://schemas.microsoft.com/office/powerpoint/2010/main" val="3095531592"/>
              </p:ext>
            </p:extLst>
          </p:nvPr>
        </p:nvGraphicFramePr>
        <p:xfrm>
          <a:off x="3679091" y="4433714"/>
          <a:ext cx="2892425" cy="946150"/>
        </p:xfrm>
        <a:graphic>
          <a:graphicData uri="http://schemas.openxmlformats.org/presentationml/2006/ole">
            <mc:AlternateContent xmlns:mc="http://schemas.openxmlformats.org/markup-compatibility/2006">
              <mc:Choice xmlns:v="urn:schemas-microsoft-com:vml" Requires="v">
                <p:oleObj name="Equation" r:id="rId6" imgW="1206360" imgH="393480" progId="Equation.DSMT4">
                  <p:embed/>
                </p:oleObj>
              </mc:Choice>
              <mc:Fallback>
                <p:oleObj name="Equation" r:id="rId6" imgW="1206360" imgH="393480" progId="Equation.DSMT4">
                  <p:embed/>
                  <p:pic>
                    <p:nvPicPr>
                      <p:cNvPr id="17" name="对象 7"/>
                      <p:cNvPicPr>
                        <a:picLocks noChangeAspect="1" noChangeArrowheads="1"/>
                      </p:cNvPicPr>
                      <p:nvPr/>
                    </p:nvPicPr>
                    <p:blipFill>
                      <a:blip r:embed="rId7"/>
                      <a:srcRect/>
                      <a:stretch>
                        <a:fillRect/>
                      </a:stretch>
                    </p:blipFill>
                    <p:spPr bwMode="auto">
                      <a:xfrm>
                        <a:off x="3679091" y="4433714"/>
                        <a:ext cx="2892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2"/>
          <p:cNvGraphicFramePr>
            <a:graphicFrameLocks noChangeAspect="1"/>
          </p:cNvGraphicFramePr>
          <p:nvPr>
            <p:extLst>
              <p:ext uri="{D42A27DB-BD31-4B8C-83A1-F6EECF244321}">
                <p14:modId xmlns:p14="http://schemas.microsoft.com/office/powerpoint/2010/main" val="1341596555"/>
              </p:ext>
            </p:extLst>
          </p:nvPr>
        </p:nvGraphicFramePr>
        <p:xfrm>
          <a:off x="2002691" y="4613101"/>
          <a:ext cx="906462" cy="587375"/>
        </p:xfrm>
        <a:graphic>
          <a:graphicData uri="http://schemas.openxmlformats.org/presentationml/2006/ole">
            <mc:AlternateContent xmlns:mc="http://schemas.openxmlformats.org/markup-compatibility/2006">
              <mc:Choice xmlns:v="urn:schemas-microsoft-com:vml" Requires="v">
                <p:oleObj name="Equation" r:id="rId8" imgW="393480" imgH="253800" progId="Equation.DSMT4">
                  <p:embed/>
                </p:oleObj>
              </mc:Choice>
              <mc:Fallback>
                <p:oleObj name="Equation" r:id="rId8" imgW="393480" imgH="253800" progId="Equation.DSMT4">
                  <p:embed/>
                  <p:pic>
                    <p:nvPicPr>
                      <p:cNvPr id="16" name="Object 12"/>
                      <p:cNvPicPr>
                        <a:picLocks noChangeAspect="1" noChangeArrowheads="1"/>
                      </p:cNvPicPr>
                      <p:nvPr/>
                    </p:nvPicPr>
                    <p:blipFill>
                      <a:blip r:embed="rId9"/>
                      <a:srcRect/>
                      <a:stretch>
                        <a:fillRect/>
                      </a:stretch>
                    </p:blipFill>
                    <p:spPr bwMode="auto">
                      <a:xfrm>
                        <a:off x="2002691" y="4613101"/>
                        <a:ext cx="906462"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p:cNvSpPr/>
          <p:nvPr/>
        </p:nvSpPr>
        <p:spPr>
          <a:xfrm>
            <a:off x="1465099" y="4613101"/>
            <a:ext cx="235352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当      时，</a:t>
            </a:r>
            <a:endParaRPr kumimoji="0" lang="zh-CN" altLang="en-US" sz="28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9" name="Object 12"/>
          <p:cNvGraphicFramePr>
            <a:graphicFrameLocks noChangeAspect="1"/>
          </p:cNvGraphicFramePr>
          <p:nvPr>
            <p:extLst>
              <p:ext uri="{D42A27DB-BD31-4B8C-83A1-F6EECF244321}">
                <p14:modId xmlns:p14="http://schemas.microsoft.com/office/powerpoint/2010/main" val="1051727205"/>
              </p:ext>
            </p:extLst>
          </p:nvPr>
        </p:nvGraphicFramePr>
        <p:xfrm>
          <a:off x="1985392" y="3617992"/>
          <a:ext cx="906462" cy="587375"/>
        </p:xfrm>
        <a:graphic>
          <a:graphicData uri="http://schemas.openxmlformats.org/presentationml/2006/ole">
            <mc:AlternateContent xmlns:mc="http://schemas.openxmlformats.org/markup-compatibility/2006">
              <mc:Choice xmlns:v="urn:schemas-microsoft-com:vml" Requires="v">
                <p:oleObj name="Equation" r:id="rId10" imgW="393480" imgH="253800" progId="Equation.DSMT4">
                  <p:embed/>
                </p:oleObj>
              </mc:Choice>
              <mc:Fallback>
                <p:oleObj name="Equation" r:id="rId10" imgW="393480" imgH="253800" progId="Equation.DSMT4">
                  <p:embed/>
                  <p:pic>
                    <p:nvPicPr>
                      <p:cNvPr id="19" name="Object 12"/>
                      <p:cNvPicPr>
                        <a:picLocks noChangeAspect="1" noChangeArrowheads="1"/>
                      </p:cNvPicPr>
                      <p:nvPr/>
                    </p:nvPicPr>
                    <p:blipFill>
                      <a:blip r:embed="rId11"/>
                      <a:srcRect/>
                      <a:stretch>
                        <a:fillRect/>
                      </a:stretch>
                    </p:blipFill>
                    <p:spPr bwMode="auto">
                      <a:xfrm>
                        <a:off x="1985392" y="3617992"/>
                        <a:ext cx="906462"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矩形 19"/>
          <p:cNvSpPr/>
          <p:nvPr/>
        </p:nvSpPr>
        <p:spPr>
          <a:xfrm>
            <a:off x="1447800" y="3617992"/>
            <a:ext cx="2353529"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当      时，</a:t>
            </a:r>
            <a:endParaRPr kumimoji="0" lang="zh-CN" altLang="en-US" sz="28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Rectangle 15"/>
          <p:cNvSpPr>
            <a:spLocks noChangeArrowheads="1"/>
          </p:cNvSpPr>
          <p:nvPr/>
        </p:nvSpPr>
        <p:spPr bwMode="auto">
          <a:xfrm>
            <a:off x="3429446" y="3598261"/>
            <a:ext cx="47454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571500" algn="l"/>
                <a:tab pos="1828800" algn="l"/>
                <a:tab pos="445770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228600" algn="l" defTabSz="914400" rtl="0" eaLnBrk="1" fontAlgn="auto" latinLnBrk="0" hangingPunct="1">
              <a:lnSpc>
                <a:spcPct val="100000"/>
              </a:lnSpc>
              <a:spcBef>
                <a:spcPts val="0"/>
              </a:spcBef>
              <a:spcAft>
                <a:spcPts val="0"/>
              </a:spcAft>
              <a:buClrTx/>
              <a:buSzTx/>
              <a:buFontTx/>
              <a:buNone/>
              <a:tabLst>
                <a:tab pos="-571500" algn="l"/>
                <a:tab pos="1828800" algn="l"/>
                <a:tab pos="4457700" algn="l"/>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不满足</a:t>
            </a:r>
            <a:r>
              <a:rPr kumimoji="1" lang="zh-CN" altLang="en-US"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绝对可和的条件。</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1.2.1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a:t>
            </a:r>
          </a:p>
        </p:txBody>
      </p:sp>
    </p:spTree>
    <p:extLst>
      <p:ext uri="{BB962C8B-B14F-4D97-AF65-F5344CB8AC3E}">
        <p14:creationId xmlns:p14="http://schemas.microsoft.com/office/powerpoint/2010/main" val="3706604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anim calcmode="lin" valueType="num">
                                      <p:cBhvr>
                                        <p:cTn id="42" dur="1000" fill="hold"/>
                                        <p:tgtEl>
                                          <p:spTgt spid="3"/>
                                        </p:tgtEl>
                                        <p:attrNameLst>
                                          <p:attrName>ppt_x</p:attrName>
                                        </p:attrNameLst>
                                      </p:cBhvr>
                                      <p:tavLst>
                                        <p:tav tm="0">
                                          <p:val>
                                            <p:strVal val="#ppt_x"/>
                                          </p:val>
                                        </p:tav>
                                        <p:tav tm="100000">
                                          <p:val>
                                            <p:strVal val="#ppt_x"/>
                                          </p:val>
                                        </p:tav>
                                      </p:tavLst>
                                    </p:anim>
                                    <p:anim calcmode="lin" valueType="num">
                                      <p:cBhvr>
                                        <p:cTn id="4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 grpId="0"/>
      <p:bldP spid="2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2"/>
          <a:stretch>
            <a:fillRect/>
          </a:stretch>
        </p:blipFill>
        <p:spPr>
          <a:xfrm>
            <a:off x="1768030" y="2133600"/>
            <a:ext cx="6329680" cy="3893820"/>
          </a:xfrm>
          <a:prstGeom prst="rect">
            <a:avLst/>
          </a:prstGeom>
        </p:spPr>
      </p:pic>
      <p:graphicFrame>
        <p:nvGraphicFramePr>
          <p:cNvPr id="21" name="Object 12"/>
          <p:cNvGraphicFramePr>
            <a:graphicFrameLocks noChangeAspect="1"/>
          </p:cNvGraphicFramePr>
          <p:nvPr/>
        </p:nvGraphicFramePr>
        <p:xfrm>
          <a:off x="309563" y="2910343"/>
          <a:ext cx="1314450" cy="411162"/>
        </p:xfrm>
        <a:graphic>
          <a:graphicData uri="http://schemas.openxmlformats.org/presentationml/2006/ole">
            <mc:AlternateContent xmlns:mc="http://schemas.openxmlformats.org/markup-compatibility/2006">
              <mc:Choice xmlns:v="urn:schemas-microsoft-com:vml" Requires="v">
                <p:oleObj name="Equation" r:id="rId3" imgW="571320" imgH="177480" progId="Equation.DSMT4">
                  <p:embed/>
                </p:oleObj>
              </mc:Choice>
              <mc:Fallback>
                <p:oleObj name="Equation" r:id="rId3" imgW="571320" imgH="177480" progId="Equation.DSMT4">
                  <p:embed/>
                  <p:pic>
                    <p:nvPicPr>
                      <p:cNvPr id="21" name="Object 12"/>
                      <p:cNvPicPr>
                        <a:picLocks noChangeAspect="1" noChangeArrowheads="1"/>
                      </p:cNvPicPr>
                      <p:nvPr/>
                    </p:nvPicPr>
                    <p:blipFill>
                      <a:blip r:embed="rId4"/>
                      <a:srcRect/>
                      <a:stretch>
                        <a:fillRect/>
                      </a:stretch>
                    </p:blipFill>
                    <p:spPr bwMode="auto">
                      <a:xfrm>
                        <a:off x="309563" y="2910343"/>
                        <a:ext cx="131445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12"/>
          <p:cNvGraphicFramePr>
            <a:graphicFrameLocks noChangeAspect="1"/>
          </p:cNvGraphicFramePr>
          <p:nvPr/>
        </p:nvGraphicFramePr>
        <p:xfrm>
          <a:off x="152400" y="4586743"/>
          <a:ext cx="1547813" cy="411162"/>
        </p:xfrm>
        <a:graphic>
          <a:graphicData uri="http://schemas.openxmlformats.org/presentationml/2006/ole">
            <mc:AlternateContent xmlns:mc="http://schemas.openxmlformats.org/markup-compatibility/2006">
              <mc:Choice xmlns:v="urn:schemas-microsoft-com:vml" Requires="v">
                <p:oleObj name="Equation" r:id="rId5" imgW="672840" imgH="177480" progId="Equation.DSMT4">
                  <p:embed/>
                </p:oleObj>
              </mc:Choice>
              <mc:Fallback>
                <p:oleObj name="Equation" r:id="rId5" imgW="672840" imgH="177480" progId="Equation.DSMT4">
                  <p:embed/>
                  <p:pic>
                    <p:nvPicPr>
                      <p:cNvPr id="22" name="Object 12"/>
                      <p:cNvPicPr>
                        <a:picLocks noChangeAspect="1" noChangeArrowheads="1"/>
                      </p:cNvPicPr>
                      <p:nvPr/>
                    </p:nvPicPr>
                    <p:blipFill>
                      <a:blip r:embed="rId6"/>
                      <a:srcRect/>
                      <a:stretch>
                        <a:fillRect/>
                      </a:stretch>
                    </p:blipFill>
                    <p:spPr bwMode="auto">
                      <a:xfrm>
                        <a:off x="152400" y="4586743"/>
                        <a:ext cx="1547813"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 name="TextBox 12"/>
          <p:cNvSpPr txBox="1">
            <a:spLocks noChangeArrowheads="1"/>
          </p:cNvSpPr>
          <p:nvPr/>
        </p:nvSpPr>
        <p:spPr bwMode="auto">
          <a:xfrm>
            <a:off x="3657600" y="5631512"/>
            <a:ext cx="1762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幅度谱</a:t>
            </a:r>
          </a:p>
        </p:txBody>
      </p:sp>
      <p:sp>
        <p:nvSpPr>
          <p:cNvPr id="26" name="TextBox 14"/>
          <p:cNvSpPr txBox="1">
            <a:spLocks noChangeArrowheads="1"/>
          </p:cNvSpPr>
          <p:nvPr/>
        </p:nvSpPr>
        <p:spPr bwMode="auto">
          <a:xfrm>
            <a:off x="6612092" y="5631512"/>
            <a:ext cx="16732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相位谱</a:t>
            </a:r>
          </a:p>
        </p:txBody>
      </p:sp>
      <p:sp>
        <p:nvSpPr>
          <p:cNvPr id="27" name="TextBox 12"/>
          <p:cNvSpPr txBox="1">
            <a:spLocks noChangeArrowheads="1"/>
          </p:cNvSpPr>
          <p:nvPr/>
        </p:nvSpPr>
        <p:spPr bwMode="auto">
          <a:xfrm>
            <a:off x="3633301" y="3729335"/>
            <a:ext cx="13435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幅度谱</a:t>
            </a:r>
          </a:p>
        </p:txBody>
      </p:sp>
      <p:sp>
        <p:nvSpPr>
          <p:cNvPr id="28" name="TextBox 14"/>
          <p:cNvSpPr txBox="1">
            <a:spLocks noChangeArrowheads="1"/>
          </p:cNvSpPr>
          <p:nvPr/>
        </p:nvSpPr>
        <p:spPr bwMode="auto">
          <a:xfrm>
            <a:off x="6587794" y="3729335"/>
            <a:ext cx="13608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相位谱</a:t>
            </a:r>
          </a:p>
        </p:txBody>
      </p:sp>
      <p:graphicFrame>
        <p:nvGraphicFramePr>
          <p:cNvPr id="16" name="对象 7"/>
          <p:cNvGraphicFramePr>
            <a:graphicFrameLocks noChangeAspect="1"/>
          </p:cNvGraphicFramePr>
          <p:nvPr/>
        </p:nvGraphicFramePr>
        <p:xfrm>
          <a:off x="1905000" y="1012546"/>
          <a:ext cx="2892425" cy="946150"/>
        </p:xfrm>
        <a:graphic>
          <a:graphicData uri="http://schemas.openxmlformats.org/presentationml/2006/ole">
            <mc:AlternateContent xmlns:mc="http://schemas.openxmlformats.org/markup-compatibility/2006">
              <mc:Choice xmlns:v="urn:schemas-microsoft-com:vml" Requires="v">
                <p:oleObj name="Equation" r:id="rId7" imgW="1206360" imgH="393480" progId="Equation.DSMT4">
                  <p:embed/>
                </p:oleObj>
              </mc:Choice>
              <mc:Fallback>
                <p:oleObj name="Equation" r:id="rId7" imgW="1206360" imgH="393480" progId="Equation.DSMT4">
                  <p:embed/>
                  <p:pic>
                    <p:nvPicPr>
                      <p:cNvPr id="16" name="对象 7"/>
                      <p:cNvPicPr>
                        <a:picLocks noChangeAspect="1" noChangeArrowheads="1"/>
                      </p:cNvPicPr>
                      <p:nvPr/>
                    </p:nvPicPr>
                    <p:blipFill>
                      <a:blip r:embed="rId8"/>
                      <a:srcRect/>
                      <a:stretch>
                        <a:fillRect/>
                      </a:stretch>
                    </p:blipFill>
                    <p:spPr bwMode="auto">
                      <a:xfrm>
                        <a:off x="1905000" y="1012546"/>
                        <a:ext cx="2892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7"/>
          <p:cNvGraphicFramePr>
            <a:graphicFrameLocks noChangeAspect="1"/>
          </p:cNvGraphicFramePr>
          <p:nvPr/>
        </p:nvGraphicFramePr>
        <p:xfrm>
          <a:off x="4878461" y="1176995"/>
          <a:ext cx="2740025" cy="593725"/>
        </p:xfrm>
        <a:graphic>
          <a:graphicData uri="http://schemas.openxmlformats.org/presentationml/2006/ole">
            <mc:AlternateContent xmlns:mc="http://schemas.openxmlformats.org/markup-compatibility/2006">
              <mc:Choice xmlns:v="urn:schemas-microsoft-com:vml" Requires="v">
                <p:oleObj name="Equation" r:id="rId9" imgW="1054080" imgH="228600" progId="Equation.DSMT4">
                  <p:embed/>
                </p:oleObj>
              </mc:Choice>
              <mc:Fallback>
                <p:oleObj name="Equation" r:id="rId9" imgW="1054080" imgH="228600" progId="Equation.DSMT4">
                  <p:embed/>
                  <p:pic>
                    <p:nvPicPr>
                      <p:cNvPr id="19" name="Object 7"/>
                      <p:cNvPicPr>
                        <a:picLocks noChangeAspect="1" noChangeArrowheads="1"/>
                      </p:cNvPicPr>
                      <p:nvPr/>
                    </p:nvPicPr>
                    <p:blipFill>
                      <a:blip r:embed="rId10"/>
                      <a:srcRect/>
                      <a:stretch>
                        <a:fillRect/>
                      </a:stretch>
                    </p:blipFill>
                    <p:spPr bwMode="auto">
                      <a:xfrm>
                        <a:off x="4878461" y="1176995"/>
                        <a:ext cx="274002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 Box 5"/>
          <p:cNvSpPr txBox="1">
            <a:spLocks noChangeArrowheads="1"/>
          </p:cNvSpPr>
          <p:nvPr/>
        </p:nvSpPr>
        <p:spPr bwMode="auto">
          <a:xfrm>
            <a:off x="2057400" y="6159467"/>
            <a:ext cx="6477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a:ea typeface="新宋体" panose="02010609030101010101" pitchFamily="49" charset="-122"/>
                <a:cs typeface="+mn-cs"/>
              </a:rPr>
              <a:t>图</a:t>
            </a:r>
            <a:r>
              <a:rPr kumimoji="0" lang="en-US" altLang="zh-CN" sz="2400" b="1" i="0" u="none" strike="noStrike" kern="1200" cap="none" spc="0" normalizeH="0" baseline="0" noProof="0" dirty="0">
                <a:ln>
                  <a:noFill/>
                </a:ln>
                <a:solidFill>
                  <a:srgbClr val="000000"/>
                </a:solidFill>
                <a:effectLst/>
                <a:uLnTx/>
                <a:uFillTx/>
                <a:latin typeface="Times New Roman"/>
                <a:ea typeface="新宋体" panose="02010609030101010101" pitchFamily="49" charset="-122"/>
                <a:cs typeface="+mn-cs"/>
              </a:rPr>
              <a:t>1.4</a:t>
            </a:r>
            <a:r>
              <a:rPr kumimoji="0" lang="zh-CN" altLang="en-US" sz="2400" b="1" i="0" u="none" strike="noStrike" kern="1200" cap="none" spc="0" normalizeH="0" baseline="0" noProof="0" dirty="0">
                <a:ln>
                  <a:noFill/>
                </a:ln>
                <a:solidFill>
                  <a:srgbClr val="000000"/>
                </a:solidFill>
                <a:effectLst/>
                <a:uLnTx/>
                <a:uFillTx/>
                <a:latin typeface="Times New Roman"/>
                <a:ea typeface="新宋体" panose="02010609030101010101" pitchFamily="49" charset="-122"/>
                <a:cs typeface="+mn-cs"/>
              </a:rPr>
              <a:t>                              的</a:t>
            </a: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幅度谱和相位谱</a:t>
            </a:r>
          </a:p>
        </p:txBody>
      </p:sp>
      <p:graphicFrame>
        <p:nvGraphicFramePr>
          <p:cNvPr id="23" name="Object 12"/>
          <p:cNvGraphicFramePr>
            <a:graphicFrameLocks noChangeAspect="1"/>
          </p:cNvGraphicFramePr>
          <p:nvPr/>
        </p:nvGraphicFramePr>
        <p:xfrm>
          <a:off x="3124200" y="6126480"/>
          <a:ext cx="2011680" cy="502920"/>
        </p:xfrm>
        <a:graphic>
          <a:graphicData uri="http://schemas.openxmlformats.org/presentationml/2006/ole">
            <mc:AlternateContent xmlns:mc="http://schemas.openxmlformats.org/markup-compatibility/2006">
              <mc:Choice xmlns:v="urn:schemas-microsoft-com:vml" Requires="v">
                <p:oleObj name="Equation" r:id="rId11" imgW="914400" imgH="228600" progId="Equation.DSMT4">
                  <p:embed/>
                </p:oleObj>
              </mc:Choice>
              <mc:Fallback>
                <p:oleObj name="Equation" r:id="rId11" imgW="914400" imgH="228600" progId="Equation.DSMT4">
                  <p:embed/>
                  <p:pic>
                    <p:nvPicPr>
                      <p:cNvPr id="23" name="Object 12"/>
                      <p:cNvPicPr>
                        <a:picLocks noChangeAspect="1" noChangeArrowheads="1"/>
                      </p:cNvPicPr>
                      <p:nvPr/>
                    </p:nvPicPr>
                    <p:blipFill>
                      <a:blip r:embed="rId12"/>
                      <a:srcRect/>
                      <a:stretch>
                        <a:fillRect/>
                      </a:stretch>
                    </p:blipFill>
                    <p:spPr bwMode="auto">
                      <a:xfrm>
                        <a:off x="3124200" y="6126480"/>
                        <a:ext cx="2011680" cy="502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Rectangle 1032"/>
          <p:cNvSpPr>
            <a:spLocks noChangeArrowheads="1"/>
          </p:cNvSpPr>
          <p:nvPr/>
        </p:nvSpPr>
        <p:spPr bwMode="auto">
          <a:xfrm>
            <a:off x="762000" y="228600"/>
            <a:ext cx="7239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1.2.1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离散时间信号的傅里叶变换</a:t>
            </a:r>
          </a:p>
        </p:txBody>
      </p:sp>
    </p:spTree>
    <p:extLst>
      <p:ext uri="{BB962C8B-B14F-4D97-AF65-F5344CB8AC3E}">
        <p14:creationId xmlns:p14="http://schemas.microsoft.com/office/powerpoint/2010/main" val="40373060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953000" y="3693757"/>
            <a:ext cx="3177540" cy="2865120"/>
          </a:xfrm>
          <a:prstGeom prst="rect">
            <a:avLst/>
          </a:prstGeom>
        </p:spPr>
      </p:pic>
      <p:sp>
        <p:nvSpPr>
          <p:cNvPr id="39939"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
        <p:nvSpPr>
          <p:cNvPr id="39940" name="矩形 1"/>
          <p:cNvSpPr>
            <a:spLocks noChangeArrowheads="1"/>
          </p:cNvSpPr>
          <p:nvPr/>
        </p:nvSpPr>
        <p:spPr bwMode="auto">
          <a:xfrm>
            <a:off x="862552" y="3241107"/>
            <a:ext cx="1785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变换定义</a:t>
            </a:r>
          </a:p>
        </p:txBody>
      </p:sp>
      <p:graphicFrame>
        <p:nvGraphicFramePr>
          <p:cNvPr id="3" name="对象 2"/>
          <p:cNvGraphicFramePr>
            <a:graphicFrameLocks noGrp="1" noChangeAspect="1"/>
          </p:cNvGraphicFramePr>
          <p:nvPr>
            <p:extLst>
              <p:ext uri="{D42A27DB-BD31-4B8C-83A1-F6EECF244321}">
                <p14:modId xmlns:p14="http://schemas.microsoft.com/office/powerpoint/2010/main" val="3442793439"/>
              </p:ext>
            </p:extLst>
          </p:nvPr>
        </p:nvGraphicFramePr>
        <p:xfrm>
          <a:off x="1755521" y="3875088"/>
          <a:ext cx="2808287" cy="1001712"/>
        </p:xfrm>
        <a:graphic>
          <a:graphicData uri="http://schemas.openxmlformats.org/presentationml/2006/ole">
            <mc:AlternateContent xmlns:mc="http://schemas.openxmlformats.org/markup-compatibility/2006">
              <mc:Choice xmlns:v="urn:schemas-microsoft-com:vml" Requires="v">
                <p:oleObj name="Equation" r:id="rId3" imgW="1257300" imgH="431800" progId="Equation.DSMT4">
                  <p:embed/>
                </p:oleObj>
              </mc:Choice>
              <mc:Fallback>
                <p:oleObj name="Equation" r:id="rId3" imgW="1257300" imgH="431800" progId="Equation.DSMT4">
                  <p:embed/>
                  <p:pic>
                    <p:nvPicPr>
                      <p:cNvPr id="3" name="对象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5521" y="3875088"/>
                        <a:ext cx="2808287"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12"/>
          <p:cNvSpPr>
            <a:spLocks noChangeArrowheads="1"/>
          </p:cNvSpPr>
          <p:nvPr/>
        </p:nvSpPr>
        <p:spPr bwMode="auto">
          <a:xfrm>
            <a:off x="738496" y="881394"/>
            <a:ext cx="8313656" cy="201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14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在连续时间信号与系统的理论中，拉普拉斯变换</a:t>
            </a: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0" marR="0" lvl="0" indent="0" algn="l" defTabSz="914400" rtl="0" eaLnBrk="0" fontAlgn="base" latinLnBrk="0" hangingPunct="0">
              <a:lnSpc>
                <a:spcPct val="114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可以看作是傅里叶变换的一般化形式。</a:t>
            </a: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0" marR="0" lvl="0" indent="0" algn="l" defTabSz="914400" rtl="0" eaLnBrk="0" fontAlgn="base" latinLnBrk="0" hangingPunct="0">
              <a:lnSpc>
                <a:spcPct val="114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同样，将离散时间信号的</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DTFT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一般化也是可能的，其结果就是</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变换。</a:t>
            </a:r>
          </a:p>
        </p:txBody>
      </p:sp>
      <p:sp>
        <p:nvSpPr>
          <p:cNvPr id="8" name="Rectangle 12"/>
          <p:cNvSpPr>
            <a:spLocks noChangeArrowheads="1"/>
          </p:cNvSpPr>
          <p:nvPr/>
        </p:nvSpPr>
        <p:spPr bwMode="auto">
          <a:xfrm>
            <a:off x="851554" y="5168205"/>
            <a:ext cx="48084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式中</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为复变量</a:t>
            </a:r>
          </a:p>
        </p:txBody>
      </p:sp>
      <p:sp>
        <p:nvSpPr>
          <p:cNvPr id="9" name="矩形 8"/>
          <p:cNvSpPr/>
          <p:nvPr/>
        </p:nvSpPr>
        <p:spPr>
          <a:xfrm>
            <a:off x="2615957" y="3193656"/>
            <a:ext cx="8130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cxnSp>
        <p:nvCxnSpPr>
          <p:cNvPr id="12" name="直接箭头连接符 11"/>
          <p:cNvCxnSpPr/>
          <p:nvPr/>
        </p:nvCxnSpPr>
        <p:spPr>
          <a:xfrm flipV="1">
            <a:off x="6530340" y="4220594"/>
            <a:ext cx="1211988" cy="884806"/>
          </a:xfrm>
          <a:prstGeom prst="straightConnector1">
            <a:avLst/>
          </a:prstGeom>
          <a:ln w="28575">
            <a:solidFill>
              <a:srgbClr val="0000CC"/>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Object 4"/>
          <p:cNvGraphicFramePr>
            <a:graphicFrameLocks noChangeAspect="1"/>
          </p:cNvGraphicFramePr>
          <p:nvPr/>
        </p:nvGraphicFramePr>
        <p:xfrm>
          <a:off x="7742328" y="3810000"/>
          <a:ext cx="1309824" cy="548640"/>
        </p:xfrm>
        <a:graphic>
          <a:graphicData uri="http://schemas.openxmlformats.org/presentationml/2006/ole">
            <mc:AlternateContent xmlns:mc="http://schemas.openxmlformats.org/markup-compatibility/2006">
              <mc:Choice xmlns:v="urn:schemas-microsoft-com:vml" Requires="v">
                <p:oleObj name="Equation" r:id="rId5" imgW="545760" imgH="228600" progId="Equation.DSMT4">
                  <p:embed/>
                </p:oleObj>
              </mc:Choice>
              <mc:Fallback>
                <p:oleObj name="Equation" r:id="rId5" imgW="545760" imgH="228600" progId="Equation.DSMT4">
                  <p:embed/>
                  <p:pic>
                    <p:nvPicPr>
                      <p:cNvPr id="13" name="Object 4"/>
                      <p:cNvPicPr>
                        <a:picLocks noChangeAspect="1" noChangeArrowheads="1"/>
                      </p:cNvPicPr>
                      <p:nvPr/>
                    </p:nvPicPr>
                    <p:blipFill>
                      <a:blip r:embed="rId6"/>
                      <a:srcRect/>
                      <a:stretch>
                        <a:fillRect/>
                      </a:stretch>
                    </p:blipFill>
                    <p:spPr bwMode="auto">
                      <a:xfrm>
                        <a:off x="7742328" y="3810000"/>
                        <a:ext cx="1309824" cy="54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4"/>
          <p:cNvGraphicFramePr>
            <a:graphicFrameLocks noChangeAspect="1"/>
          </p:cNvGraphicFramePr>
          <p:nvPr/>
        </p:nvGraphicFramePr>
        <p:xfrm>
          <a:off x="6921222" y="4762524"/>
          <a:ext cx="395288" cy="363538"/>
        </p:xfrm>
        <a:graphic>
          <a:graphicData uri="http://schemas.openxmlformats.org/presentationml/2006/ole">
            <mc:AlternateContent xmlns:mc="http://schemas.openxmlformats.org/markup-compatibility/2006">
              <mc:Choice xmlns:v="urn:schemas-microsoft-com:vml" Requires="v">
                <p:oleObj name="Equation" r:id="rId7" imgW="152280" imgH="139680" progId="Equation.DSMT4">
                  <p:embed/>
                </p:oleObj>
              </mc:Choice>
              <mc:Fallback>
                <p:oleObj name="Equation" r:id="rId7" imgW="152280" imgH="139680" progId="Equation.DSMT4">
                  <p:embed/>
                  <p:pic>
                    <p:nvPicPr>
                      <p:cNvPr id="14" name="Object 4"/>
                      <p:cNvPicPr>
                        <a:picLocks noChangeAspect="1" noChangeArrowheads="1"/>
                      </p:cNvPicPr>
                      <p:nvPr/>
                    </p:nvPicPr>
                    <p:blipFill>
                      <a:blip r:embed="rId8"/>
                      <a:srcRect/>
                      <a:stretch>
                        <a:fillRect/>
                      </a:stretch>
                    </p:blipFill>
                    <p:spPr bwMode="auto">
                      <a:xfrm>
                        <a:off x="6921222" y="4762524"/>
                        <a:ext cx="39528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4"/>
          <p:cNvGraphicFramePr>
            <a:graphicFrameLocks noChangeAspect="1"/>
          </p:cNvGraphicFramePr>
          <p:nvPr/>
        </p:nvGraphicFramePr>
        <p:xfrm>
          <a:off x="7235190" y="4063865"/>
          <a:ext cx="361950" cy="430213"/>
        </p:xfrm>
        <a:graphic>
          <a:graphicData uri="http://schemas.openxmlformats.org/presentationml/2006/ole">
            <mc:AlternateContent xmlns:mc="http://schemas.openxmlformats.org/markup-compatibility/2006">
              <mc:Choice xmlns:v="urn:schemas-microsoft-com:vml" Requires="v">
                <p:oleObj name="Equation" r:id="rId9" imgW="139680" imgH="164880" progId="Equation.DSMT4">
                  <p:embed/>
                </p:oleObj>
              </mc:Choice>
              <mc:Fallback>
                <p:oleObj name="Equation" r:id="rId9" imgW="139680" imgH="164880" progId="Equation.DSMT4">
                  <p:embed/>
                  <p:pic>
                    <p:nvPicPr>
                      <p:cNvPr id="15" name="Object 4"/>
                      <p:cNvPicPr>
                        <a:picLocks noChangeAspect="1" noChangeArrowheads="1"/>
                      </p:cNvPicPr>
                      <p:nvPr/>
                    </p:nvPicPr>
                    <p:blipFill>
                      <a:blip r:embed="rId10"/>
                      <a:srcRect/>
                      <a:stretch>
                        <a:fillRect/>
                      </a:stretch>
                    </p:blipFill>
                    <p:spPr bwMode="auto">
                      <a:xfrm>
                        <a:off x="7235190" y="4063865"/>
                        <a:ext cx="3619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弧形 15"/>
          <p:cNvSpPr/>
          <p:nvPr/>
        </p:nvSpPr>
        <p:spPr>
          <a:xfrm>
            <a:off x="6705322" y="4895631"/>
            <a:ext cx="196706" cy="514569"/>
          </a:xfrm>
          <a:prstGeom prst="arc">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ahoma"/>
              <a:ea typeface="宋体"/>
              <a:cs typeface="+mn-cs"/>
            </a:endParaRPr>
          </a:p>
        </p:txBody>
      </p:sp>
      <p:graphicFrame>
        <p:nvGraphicFramePr>
          <p:cNvPr id="18" name="Object 4"/>
          <p:cNvGraphicFramePr>
            <a:graphicFrameLocks noChangeAspect="1"/>
          </p:cNvGraphicFramePr>
          <p:nvPr/>
        </p:nvGraphicFramePr>
        <p:xfrm>
          <a:off x="8182203" y="4981088"/>
          <a:ext cx="826308" cy="399924"/>
        </p:xfrm>
        <a:graphic>
          <a:graphicData uri="http://schemas.openxmlformats.org/presentationml/2006/ole">
            <mc:AlternateContent xmlns:mc="http://schemas.openxmlformats.org/markup-compatibility/2006">
              <mc:Choice xmlns:v="urn:schemas-microsoft-com:vml" Requires="v">
                <p:oleObj name="Equation" r:id="rId11" imgW="393480" imgH="190440" progId="Equation.DSMT4">
                  <p:embed/>
                </p:oleObj>
              </mc:Choice>
              <mc:Fallback>
                <p:oleObj name="Equation" r:id="rId11" imgW="393480" imgH="190440" progId="Equation.DSMT4">
                  <p:embed/>
                  <p:pic>
                    <p:nvPicPr>
                      <p:cNvPr id="18" name="Object 4"/>
                      <p:cNvPicPr>
                        <a:picLocks noChangeAspect="1" noChangeArrowheads="1"/>
                      </p:cNvPicPr>
                      <p:nvPr/>
                    </p:nvPicPr>
                    <p:blipFill>
                      <a:blip r:embed="rId12"/>
                      <a:srcRect/>
                      <a:stretch>
                        <a:fillRect/>
                      </a:stretch>
                    </p:blipFill>
                    <p:spPr bwMode="auto">
                      <a:xfrm>
                        <a:off x="8182203" y="4981088"/>
                        <a:ext cx="826308" cy="399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4"/>
          <p:cNvGraphicFramePr>
            <a:graphicFrameLocks noChangeAspect="1"/>
          </p:cNvGraphicFramePr>
          <p:nvPr/>
        </p:nvGraphicFramePr>
        <p:xfrm>
          <a:off x="6010275" y="3251200"/>
          <a:ext cx="1041400" cy="427038"/>
        </p:xfrm>
        <a:graphic>
          <a:graphicData uri="http://schemas.openxmlformats.org/presentationml/2006/ole">
            <mc:AlternateContent xmlns:mc="http://schemas.openxmlformats.org/markup-compatibility/2006">
              <mc:Choice xmlns:v="urn:schemas-microsoft-com:vml" Requires="v">
                <p:oleObj name="Equation" r:id="rId13" imgW="495000" imgH="203040" progId="Equation.DSMT4">
                  <p:embed/>
                </p:oleObj>
              </mc:Choice>
              <mc:Fallback>
                <p:oleObj name="Equation" r:id="rId13" imgW="495000" imgH="203040" progId="Equation.DSMT4">
                  <p:embed/>
                  <p:pic>
                    <p:nvPicPr>
                      <p:cNvPr id="19" name="Object 4"/>
                      <p:cNvPicPr>
                        <a:picLocks noChangeAspect="1" noChangeArrowheads="1"/>
                      </p:cNvPicPr>
                      <p:nvPr/>
                    </p:nvPicPr>
                    <p:blipFill>
                      <a:blip r:embed="rId14"/>
                      <a:srcRect/>
                      <a:stretch>
                        <a:fillRect/>
                      </a:stretch>
                    </p:blipFill>
                    <p:spPr bwMode="auto">
                      <a:xfrm>
                        <a:off x="6010275" y="3251200"/>
                        <a:ext cx="10414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22635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矩形 1"/>
          <p:cNvSpPr>
            <a:spLocks noChangeArrowheads="1"/>
          </p:cNvSpPr>
          <p:nvPr/>
        </p:nvSpPr>
        <p:spPr bwMode="auto">
          <a:xfrm>
            <a:off x="990600" y="1017409"/>
            <a:ext cx="2508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变换的收敛域</a:t>
            </a:r>
          </a:p>
        </p:txBody>
      </p:sp>
      <p:sp>
        <p:nvSpPr>
          <p:cNvPr id="40964" name="矩形 2"/>
          <p:cNvSpPr>
            <a:spLocks noChangeArrowheads="1"/>
          </p:cNvSpPr>
          <p:nvPr/>
        </p:nvSpPr>
        <p:spPr bwMode="auto">
          <a:xfrm>
            <a:off x="939799" y="1804817"/>
            <a:ext cx="7748587"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平面上使级数                                 收敛的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值集合称为“收敛域”                                 </a:t>
            </a:r>
          </a:p>
        </p:txBody>
      </p:sp>
      <p:graphicFrame>
        <p:nvGraphicFramePr>
          <p:cNvPr id="4" name="对象 3"/>
          <p:cNvGraphicFramePr>
            <a:graphicFrameLocks noGrp="1" noChangeAspect="1"/>
          </p:cNvGraphicFramePr>
          <p:nvPr/>
        </p:nvGraphicFramePr>
        <p:xfrm>
          <a:off x="3431260" y="1676400"/>
          <a:ext cx="2765664" cy="949608"/>
        </p:xfrm>
        <a:graphic>
          <a:graphicData uri="http://schemas.openxmlformats.org/presentationml/2006/ole">
            <mc:AlternateContent xmlns:mc="http://schemas.openxmlformats.org/markup-compatibility/2006">
              <mc:Choice xmlns:v="urn:schemas-microsoft-com:vml" Requires="v">
                <p:oleObj name="Equation" r:id="rId2" imgW="1257120" imgH="431640" progId="Equation.DSMT4">
                  <p:embed/>
                </p:oleObj>
              </mc:Choice>
              <mc:Fallback>
                <p:oleObj name="Equation" r:id="rId2" imgW="1257120" imgH="431640" progId="Equation.DSMT4">
                  <p:embed/>
                  <p:pic>
                    <p:nvPicPr>
                      <p:cNvPr id="4" name="对象 3"/>
                      <p:cNvPicPr>
                        <a:picLocks noGrp="1" noChangeAspect="1" noChangeArrowheads="1"/>
                      </p:cNvPicPr>
                      <p:nvPr/>
                    </p:nvPicPr>
                    <p:blipFill>
                      <a:blip r:embed="rId3"/>
                      <a:srcRect/>
                      <a:stretch>
                        <a:fillRect/>
                      </a:stretch>
                    </p:blipFill>
                    <p:spPr bwMode="auto">
                      <a:xfrm>
                        <a:off x="3431260" y="1676400"/>
                        <a:ext cx="2765664"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10"/>
          <p:cNvSpPr>
            <a:spLocks noChangeArrowheads="1"/>
          </p:cNvSpPr>
          <p:nvPr/>
        </p:nvSpPr>
        <p:spPr bwMode="auto">
          <a:xfrm>
            <a:off x="939800" y="3095507"/>
            <a:ext cx="7899400" cy="1114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级数一致收敛的条件是绝对值可和，因此</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平面的收敛域应满足</a:t>
            </a:r>
          </a:p>
        </p:txBody>
      </p:sp>
      <p:graphicFrame>
        <p:nvGraphicFramePr>
          <p:cNvPr id="6" name="对象 5"/>
          <p:cNvGraphicFramePr>
            <a:graphicFrameLocks noChangeAspect="1"/>
          </p:cNvGraphicFramePr>
          <p:nvPr/>
        </p:nvGraphicFramePr>
        <p:xfrm>
          <a:off x="3276600" y="4343399"/>
          <a:ext cx="2402136" cy="949608"/>
        </p:xfrm>
        <a:graphic>
          <a:graphicData uri="http://schemas.openxmlformats.org/presentationml/2006/ole">
            <mc:AlternateContent xmlns:mc="http://schemas.openxmlformats.org/markup-compatibility/2006">
              <mc:Choice xmlns:v="urn:schemas-microsoft-com:vml" Requires="v">
                <p:oleObj name="Equation" r:id="rId4" imgW="1091880" imgH="431640" progId="Equation.DSMT4">
                  <p:embed/>
                </p:oleObj>
              </mc:Choice>
              <mc:Fallback>
                <p:oleObj name="Equation" r:id="rId4" imgW="1091880" imgH="431640" progId="Equation.DSMT4">
                  <p:embed/>
                  <p:pic>
                    <p:nvPicPr>
                      <p:cNvPr id="6" name="对象 5"/>
                      <p:cNvPicPr>
                        <a:picLocks noChangeAspect="1" noChangeArrowheads="1"/>
                      </p:cNvPicPr>
                      <p:nvPr/>
                    </p:nvPicPr>
                    <p:blipFill>
                      <a:blip r:embed="rId5"/>
                      <a:srcRect/>
                      <a:stretch>
                        <a:fillRect/>
                      </a:stretch>
                    </p:blipFill>
                    <p:spPr bwMode="auto">
                      <a:xfrm>
                        <a:off x="3276600" y="4343399"/>
                        <a:ext cx="2402136"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3656012" y="990600"/>
            <a:ext cx="5292725"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Region of Convergence</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ROC</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0"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897712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2"/>
          <p:cNvSpPr>
            <a:spLocks noChangeArrowheads="1"/>
          </p:cNvSpPr>
          <p:nvPr/>
        </p:nvSpPr>
        <p:spPr bwMode="auto">
          <a:xfrm>
            <a:off x="492124" y="2714507"/>
            <a:ext cx="8077201" cy="1095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收敛域只与   有关，所以收敛域的形状一定是以圆为边界。</a:t>
            </a:r>
          </a:p>
        </p:txBody>
      </p:sp>
      <p:graphicFrame>
        <p:nvGraphicFramePr>
          <p:cNvPr id="41990" name="对象 3"/>
          <p:cNvGraphicFramePr>
            <a:graphicFrameLocks noChangeAspect="1"/>
          </p:cNvGraphicFramePr>
          <p:nvPr/>
        </p:nvGraphicFramePr>
        <p:xfrm>
          <a:off x="2462213" y="2804994"/>
          <a:ext cx="431800" cy="493713"/>
        </p:xfrm>
        <a:graphic>
          <a:graphicData uri="http://schemas.openxmlformats.org/presentationml/2006/ole">
            <mc:AlternateContent xmlns:mc="http://schemas.openxmlformats.org/markup-compatibility/2006">
              <mc:Choice xmlns:v="urn:schemas-microsoft-com:vml" Requires="v">
                <p:oleObj name="Equation" r:id="rId2" imgW="164880" imgH="253800" progId="Equation.DSMT4">
                  <p:embed/>
                </p:oleObj>
              </mc:Choice>
              <mc:Fallback>
                <p:oleObj name="Equation" r:id="rId2" imgW="164880" imgH="253800" progId="Equation.DSMT4">
                  <p:embed/>
                  <p:pic>
                    <p:nvPicPr>
                      <p:cNvPr id="41990" name="对象 3"/>
                      <p:cNvPicPr>
                        <a:picLocks noChangeAspect="1" noChangeArrowheads="1"/>
                      </p:cNvPicPr>
                      <p:nvPr/>
                    </p:nvPicPr>
                    <p:blipFill>
                      <a:blip r:embed="rId3"/>
                      <a:srcRect/>
                      <a:stretch>
                        <a:fillRect/>
                      </a:stretch>
                    </p:blipFill>
                    <p:spPr bwMode="auto">
                      <a:xfrm>
                        <a:off x="2462213" y="2804994"/>
                        <a:ext cx="4318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1991" name="Group 5"/>
          <p:cNvGrpSpPr>
            <a:grpSpLocks/>
          </p:cNvGrpSpPr>
          <p:nvPr/>
        </p:nvGrpSpPr>
        <p:grpSpPr bwMode="auto">
          <a:xfrm>
            <a:off x="5710238" y="3498850"/>
            <a:ext cx="3022600" cy="2058987"/>
            <a:chOff x="7247" y="13267"/>
            <a:chExt cx="2620" cy="1700"/>
          </a:xfrm>
        </p:grpSpPr>
        <p:sp>
          <p:nvSpPr>
            <p:cNvPr id="41998" name="Line 6"/>
            <p:cNvSpPr>
              <a:spLocks noChangeShapeType="1"/>
            </p:cNvSpPr>
            <p:nvPr/>
          </p:nvSpPr>
          <p:spPr bwMode="auto">
            <a:xfrm>
              <a:off x="7247" y="14204"/>
              <a:ext cx="2620" cy="2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999" name="Line 7"/>
            <p:cNvSpPr>
              <a:spLocks noChangeShapeType="1"/>
            </p:cNvSpPr>
            <p:nvPr/>
          </p:nvSpPr>
          <p:spPr bwMode="auto">
            <a:xfrm flipV="1">
              <a:off x="8347" y="13267"/>
              <a:ext cx="0" cy="170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000" name="AutoShape 8"/>
            <p:cNvSpPr>
              <a:spLocks noChangeArrowheads="1"/>
            </p:cNvSpPr>
            <p:nvPr/>
          </p:nvSpPr>
          <p:spPr bwMode="auto">
            <a:xfrm>
              <a:off x="7627" y="13507"/>
              <a:ext cx="1440" cy="14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5 w 21600"/>
                <a:gd name="T25" fmla="*/ 3163 h 21600"/>
                <a:gd name="T26" fmla="*/ 18435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808080"/>
            </a:solidFill>
            <a:ln w="9525">
              <a:solidFill>
                <a:srgbClr val="000000"/>
              </a:solidFill>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992" name="Rectangle 10"/>
          <p:cNvSpPr>
            <a:spLocks noChangeArrowheads="1"/>
          </p:cNvSpPr>
          <p:nvPr/>
        </p:nvSpPr>
        <p:spPr bwMode="auto">
          <a:xfrm>
            <a:off x="7814744" y="4294187"/>
            <a:ext cx="5132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ctr" latinLnBrk="0" hangingPunct="1">
              <a:lnSpc>
                <a:spcPct val="100000"/>
              </a:lnSpc>
              <a:spcBef>
                <a:spcPct val="0"/>
              </a:spcBef>
              <a:spcAft>
                <a:spcPct val="0"/>
              </a:spcAft>
              <a:buClrTx/>
              <a:buSzTx/>
              <a:buFontTx/>
              <a:buNone/>
              <a:tabLst/>
              <a:defRPr/>
            </a:pPr>
            <a:r>
              <a:rPr kumimoji="1" lang="en-US" altLang="zh-CN"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000" b="0"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000" b="0"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41993" name="Rectangle 11"/>
          <p:cNvSpPr>
            <a:spLocks noChangeArrowheads="1"/>
          </p:cNvSpPr>
          <p:nvPr/>
        </p:nvSpPr>
        <p:spPr bwMode="auto">
          <a:xfrm>
            <a:off x="6934200" y="4267200"/>
            <a:ext cx="4748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ctr" latinLnBrk="0" hangingPunct="1">
              <a:lnSpc>
                <a:spcPct val="100000"/>
              </a:lnSpc>
              <a:spcBef>
                <a:spcPct val="0"/>
              </a:spcBef>
              <a:spcAft>
                <a:spcPct val="0"/>
              </a:spcAft>
              <a:buClrTx/>
              <a:buSzTx/>
              <a:buFontTx/>
              <a:buNone/>
              <a:tabLst/>
              <a:defRPr/>
            </a:pPr>
            <a:r>
              <a:rPr kumimoji="1" lang="en-US" altLang="zh-CN"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000" b="0"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000" b="0"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41994" name="Rectangle 12"/>
          <p:cNvSpPr>
            <a:spLocks noChangeArrowheads="1"/>
          </p:cNvSpPr>
          <p:nvPr/>
        </p:nvSpPr>
        <p:spPr bwMode="auto">
          <a:xfrm>
            <a:off x="8419122" y="4694237"/>
            <a:ext cx="724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ctr" latinLnBrk="0" hangingPunct="1">
              <a:lnSpc>
                <a:spcPct val="100000"/>
              </a:lnSpc>
              <a:spcBef>
                <a:spcPct val="0"/>
              </a:spcBef>
              <a:spcAft>
                <a:spcPct val="0"/>
              </a:spcAft>
              <a:buClrTx/>
              <a:buSzTx/>
              <a:buFontTx/>
              <a:buNone/>
              <a:tabLst/>
              <a:defRPr/>
            </a:pPr>
            <a:r>
              <a:rPr kumimoji="1" lang="en-US" altLang="zh-CN"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Re</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41995" name="矩形 1"/>
          <p:cNvSpPr>
            <a:spLocks noChangeArrowheads="1"/>
          </p:cNvSpPr>
          <p:nvPr/>
        </p:nvSpPr>
        <p:spPr bwMode="auto">
          <a:xfrm>
            <a:off x="7032625" y="3276600"/>
            <a:ext cx="7954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000" b="0" i="1"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jI</a:t>
            </a:r>
            <a:r>
              <a:rPr kumimoji="1" lang="en-US" altLang="zh-CN"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000" b="0"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1996" name="对象 3"/>
          <p:cNvGraphicFramePr>
            <a:graphicFrameLocks noChangeAspect="1"/>
          </p:cNvGraphicFramePr>
          <p:nvPr/>
        </p:nvGraphicFramePr>
        <p:xfrm>
          <a:off x="2156154" y="4230687"/>
          <a:ext cx="2951162" cy="527050"/>
        </p:xfrm>
        <a:graphic>
          <a:graphicData uri="http://schemas.openxmlformats.org/presentationml/2006/ole">
            <mc:AlternateContent xmlns:mc="http://schemas.openxmlformats.org/markup-compatibility/2006">
              <mc:Choice xmlns:v="urn:schemas-microsoft-com:vml" Requires="v">
                <p:oleObj name="Equation" r:id="rId4" imgW="1422360" imgH="253800" progId="Equation.DSMT4">
                  <p:embed/>
                </p:oleObj>
              </mc:Choice>
              <mc:Fallback>
                <p:oleObj name="Equation" r:id="rId4" imgW="1422360" imgH="253800" progId="Equation.DSMT4">
                  <p:embed/>
                  <p:pic>
                    <p:nvPicPr>
                      <p:cNvPr id="41996" name="对象 3"/>
                      <p:cNvPicPr>
                        <a:picLocks noChangeAspect="1" noChangeArrowheads="1"/>
                      </p:cNvPicPr>
                      <p:nvPr/>
                    </p:nvPicPr>
                    <p:blipFill>
                      <a:blip r:embed="rId5"/>
                      <a:srcRect/>
                      <a:stretch>
                        <a:fillRect/>
                      </a:stretch>
                    </p:blipFill>
                    <p:spPr bwMode="auto">
                      <a:xfrm>
                        <a:off x="2156154" y="4230687"/>
                        <a:ext cx="2951162"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2134173" y="1676400"/>
          <a:ext cx="4609440" cy="949608"/>
        </p:xfrm>
        <a:graphic>
          <a:graphicData uri="http://schemas.openxmlformats.org/presentationml/2006/ole">
            <mc:AlternateContent xmlns:mc="http://schemas.openxmlformats.org/markup-compatibility/2006">
              <mc:Choice xmlns:v="urn:schemas-microsoft-com:vml" Requires="v">
                <p:oleObj name="Equation" r:id="rId6" imgW="2095200" imgH="431640" progId="Equation.DSMT4">
                  <p:embed/>
                </p:oleObj>
              </mc:Choice>
              <mc:Fallback>
                <p:oleObj name="Equation" r:id="rId6" imgW="2095200" imgH="431640" progId="Equation.DSMT4">
                  <p:embed/>
                  <p:pic>
                    <p:nvPicPr>
                      <p:cNvPr id="17" name="对象 16"/>
                      <p:cNvPicPr>
                        <a:picLocks noChangeAspect="1" noChangeArrowheads="1"/>
                      </p:cNvPicPr>
                      <p:nvPr/>
                    </p:nvPicPr>
                    <p:blipFill>
                      <a:blip r:embed="rId7"/>
                      <a:srcRect/>
                      <a:stretch>
                        <a:fillRect/>
                      </a:stretch>
                    </p:blipFill>
                    <p:spPr bwMode="auto">
                      <a:xfrm>
                        <a:off x="2134173" y="1676400"/>
                        <a:ext cx="4609440"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
          <p:cNvSpPr>
            <a:spLocks noChangeArrowheads="1"/>
          </p:cNvSpPr>
          <p:nvPr/>
        </p:nvSpPr>
        <p:spPr bwMode="auto">
          <a:xfrm>
            <a:off x="996950" y="1066800"/>
            <a:ext cx="2508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变换的收敛域</a:t>
            </a:r>
          </a:p>
        </p:txBody>
      </p:sp>
      <p:sp>
        <p:nvSpPr>
          <p:cNvPr id="2" name="矩形 1"/>
          <p:cNvSpPr/>
          <p:nvPr/>
        </p:nvSpPr>
        <p:spPr>
          <a:xfrm>
            <a:off x="615655" y="5181600"/>
            <a:ext cx="5629417" cy="138499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和</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0"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的大小，即收敛域的位置与具体序列有关</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可以小到</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可以大到</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 name="对象 19"/>
          <p:cNvGraphicFramePr>
            <a:graphicFrameLocks noChangeAspect="1"/>
          </p:cNvGraphicFramePr>
          <p:nvPr/>
        </p:nvGraphicFramePr>
        <p:xfrm>
          <a:off x="4985970" y="6174823"/>
          <a:ext cx="363537" cy="279400"/>
        </p:xfrm>
        <a:graphic>
          <a:graphicData uri="http://schemas.openxmlformats.org/presentationml/2006/ole">
            <mc:AlternateContent xmlns:mc="http://schemas.openxmlformats.org/markup-compatibility/2006">
              <mc:Choice xmlns:v="urn:schemas-microsoft-com:vml" Requires="v">
                <p:oleObj name="Equation" r:id="rId8" imgW="164880" imgH="126720" progId="Equation.DSMT4">
                  <p:embed/>
                </p:oleObj>
              </mc:Choice>
              <mc:Fallback>
                <p:oleObj name="Equation" r:id="rId8" imgW="164880" imgH="126720" progId="Equation.DSMT4">
                  <p:embed/>
                  <p:pic>
                    <p:nvPicPr>
                      <p:cNvPr id="20" name="对象 19"/>
                      <p:cNvPicPr>
                        <a:picLocks noChangeAspect="1" noChangeArrowheads="1"/>
                      </p:cNvPicPr>
                      <p:nvPr/>
                    </p:nvPicPr>
                    <p:blipFill>
                      <a:blip r:embed="rId9"/>
                      <a:srcRect/>
                      <a:stretch>
                        <a:fillRect/>
                      </a:stretch>
                    </p:blipFill>
                    <p:spPr bwMode="auto">
                      <a:xfrm>
                        <a:off x="4985970" y="6174823"/>
                        <a:ext cx="36353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05851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1990"/>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4199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4199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199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199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199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199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1992" grpId="0"/>
      <p:bldP spid="41993" grpId="0"/>
      <p:bldP spid="41994" grpId="0"/>
      <p:bldP spid="41995" grpId="0"/>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10"/>
          <p:cNvSpPr txBox="1">
            <a:spLocks noChangeArrowheads="1"/>
          </p:cNvSpPr>
          <p:nvPr/>
        </p:nvSpPr>
        <p:spPr bwMode="auto">
          <a:xfrm>
            <a:off x="533400" y="1157288"/>
            <a:ext cx="2232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例</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1.3 (P15)</a:t>
            </a:r>
          </a:p>
        </p:txBody>
      </p:sp>
      <p:graphicFrame>
        <p:nvGraphicFramePr>
          <p:cNvPr id="2" name="对象 1"/>
          <p:cNvGraphicFramePr>
            <a:graphicFrameLocks noChangeAspect="1"/>
          </p:cNvGraphicFramePr>
          <p:nvPr/>
        </p:nvGraphicFramePr>
        <p:xfrm>
          <a:off x="2903892" y="1095034"/>
          <a:ext cx="2285280" cy="578880"/>
        </p:xfrm>
        <a:graphic>
          <a:graphicData uri="http://schemas.openxmlformats.org/presentationml/2006/ole">
            <mc:AlternateContent xmlns:mc="http://schemas.openxmlformats.org/markup-compatibility/2006">
              <mc:Choice xmlns:v="urn:schemas-microsoft-com:vml" Requires="v">
                <p:oleObj name="Equation" r:id="rId2" imgW="952200" imgH="241200" progId="Equation.DSMT4">
                  <p:embed/>
                </p:oleObj>
              </mc:Choice>
              <mc:Fallback>
                <p:oleObj name="Equation" r:id="rId2" imgW="952200" imgH="241200" progId="Equation.DSMT4">
                  <p:embed/>
                  <p:pic>
                    <p:nvPicPr>
                      <p:cNvPr id="2" name="对象 1"/>
                      <p:cNvPicPr>
                        <a:picLocks noChangeAspect="1" noChangeArrowheads="1"/>
                      </p:cNvPicPr>
                      <p:nvPr/>
                    </p:nvPicPr>
                    <p:blipFill>
                      <a:blip r:embed="rId3"/>
                      <a:srcRect/>
                      <a:stretch>
                        <a:fillRect/>
                      </a:stretch>
                    </p:blipFill>
                    <p:spPr bwMode="auto">
                      <a:xfrm>
                        <a:off x="2903892" y="1095034"/>
                        <a:ext cx="2285280" cy="57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1485101" y="2377515"/>
          <a:ext cx="2774628" cy="992772"/>
        </p:xfrm>
        <a:graphic>
          <a:graphicData uri="http://schemas.openxmlformats.org/presentationml/2006/ole">
            <mc:AlternateContent xmlns:mc="http://schemas.openxmlformats.org/markup-compatibility/2006">
              <mc:Choice xmlns:v="urn:schemas-microsoft-com:vml" Requires="v">
                <p:oleObj name="Equation" r:id="rId4" imgW="1206360" imgH="431640" progId="Equation.DSMT4">
                  <p:embed/>
                </p:oleObj>
              </mc:Choice>
              <mc:Fallback>
                <p:oleObj name="Equation" r:id="rId4" imgW="1206360" imgH="431640" progId="Equation.DSMT4">
                  <p:embed/>
                  <p:pic>
                    <p:nvPicPr>
                      <p:cNvPr id="3" name="对象 2"/>
                      <p:cNvPicPr>
                        <a:picLocks noChangeAspect="1" noChangeArrowheads="1"/>
                      </p:cNvPicPr>
                      <p:nvPr/>
                    </p:nvPicPr>
                    <p:blipFill>
                      <a:blip r:embed="rId5"/>
                      <a:srcRect/>
                      <a:stretch>
                        <a:fillRect/>
                      </a:stretch>
                    </p:blipFill>
                    <p:spPr bwMode="auto">
                      <a:xfrm>
                        <a:off x="1485101" y="2377515"/>
                        <a:ext cx="2774628"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2947988" y="4314825"/>
          <a:ext cx="171450" cy="307975"/>
        </p:xfrm>
        <a:graphic>
          <a:graphicData uri="http://schemas.openxmlformats.org/presentationml/2006/ole">
            <mc:AlternateContent xmlns:mc="http://schemas.openxmlformats.org/markup-compatibility/2006">
              <mc:Choice xmlns:v="urn:schemas-microsoft-com:vml" Requires="v">
                <p:oleObj name="Equation" r:id="rId6" imgW="114102" imgH="177492" progId="Equation.DSMT4">
                  <p:embed/>
                </p:oleObj>
              </mc:Choice>
              <mc:Fallback>
                <p:oleObj name="Equation" r:id="rId6" imgW="114102" imgH="177492" progId="Equation.DSMT4">
                  <p:embed/>
                  <p:pic>
                    <p:nvPicPr>
                      <p:cNvPr id="4"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7988" y="4314825"/>
                        <a:ext cx="1714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5" name="TextBox 6"/>
          <p:cNvSpPr txBox="1">
            <a:spLocks noChangeArrowheads="1"/>
          </p:cNvSpPr>
          <p:nvPr/>
        </p:nvSpPr>
        <p:spPr bwMode="auto">
          <a:xfrm>
            <a:off x="2438400" y="1143000"/>
            <a:ext cx="439261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求                          和</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变换。</a:t>
            </a:r>
          </a:p>
        </p:txBody>
      </p:sp>
      <p:graphicFrame>
        <p:nvGraphicFramePr>
          <p:cNvPr id="12" name="对象 11"/>
          <p:cNvGraphicFramePr>
            <a:graphicFrameLocks noChangeAspect="1"/>
          </p:cNvGraphicFramePr>
          <p:nvPr/>
        </p:nvGraphicFramePr>
        <p:xfrm>
          <a:off x="5654664" y="1066800"/>
          <a:ext cx="3260736" cy="578880"/>
        </p:xfrm>
        <a:graphic>
          <a:graphicData uri="http://schemas.openxmlformats.org/presentationml/2006/ole">
            <mc:AlternateContent xmlns:mc="http://schemas.openxmlformats.org/markup-compatibility/2006">
              <mc:Choice xmlns:v="urn:schemas-microsoft-com:vml" Requires="v">
                <p:oleObj name="Equation" r:id="rId8" imgW="1358640" imgH="241200" progId="Equation.DSMT4">
                  <p:embed/>
                </p:oleObj>
              </mc:Choice>
              <mc:Fallback>
                <p:oleObj name="Equation" r:id="rId8" imgW="1358640" imgH="241200" progId="Equation.DSMT4">
                  <p:embed/>
                  <p:pic>
                    <p:nvPicPr>
                      <p:cNvPr id="12" name="对象 11"/>
                      <p:cNvPicPr>
                        <a:picLocks noChangeAspect="1" noChangeArrowheads="1"/>
                      </p:cNvPicPr>
                      <p:nvPr/>
                    </p:nvPicPr>
                    <p:blipFill>
                      <a:blip r:embed="rId9"/>
                      <a:srcRect/>
                      <a:stretch>
                        <a:fillRect/>
                      </a:stretch>
                    </p:blipFill>
                    <p:spPr bwMode="auto">
                      <a:xfrm>
                        <a:off x="5654664" y="1066800"/>
                        <a:ext cx="3260736" cy="57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580207" y="2547471"/>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4" name="对象 13"/>
          <p:cNvGraphicFramePr>
            <a:graphicFrameLocks noChangeAspect="1"/>
          </p:cNvGraphicFramePr>
          <p:nvPr/>
        </p:nvGraphicFramePr>
        <p:xfrm>
          <a:off x="4344988" y="2420938"/>
          <a:ext cx="1343016" cy="933984"/>
        </p:xfrm>
        <a:graphic>
          <a:graphicData uri="http://schemas.openxmlformats.org/presentationml/2006/ole">
            <mc:AlternateContent xmlns:mc="http://schemas.openxmlformats.org/markup-compatibility/2006">
              <mc:Choice xmlns:v="urn:schemas-microsoft-com:vml" Requires="v">
                <p:oleObj name="Equation" r:id="rId10" imgW="583920" imgH="406080" progId="Equation.DSMT4">
                  <p:embed/>
                </p:oleObj>
              </mc:Choice>
              <mc:Fallback>
                <p:oleObj name="Equation" r:id="rId10" imgW="583920" imgH="406080" progId="Equation.DSMT4">
                  <p:embed/>
                  <p:pic>
                    <p:nvPicPr>
                      <p:cNvPr id="14" name="对象 13"/>
                      <p:cNvPicPr>
                        <a:picLocks noChangeAspect="1" noChangeArrowheads="1"/>
                      </p:cNvPicPr>
                      <p:nvPr/>
                    </p:nvPicPr>
                    <p:blipFill>
                      <a:blip r:embed="rId11"/>
                      <a:srcRect/>
                      <a:stretch>
                        <a:fillRect/>
                      </a:stretch>
                    </p:blipFill>
                    <p:spPr bwMode="auto">
                      <a:xfrm>
                        <a:off x="4344988" y="2420938"/>
                        <a:ext cx="1343016" cy="9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8"/>
          <p:cNvGraphicFramePr>
            <a:graphicFrameLocks noChangeAspect="1"/>
          </p:cNvGraphicFramePr>
          <p:nvPr/>
        </p:nvGraphicFramePr>
        <p:xfrm>
          <a:off x="1485101" y="3964953"/>
          <a:ext cx="2714625" cy="641350"/>
        </p:xfrm>
        <a:graphic>
          <a:graphicData uri="http://schemas.openxmlformats.org/presentationml/2006/ole">
            <mc:AlternateContent xmlns:mc="http://schemas.openxmlformats.org/markup-compatibility/2006">
              <mc:Choice xmlns:v="urn:schemas-microsoft-com:vml" Requires="v">
                <p:oleObj name="Equation" r:id="rId12" imgW="1180800" imgH="279360" progId="Equation.DSMT4">
                  <p:embed/>
                </p:oleObj>
              </mc:Choice>
              <mc:Fallback>
                <p:oleObj name="Equation" r:id="rId12" imgW="1180800" imgH="279360" progId="Equation.DSMT4">
                  <p:embed/>
                  <p:pic>
                    <p:nvPicPr>
                      <p:cNvPr id="15" name="Object 8"/>
                      <p:cNvPicPr>
                        <a:picLocks noChangeAspect="1" noChangeArrowheads="1"/>
                      </p:cNvPicPr>
                      <p:nvPr/>
                    </p:nvPicPr>
                    <p:blipFill>
                      <a:blip r:embed="rId13"/>
                      <a:srcRect/>
                      <a:stretch>
                        <a:fillRect/>
                      </a:stretch>
                    </p:blipFill>
                    <p:spPr bwMode="auto">
                      <a:xfrm>
                        <a:off x="1485101" y="3964953"/>
                        <a:ext cx="2714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8"/>
          <p:cNvGraphicFramePr>
            <a:graphicFrameLocks noChangeAspect="1"/>
          </p:cNvGraphicFramePr>
          <p:nvPr/>
        </p:nvGraphicFramePr>
        <p:xfrm>
          <a:off x="6248400" y="2547471"/>
          <a:ext cx="1022350" cy="584200"/>
        </p:xfrm>
        <a:graphic>
          <a:graphicData uri="http://schemas.openxmlformats.org/presentationml/2006/ole">
            <mc:AlternateContent xmlns:mc="http://schemas.openxmlformats.org/markup-compatibility/2006">
              <mc:Choice xmlns:v="urn:schemas-microsoft-com:vml" Requires="v">
                <p:oleObj name="Equation" r:id="rId14" imgW="444240" imgH="253800" progId="Equation.DSMT4">
                  <p:embed/>
                </p:oleObj>
              </mc:Choice>
              <mc:Fallback>
                <p:oleObj name="Equation" r:id="rId14" imgW="444240" imgH="253800" progId="Equation.DSMT4">
                  <p:embed/>
                  <p:pic>
                    <p:nvPicPr>
                      <p:cNvPr id="17" name="Object 8"/>
                      <p:cNvPicPr>
                        <a:picLocks noChangeAspect="1" noChangeArrowheads="1"/>
                      </p:cNvPicPr>
                      <p:nvPr/>
                    </p:nvPicPr>
                    <p:blipFill>
                      <a:blip r:embed="rId15"/>
                      <a:srcRect/>
                      <a:stretch>
                        <a:fillRect/>
                      </a:stretch>
                    </p:blipFill>
                    <p:spPr bwMode="auto">
                      <a:xfrm>
                        <a:off x="6248400" y="2547471"/>
                        <a:ext cx="10223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图片 4"/>
          <p:cNvPicPr>
            <a:picLocks noChangeAspect="1"/>
          </p:cNvPicPr>
          <p:nvPr/>
        </p:nvPicPr>
        <p:blipFill>
          <a:blip r:embed="rId16"/>
          <a:stretch>
            <a:fillRect/>
          </a:stretch>
        </p:blipFill>
        <p:spPr>
          <a:xfrm>
            <a:off x="5449570" y="3571031"/>
            <a:ext cx="3642360" cy="3002280"/>
          </a:xfrm>
          <a:prstGeom prst="rect">
            <a:avLst/>
          </a:prstGeom>
        </p:spPr>
      </p:pic>
      <p:sp>
        <p:nvSpPr>
          <p:cNvPr id="16"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319346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对象 11"/>
          <p:cNvGraphicFramePr>
            <a:graphicFrameLocks noChangeAspect="1"/>
          </p:cNvGraphicFramePr>
          <p:nvPr/>
        </p:nvGraphicFramePr>
        <p:xfrm>
          <a:off x="1308346" y="3048000"/>
          <a:ext cx="1430784" cy="466992"/>
        </p:xfrm>
        <a:graphic>
          <a:graphicData uri="http://schemas.openxmlformats.org/presentationml/2006/ole">
            <mc:AlternateContent xmlns:mc="http://schemas.openxmlformats.org/markup-compatibility/2006">
              <mc:Choice xmlns:v="urn:schemas-microsoft-com:vml" Requires="v">
                <p:oleObj name="Equation" r:id="rId2" imgW="622080" imgH="203040" progId="Equation.DSMT4">
                  <p:embed/>
                </p:oleObj>
              </mc:Choice>
              <mc:Fallback>
                <p:oleObj name="Equation" r:id="rId2" imgW="622080" imgH="203040" progId="Equation.DSMT4">
                  <p:embed/>
                  <p:pic>
                    <p:nvPicPr>
                      <p:cNvPr id="12" name="对象 11"/>
                      <p:cNvPicPr>
                        <a:picLocks noChangeAspect="1" noChangeArrowheads="1"/>
                      </p:cNvPicPr>
                      <p:nvPr/>
                    </p:nvPicPr>
                    <p:blipFill>
                      <a:blip r:embed="rId3"/>
                      <a:srcRect/>
                      <a:stretch>
                        <a:fillRect/>
                      </a:stretch>
                    </p:blipFill>
                    <p:spPr bwMode="auto">
                      <a:xfrm>
                        <a:off x="1308346" y="3048000"/>
                        <a:ext cx="1430784"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4"/>
          <p:cNvGraphicFramePr>
            <a:graphicFrameLocks noChangeAspect="1"/>
          </p:cNvGraphicFramePr>
          <p:nvPr/>
        </p:nvGraphicFramePr>
        <p:xfrm>
          <a:off x="1308346" y="1295400"/>
          <a:ext cx="3592692" cy="1051560"/>
        </p:xfrm>
        <a:graphic>
          <a:graphicData uri="http://schemas.openxmlformats.org/presentationml/2006/ole">
            <mc:AlternateContent xmlns:mc="http://schemas.openxmlformats.org/markup-compatibility/2006">
              <mc:Choice xmlns:v="urn:schemas-microsoft-com:vml" Requires="v">
                <p:oleObj name="Equation" r:id="rId4" imgW="1562040" imgH="457200" progId="Equation.DSMT4">
                  <p:embed/>
                </p:oleObj>
              </mc:Choice>
              <mc:Fallback>
                <p:oleObj name="Equation" r:id="rId4" imgW="1562040" imgH="457200" progId="Equation.DSMT4">
                  <p:embed/>
                  <p:pic>
                    <p:nvPicPr>
                      <p:cNvPr id="16" name="Object 4"/>
                      <p:cNvPicPr>
                        <a:picLocks noGrp="1" noChangeAspect="1" noChangeArrowheads="1"/>
                      </p:cNvPicPr>
                      <p:nvPr/>
                    </p:nvPicPr>
                    <p:blipFill>
                      <a:blip r:embed="rId5"/>
                      <a:srcRect/>
                      <a:stretch>
                        <a:fillRect/>
                      </a:stretch>
                    </p:blipFill>
                    <p:spPr bwMode="auto">
                      <a:xfrm>
                        <a:off x="1308346" y="1295400"/>
                        <a:ext cx="3592692" cy="1051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8" name="Object 4"/>
          <p:cNvGraphicFramePr>
            <a:graphicFrameLocks noChangeAspect="1"/>
          </p:cNvGraphicFramePr>
          <p:nvPr/>
        </p:nvGraphicFramePr>
        <p:xfrm>
          <a:off x="2781545" y="2758440"/>
          <a:ext cx="4965516" cy="1051560"/>
        </p:xfrm>
        <a:graphic>
          <a:graphicData uri="http://schemas.openxmlformats.org/presentationml/2006/ole">
            <mc:AlternateContent xmlns:mc="http://schemas.openxmlformats.org/markup-compatibility/2006">
              <mc:Choice xmlns:v="urn:schemas-microsoft-com:vml" Requires="v">
                <p:oleObj name="Equation" r:id="rId6" imgW="2158920" imgH="457200" progId="Equation.DSMT4">
                  <p:embed/>
                </p:oleObj>
              </mc:Choice>
              <mc:Fallback>
                <p:oleObj name="Equation" r:id="rId6" imgW="2158920" imgH="457200" progId="Equation.DSMT4">
                  <p:embed/>
                  <p:pic>
                    <p:nvPicPr>
                      <p:cNvPr id="18" name="Object 4"/>
                      <p:cNvPicPr>
                        <a:picLocks noGrp="1" noChangeAspect="1" noChangeArrowheads="1"/>
                      </p:cNvPicPr>
                      <p:nvPr/>
                    </p:nvPicPr>
                    <p:blipFill>
                      <a:blip r:embed="rId7"/>
                      <a:srcRect/>
                      <a:stretch>
                        <a:fillRect/>
                      </a:stretch>
                    </p:blipFill>
                    <p:spPr bwMode="auto">
                      <a:xfrm>
                        <a:off x="2781545" y="2758440"/>
                        <a:ext cx="4965516" cy="1051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8"/>
          <a:stretch>
            <a:fillRect/>
          </a:stretch>
        </p:blipFill>
        <p:spPr>
          <a:xfrm>
            <a:off x="1460659" y="4114800"/>
            <a:ext cx="3489960" cy="2286000"/>
          </a:xfrm>
          <a:prstGeom prst="rect">
            <a:avLst/>
          </a:prstGeom>
        </p:spPr>
      </p:pic>
      <p:sp>
        <p:nvSpPr>
          <p:cNvPr id="7"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72660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p:cNvGraphicFramePr>
            <a:graphicFrameLocks noChangeAspect="1"/>
          </p:cNvGraphicFramePr>
          <p:nvPr/>
        </p:nvGraphicFramePr>
        <p:xfrm>
          <a:off x="625470" y="1053687"/>
          <a:ext cx="3260736" cy="578880"/>
        </p:xfrm>
        <a:graphic>
          <a:graphicData uri="http://schemas.openxmlformats.org/presentationml/2006/ole">
            <mc:AlternateContent xmlns:mc="http://schemas.openxmlformats.org/markup-compatibility/2006">
              <mc:Choice xmlns:v="urn:schemas-microsoft-com:vml" Requires="v">
                <p:oleObj name="Equation" r:id="rId2" imgW="1358640" imgH="241200" progId="Equation.DSMT4">
                  <p:embed/>
                </p:oleObj>
              </mc:Choice>
              <mc:Fallback>
                <p:oleObj name="Equation" r:id="rId2" imgW="1358640" imgH="241200" progId="Equation.DSMT4">
                  <p:embed/>
                  <p:pic>
                    <p:nvPicPr>
                      <p:cNvPr id="11" name="对象 10"/>
                      <p:cNvPicPr>
                        <a:picLocks noChangeAspect="1" noChangeArrowheads="1"/>
                      </p:cNvPicPr>
                      <p:nvPr/>
                    </p:nvPicPr>
                    <p:blipFill>
                      <a:blip r:embed="rId3"/>
                      <a:srcRect/>
                      <a:stretch>
                        <a:fillRect/>
                      </a:stretch>
                    </p:blipFill>
                    <p:spPr bwMode="auto">
                      <a:xfrm>
                        <a:off x="625470" y="1053687"/>
                        <a:ext cx="3260736" cy="57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
          <p:cNvGraphicFramePr>
            <a:graphicFrameLocks noChangeAspect="1"/>
          </p:cNvGraphicFramePr>
          <p:nvPr/>
        </p:nvGraphicFramePr>
        <p:xfrm>
          <a:off x="533400" y="1782762"/>
          <a:ext cx="4935537" cy="1036638"/>
        </p:xfrm>
        <a:graphic>
          <a:graphicData uri="http://schemas.openxmlformats.org/presentationml/2006/ole">
            <mc:AlternateContent xmlns:mc="http://schemas.openxmlformats.org/markup-compatibility/2006">
              <mc:Choice xmlns:v="urn:schemas-microsoft-com:vml" Requires="v">
                <p:oleObj name="Equation" r:id="rId4" imgW="2057400" imgH="431640" progId="Equation.DSMT4">
                  <p:embed/>
                </p:oleObj>
              </mc:Choice>
              <mc:Fallback>
                <p:oleObj name="Equation" r:id="rId4" imgW="2057400" imgH="431640" progId="Equation.DSMT4">
                  <p:embed/>
                  <p:pic>
                    <p:nvPicPr>
                      <p:cNvPr id="12" name="Object 5"/>
                      <p:cNvPicPr>
                        <a:picLocks noChangeAspect="1" noChangeArrowheads="1"/>
                      </p:cNvPicPr>
                      <p:nvPr/>
                    </p:nvPicPr>
                    <p:blipFill>
                      <a:blip r:embed="rId5"/>
                      <a:srcRect/>
                      <a:stretch>
                        <a:fillRect/>
                      </a:stretch>
                    </p:blipFill>
                    <p:spPr bwMode="auto">
                      <a:xfrm>
                        <a:off x="533400" y="1782762"/>
                        <a:ext cx="4935537"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7"/>
          <p:cNvGraphicFramePr>
            <a:graphicFrameLocks noChangeAspect="1"/>
          </p:cNvGraphicFramePr>
          <p:nvPr/>
        </p:nvGraphicFramePr>
        <p:xfrm>
          <a:off x="5468937" y="1752600"/>
          <a:ext cx="1723068" cy="992772"/>
        </p:xfrm>
        <a:graphic>
          <a:graphicData uri="http://schemas.openxmlformats.org/presentationml/2006/ole">
            <mc:AlternateContent xmlns:mc="http://schemas.openxmlformats.org/markup-compatibility/2006">
              <mc:Choice xmlns:v="urn:schemas-microsoft-com:vml" Requires="v">
                <p:oleObj name="Equation" r:id="rId6" imgW="749160" imgH="431640" progId="Equation.DSMT4">
                  <p:embed/>
                </p:oleObj>
              </mc:Choice>
              <mc:Fallback>
                <p:oleObj name="Equation" r:id="rId6" imgW="749160" imgH="431640" progId="Equation.DSMT4">
                  <p:embed/>
                  <p:pic>
                    <p:nvPicPr>
                      <p:cNvPr id="13" name="Object 7"/>
                      <p:cNvPicPr>
                        <a:picLocks noChangeAspect="1" noChangeArrowheads="1"/>
                      </p:cNvPicPr>
                      <p:nvPr/>
                    </p:nvPicPr>
                    <p:blipFill>
                      <a:blip r:embed="rId7"/>
                      <a:srcRect/>
                      <a:stretch>
                        <a:fillRect/>
                      </a:stretch>
                    </p:blipFill>
                    <p:spPr bwMode="auto">
                      <a:xfrm>
                        <a:off x="5468937" y="1752600"/>
                        <a:ext cx="1723068"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2"/>
          <p:cNvGraphicFramePr>
            <a:graphicFrameLocks noChangeAspect="1"/>
          </p:cNvGraphicFramePr>
          <p:nvPr/>
        </p:nvGraphicFramePr>
        <p:xfrm>
          <a:off x="7192005" y="1828800"/>
          <a:ext cx="1489572" cy="933984"/>
        </p:xfrm>
        <a:graphic>
          <a:graphicData uri="http://schemas.openxmlformats.org/presentationml/2006/ole">
            <mc:AlternateContent xmlns:mc="http://schemas.openxmlformats.org/markup-compatibility/2006">
              <mc:Choice xmlns:v="urn:schemas-microsoft-com:vml" Requires="v">
                <p:oleObj name="Equation" r:id="rId8" imgW="647640" imgH="406080" progId="Equation.DSMT4">
                  <p:embed/>
                </p:oleObj>
              </mc:Choice>
              <mc:Fallback>
                <p:oleObj name="Equation" r:id="rId8" imgW="647640" imgH="406080" progId="Equation.DSMT4">
                  <p:embed/>
                  <p:pic>
                    <p:nvPicPr>
                      <p:cNvPr id="14" name="Object 12"/>
                      <p:cNvPicPr>
                        <a:picLocks noChangeAspect="1" noChangeArrowheads="1"/>
                      </p:cNvPicPr>
                      <p:nvPr/>
                    </p:nvPicPr>
                    <p:blipFill>
                      <a:blip r:embed="rId9"/>
                      <a:srcRect/>
                      <a:stretch>
                        <a:fillRect/>
                      </a:stretch>
                    </p:blipFill>
                    <p:spPr bwMode="auto">
                      <a:xfrm>
                        <a:off x="7192005" y="1828800"/>
                        <a:ext cx="1489572" cy="933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4"/>
          <p:cNvGraphicFramePr>
            <a:graphicFrameLocks noChangeAspect="1"/>
          </p:cNvGraphicFramePr>
          <p:nvPr/>
        </p:nvGraphicFramePr>
        <p:xfrm>
          <a:off x="609600" y="3200400"/>
          <a:ext cx="2715840" cy="642528"/>
        </p:xfrm>
        <a:graphic>
          <a:graphicData uri="http://schemas.openxmlformats.org/presentationml/2006/ole">
            <mc:AlternateContent xmlns:mc="http://schemas.openxmlformats.org/markup-compatibility/2006">
              <mc:Choice xmlns:v="urn:schemas-microsoft-com:vml" Requires="v">
                <p:oleObj name="Equation" r:id="rId10" imgW="1180800" imgH="279360" progId="Equation.DSMT4">
                  <p:embed/>
                </p:oleObj>
              </mc:Choice>
              <mc:Fallback>
                <p:oleObj name="Equation" r:id="rId10" imgW="1180800" imgH="279360" progId="Equation.DSMT4">
                  <p:embed/>
                  <p:pic>
                    <p:nvPicPr>
                      <p:cNvPr id="15" name="Object 14"/>
                      <p:cNvPicPr>
                        <a:picLocks noChangeAspect="1" noChangeArrowheads="1"/>
                      </p:cNvPicPr>
                      <p:nvPr/>
                    </p:nvPicPr>
                    <p:blipFill>
                      <a:blip r:embed="rId11"/>
                      <a:srcRect/>
                      <a:stretch>
                        <a:fillRect/>
                      </a:stretch>
                    </p:blipFill>
                    <p:spPr bwMode="auto">
                      <a:xfrm>
                        <a:off x="609600" y="3200400"/>
                        <a:ext cx="2715840" cy="64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9" name="图片 8"/>
          <p:cNvPicPr>
            <a:picLocks noChangeAspect="1"/>
          </p:cNvPicPr>
          <p:nvPr/>
        </p:nvPicPr>
        <p:blipFill>
          <a:blip r:embed="rId12"/>
          <a:stretch>
            <a:fillRect/>
          </a:stretch>
        </p:blipFill>
        <p:spPr>
          <a:xfrm>
            <a:off x="5181600" y="3557224"/>
            <a:ext cx="3642360" cy="3002280"/>
          </a:xfrm>
          <a:prstGeom prst="rect">
            <a:avLst/>
          </a:prstGeom>
        </p:spPr>
      </p:pic>
      <p:sp>
        <p:nvSpPr>
          <p:cNvPr id="10"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207151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1853519" y="2667000"/>
          <a:ext cx="873125" cy="523875"/>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14"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3"/>
                      <a:srcRect/>
                      <a:stretch>
                        <a:fillRect/>
                      </a:stretch>
                    </p:blipFill>
                    <p:spPr bwMode="auto">
                      <a:xfrm>
                        <a:off x="1853519" y="2667000"/>
                        <a:ext cx="873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8">
            <a:extLst>
              <a:ext uri="{FF2B5EF4-FFF2-40B4-BE49-F238E27FC236}">
                <a16:creationId xmlns:a16="http://schemas.microsoft.com/office/drawing/2014/main" id="{E642F2FF-1B21-409E-8D8D-68F0600EEB1E}"/>
              </a:ext>
            </a:extLst>
          </p:cNvPr>
          <p:cNvSpPr>
            <a:spLocks noChangeArrowheads="1"/>
          </p:cNvSpPr>
          <p:nvPr/>
        </p:nvSpPr>
        <p:spPr bwMode="auto">
          <a:xfrm>
            <a:off x="1084025" y="1180029"/>
            <a:ext cx="7426325" cy="1095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z</a:t>
            </a: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变换表达式只有结合一个收敛域才能唯一地对应一个时域序列 </a:t>
            </a:r>
          </a:p>
        </p:txBody>
      </p:sp>
      <p:sp>
        <p:nvSpPr>
          <p:cNvPr id="17" name="Rectangle 11">
            <a:extLst>
              <a:ext uri="{FF2B5EF4-FFF2-40B4-BE49-F238E27FC236}">
                <a16:creationId xmlns:a16="http://schemas.microsoft.com/office/drawing/2014/main" id="{C48A6960-2C39-4B36-8F82-B47C3E2AFA7C}"/>
              </a:ext>
            </a:extLst>
          </p:cNvPr>
          <p:cNvSpPr>
            <a:spLocks noChangeArrowheads="1"/>
          </p:cNvSpPr>
          <p:nvPr/>
        </p:nvSpPr>
        <p:spPr bwMode="auto">
          <a:xfrm>
            <a:off x="6172152" y="2677180"/>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收敛域</a:t>
            </a:r>
          </a:p>
        </p:txBody>
      </p:sp>
      <p:graphicFrame>
        <p:nvGraphicFramePr>
          <p:cNvPr id="7"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4160838" y="2677936"/>
          <a:ext cx="938212" cy="523875"/>
        </p:xfrm>
        <a:graphic>
          <a:graphicData uri="http://schemas.openxmlformats.org/presentationml/2006/ole">
            <mc:AlternateContent xmlns:mc="http://schemas.openxmlformats.org/markup-compatibility/2006">
              <mc:Choice xmlns:v="urn:schemas-microsoft-com:vml" Requires="v">
                <p:oleObj name="Equation" r:id="rId4" imgW="368280" imgH="203040" progId="Equation.DSMT4">
                  <p:embed/>
                </p:oleObj>
              </mc:Choice>
              <mc:Fallback>
                <p:oleObj name="Equation" r:id="rId4" imgW="368280" imgH="203040" progId="Equation.DSMT4">
                  <p:embed/>
                  <p:pic>
                    <p:nvPicPr>
                      <p:cNvPr id="7"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5"/>
                      <a:srcRect/>
                      <a:stretch>
                        <a:fillRect/>
                      </a:stretch>
                    </p:blipFill>
                    <p:spPr bwMode="auto">
                      <a:xfrm>
                        <a:off x="4160838" y="2677936"/>
                        <a:ext cx="9382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2"/>
          <p:cNvGraphicFramePr>
            <a:graphicFrameLocks noChangeAspect="1"/>
          </p:cNvGraphicFramePr>
          <p:nvPr/>
        </p:nvGraphicFramePr>
        <p:xfrm>
          <a:off x="4052887" y="3441700"/>
          <a:ext cx="1198563" cy="935038"/>
        </p:xfrm>
        <a:graphic>
          <a:graphicData uri="http://schemas.openxmlformats.org/presentationml/2006/ole">
            <mc:AlternateContent xmlns:mc="http://schemas.openxmlformats.org/markup-compatibility/2006">
              <mc:Choice xmlns:v="urn:schemas-microsoft-com:vml" Requires="v">
                <p:oleObj name="Equation" r:id="rId6" imgW="520560" imgH="406080" progId="Equation.DSMT4">
                  <p:embed/>
                </p:oleObj>
              </mc:Choice>
              <mc:Fallback>
                <p:oleObj name="Equation" r:id="rId6" imgW="520560" imgH="406080" progId="Equation.DSMT4">
                  <p:embed/>
                  <p:pic>
                    <p:nvPicPr>
                      <p:cNvPr id="8" name="Object 12"/>
                      <p:cNvPicPr>
                        <a:picLocks noChangeAspect="1" noChangeArrowheads="1"/>
                      </p:cNvPicPr>
                      <p:nvPr/>
                    </p:nvPicPr>
                    <p:blipFill>
                      <a:blip r:embed="rId7"/>
                      <a:srcRect/>
                      <a:stretch>
                        <a:fillRect/>
                      </a:stretch>
                    </p:blipFill>
                    <p:spPr bwMode="auto">
                      <a:xfrm>
                        <a:off x="4052887" y="3441700"/>
                        <a:ext cx="1198563"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2"/>
          <p:cNvGraphicFramePr>
            <a:graphicFrameLocks noChangeAspect="1"/>
          </p:cNvGraphicFramePr>
          <p:nvPr/>
        </p:nvGraphicFramePr>
        <p:xfrm>
          <a:off x="4052887" y="4700003"/>
          <a:ext cx="1198563" cy="935038"/>
        </p:xfrm>
        <a:graphic>
          <a:graphicData uri="http://schemas.openxmlformats.org/presentationml/2006/ole">
            <mc:AlternateContent xmlns:mc="http://schemas.openxmlformats.org/markup-compatibility/2006">
              <mc:Choice xmlns:v="urn:schemas-microsoft-com:vml" Requires="v">
                <p:oleObj name="Equation" r:id="rId6" imgW="520560" imgH="406080" progId="Equation.DSMT4">
                  <p:embed/>
                </p:oleObj>
              </mc:Choice>
              <mc:Fallback>
                <p:oleObj name="Equation" r:id="rId6" imgW="520560" imgH="406080" progId="Equation.DSMT4">
                  <p:embed/>
                  <p:pic>
                    <p:nvPicPr>
                      <p:cNvPr id="9" name="Object 12"/>
                      <p:cNvPicPr>
                        <a:picLocks noChangeAspect="1" noChangeArrowheads="1"/>
                      </p:cNvPicPr>
                      <p:nvPr/>
                    </p:nvPicPr>
                    <p:blipFill>
                      <a:blip r:embed="rId7"/>
                      <a:srcRect/>
                      <a:stretch>
                        <a:fillRect/>
                      </a:stretch>
                    </p:blipFill>
                    <p:spPr bwMode="auto">
                      <a:xfrm>
                        <a:off x="4052887" y="4700003"/>
                        <a:ext cx="1198563"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4"/>
          <p:cNvGraphicFramePr>
            <a:graphicFrameLocks noChangeAspect="1"/>
          </p:cNvGraphicFramePr>
          <p:nvPr/>
        </p:nvGraphicFramePr>
        <p:xfrm>
          <a:off x="6440487" y="4875422"/>
          <a:ext cx="1020763" cy="584200"/>
        </p:xfrm>
        <a:graphic>
          <a:graphicData uri="http://schemas.openxmlformats.org/presentationml/2006/ole">
            <mc:AlternateContent xmlns:mc="http://schemas.openxmlformats.org/markup-compatibility/2006">
              <mc:Choice xmlns:v="urn:schemas-microsoft-com:vml" Requires="v">
                <p:oleObj name="Equation" r:id="rId8" imgW="444240" imgH="253800" progId="Equation.DSMT4">
                  <p:embed/>
                </p:oleObj>
              </mc:Choice>
              <mc:Fallback>
                <p:oleObj name="Equation" r:id="rId8" imgW="444240" imgH="253800" progId="Equation.DSMT4">
                  <p:embed/>
                  <p:pic>
                    <p:nvPicPr>
                      <p:cNvPr id="10" name="Object 14"/>
                      <p:cNvPicPr>
                        <a:picLocks noChangeAspect="1" noChangeArrowheads="1"/>
                      </p:cNvPicPr>
                      <p:nvPr/>
                    </p:nvPicPr>
                    <p:blipFill>
                      <a:blip r:embed="rId9"/>
                      <a:srcRect/>
                      <a:stretch>
                        <a:fillRect/>
                      </a:stretch>
                    </p:blipFill>
                    <p:spPr bwMode="auto">
                      <a:xfrm>
                        <a:off x="6440487" y="4875422"/>
                        <a:ext cx="1020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8"/>
          <p:cNvGraphicFramePr>
            <a:graphicFrameLocks noChangeAspect="1"/>
          </p:cNvGraphicFramePr>
          <p:nvPr/>
        </p:nvGraphicFramePr>
        <p:xfrm>
          <a:off x="6379029" y="3614758"/>
          <a:ext cx="1022350" cy="584200"/>
        </p:xfrm>
        <a:graphic>
          <a:graphicData uri="http://schemas.openxmlformats.org/presentationml/2006/ole">
            <mc:AlternateContent xmlns:mc="http://schemas.openxmlformats.org/markup-compatibility/2006">
              <mc:Choice xmlns:v="urn:schemas-microsoft-com:vml" Requires="v">
                <p:oleObj name="Equation" r:id="rId10" imgW="444240" imgH="253800" progId="Equation.DSMT4">
                  <p:embed/>
                </p:oleObj>
              </mc:Choice>
              <mc:Fallback>
                <p:oleObj name="Equation" r:id="rId10" imgW="444240" imgH="253800" progId="Equation.DSMT4">
                  <p:embed/>
                  <p:pic>
                    <p:nvPicPr>
                      <p:cNvPr id="11" name="Object 8"/>
                      <p:cNvPicPr>
                        <a:picLocks noChangeAspect="1" noChangeArrowheads="1"/>
                      </p:cNvPicPr>
                      <p:nvPr/>
                    </p:nvPicPr>
                    <p:blipFill>
                      <a:blip r:embed="rId11"/>
                      <a:srcRect/>
                      <a:stretch>
                        <a:fillRect/>
                      </a:stretch>
                    </p:blipFill>
                    <p:spPr bwMode="auto">
                      <a:xfrm>
                        <a:off x="6379029" y="3614758"/>
                        <a:ext cx="10223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nvGraphicFramePr>
        <p:xfrm>
          <a:off x="1136650" y="4910347"/>
          <a:ext cx="2041525" cy="549275"/>
        </p:xfrm>
        <a:graphic>
          <a:graphicData uri="http://schemas.openxmlformats.org/presentationml/2006/ole">
            <mc:AlternateContent xmlns:mc="http://schemas.openxmlformats.org/markup-compatibility/2006">
              <mc:Choice xmlns:v="urn:schemas-microsoft-com:vml" Requires="v">
                <p:oleObj name="Equation" r:id="rId12" imgW="850680" imgH="228600" progId="Equation.DSMT4">
                  <p:embed/>
                </p:oleObj>
              </mc:Choice>
              <mc:Fallback>
                <p:oleObj name="Equation" r:id="rId12" imgW="850680" imgH="228600" progId="Equation.DSMT4">
                  <p:embed/>
                  <p:pic>
                    <p:nvPicPr>
                      <p:cNvPr id="12" name="对象 11"/>
                      <p:cNvPicPr>
                        <a:picLocks noChangeAspect="1" noChangeArrowheads="1"/>
                      </p:cNvPicPr>
                      <p:nvPr/>
                    </p:nvPicPr>
                    <p:blipFill>
                      <a:blip r:embed="rId13"/>
                      <a:srcRect/>
                      <a:stretch>
                        <a:fillRect/>
                      </a:stretch>
                    </p:blipFill>
                    <p:spPr bwMode="auto">
                      <a:xfrm>
                        <a:off x="1136650" y="4910347"/>
                        <a:ext cx="2041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1593849" y="3657600"/>
          <a:ext cx="1127125" cy="547688"/>
        </p:xfrm>
        <a:graphic>
          <a:graphicData uri="http://schemas.openxmlformats.org/presentationml/2006/ole">
            <mc:AlternateContent xmlns:mc="http://schemas.openxmlformats.org/markup-compatibility/2006">
              <mc:Choice xmlns:v="urn:schemas-microsoft-com:vml" Requires="v">
                <p:oleObj name="Equation" r:id="rId14" imgW="469800" imgH="228600" progId="Equation.DSMT4">
                  <p:embed/>
                </p:oleObj>
              </mc:Choice>
              <mc:Fallback>
                <p:oleObj name="Equation" r:id="rId14" imgW="469800" imgH="228600" progId="Equation.DSMT4">
                  <p:embed/>
                  <p:pic>
                    <p:nvPicPr>
                      <p:cNvPr id="13" name="对象 12"/>
                      <p:cNvPicPr>
                        <a:picLocks noChangeAspect="1" noChangeArrowheads="1"/>
                      </p:cNvPicPr>
                      <p:nvPr/>
                    </p:nvPicPr>
                    <p:blipFill>
                      <a:blip r:embed="rId15"/>
                      <a:srcRect/>
                      <a:stretch>
                        <a:fillRect/>
                      </a:stretch>
                    </p:blipFill>
                    <p:spPr bwMode="auto">
                      <a:xfrm>
                        <a:off x="1593849" y="3657600"/>
                        <a:ext cx="112712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Line 9"/>
          <p:cNvSpPr>
            <a:spLocks noChangeShapeType="1"/>
          </p:cNvSpPr>
          <p:nvPr/>
        </p:nvSpPr>
        <p:spPr bwMode="auto">
          <a:xfrm>
            <a:off x="1060450" y="3282149"/>
            <a:ext cx="6940550" cy="1555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Line 9"/>
          <p:cNvSpPr>
            <a:spLocks noChangeShapeType="1"/>
          </p:cNvSpPr>
          <p:nvPr/>
        </p:nvSpPr>
        <p:spPr bwMode="auto">
          <a:xfrm>
            <a:off x="1003867" y="4495800"/>
            <a:ext cx="694055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Line 9"/>
          <p:cNvSpPr>
            <a:spLocks noChangeShapeType="1"/>
          </p:cNvSpPr>
          <p:nvPr/>
        </p:nvSpPr>
        <p:spPr bwMode="auto">
          <a:xfrm>
            <a:off x="1060450" y="5715000"/>
            <a:ext cx="6940550" cy="793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矩形 19"/>
          <p:cNvSpPr/>
          <p:nvPr/>
        </p:nvSpPr>
        <p:spPr>
          <a:xfrm>
            <a:off x="780417" y="2623511"/>
            <a:ext cx="8130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8444100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66800" y="990600"/>
            <a:ext cx="7696200"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若</a:t>
            </a:r>
            <a:r>
              <a:rPr kumimoji="0" lang="en-US" altLang="zh-CN" sz="2800" b="1" i="1"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z</a:t>
            </a:r>
            <a:r>
              <a:rPr kumimoji="0" lang="zh-CN" altLang="en-US" sz="2800" b="1" i="0" u="none" strike="noStrike" kern="1200" cap="none" spc="0" normalizeH="0" baseline="0" noProof="0" dirty="0">
                <a:ln>
                  <a:noFill/>
                </a:ln>
                <a:solidFill>
                  <a:srgbClr val="212A35"/>
                </a:solidFill>
                <a:effectLst/>
                <a:uLnTx/>
                <a:uFillTx/>
                <a:latin typeface="Times New Roman"/>
                <a:ea typeface="宋体" panose="02010600030101010101" pitchFamily="2" charset="-122"/>
                <a:cs typeface="+mn-cs"/>
              </a:rPr>
              <a:t>变换在</a:t>
            </a: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收敛域内</a:t>
            </a:r>
            <a:r>
              <a:rPr kumimoji="0" lang="zh-CN" altLang="en-US" sz="2800" b="1" i="0" u="none" strike="noStrike" kern="1200" cap="none" spc="0" normalizeH="0" baseline="0" noProof="0" dirty="0">
                <a:ln>
                  <a:noFill/>
                </a:ln>
                <a:solidFill>
                  <a:srgbClr val="212A35"/>
                </a:solidFill>
                <a:effectLst/>
                <a:uLnTx/>
                <a:uFillTx/>
                <a:latin typeface="Times New Roman"/>
                <a:ea typeface="宋体" panose="02010600030101010101" pitchFamily="2" charset="-122"/>
                <a:cs typeface="+mn-cs"/>
              </a:rPr>
              <a:t>能写成有理函数形式： </a:t>
            </a:r>
            <a:endPar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graphicFrame>
        <p:nvGraphicFramePr>
          <p:cNvPr id="4" name="Object 4"/>
          <p:cNvGraphicFramePr>
            <a:graphicFrameLocks noChangeAspect="1"/>
          </p:cNvGraphicFramePr>
          <p:nvPr/>
        </p:nvGraphicFramePr>
        <p:xfrm>
          <a:off x="1219200" y="1676400"/>
          <a:ext cx="1958975" cy="963612"/>
        </p:xfrm>
        <a:graphic>
          <a:graphicData uri="http://schemas.openxmlformats.org/presentationml/2006/ole">
            <mc:AlternateContent xmlns:mc="http://schemas.openxmlformats.org/markup-compatibility/2006">
              <mc:Choice xmlns:v="urn:schemas-microsoft-com:vml" Requires="v">
                <p:oleObj name="Equation" r:id="rId2" imgW="850680" imgH="419040" progId="Equation.DSMT4">
                  <p:embed/>
                </p:oleObj>
              </mc:Choice>
              <mc:Fallback>
                <p:oleObj name="Equation" r:id="rId2" imgW="850680" imgH="419040" progId="Equation.DSMT4">
                  <p:embed/>
                  <p:pic>
                    <p:nvPicPr>
                      <p:cNvPr id="4" name="Object 4"/>
                      <p:cNvPicPr>
                        <a:picLocks noChangeAspect="1" noChangeArrowheads="1"/>
                      </p:cNvPicPr>
                      <p:nvPr/>
                    </p:nvPicPr>
                    <p:blipFill>
                      <a:blip r:embed="rId3"/>
                      <a:srcRect/>
                      <a:stretch>
                        <a:fillRect/>
                      </a:stretch>
                    </p:blipFill>
                    <p:spPr bwMode="auto">
                      <a:xfrm>
                        <a:off x="1219200" y="1676400"/>
                        <a:ext cx="1958975" cy="96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4214567" y="1635852"/>
            <a:ext cx="4572000" cy="954107"/>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66">
                    <a:lumMod val="60000"/>
                    <a:lumOff val="40000"/>
                  </a:srgbClr>
                </a:solidFill>
                <a:effectLst/>
                <a:uLnTx/>
                <a:uFillTx/>
                <a:latin typeface="Times New Roman"/>
                <a:ea typeface="新宋体" panose="02010609030101010101" pitchFamily="49" charset="-122"/>
                <a:cs typeface="+mn-cs"/>
              </a:rPr>
              <a:t>零点</a:t>
            </a:r>
            <a:r>
              <a:rPr kumimoji="0" lang="zh-CN" altLang="en-US" sz="2800" b="1" i="0"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：使得                的</a:t>
            </a:r>
            <a:r>
              <a:rPr kumimoji="0" lang="en-US" altLang="zh-CN" sz="2800" b="1" i="1"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z</a:t>
            </a:r>
            <a:r>
              <a:rPr kumimoji="0" lang="zh-CN" altLang="en-US" sz="2800" b="1" i="0"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值</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Times New Roman"/>
                <a:ea typeface="新宋体" panose="02010609030101010101" pitchFamily="49" charset="-122"/>
                <a:cs typeface="+mn-cs"/>
              </a:rPr>
              <a:t>极点</a:t>
            </a:r>
            <a:r>
              <a:rPr kumimoji="0" lang="zh-CN" altLang="en-US" sz="2800" b="1" i="0"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：使得                的</a:t>
            </a:r>
            <a:r>
              <a:rPr kumimoji="0" lang="en-US" altLang="zh-CN" sz="2800" b="1" i="1"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z</a:t>
            </a:r>
            <a:r>
              <a:rPr kumimoji="0" lang="zh-CN" altLang="en-US" sz="2800" b="1" i="0" u="none" strike="noStrike" kern="1200" cap="none" spc="0" normalizeH="0" baseline="0" noProof="0" dirty="0">
                <a:ln>
                  <a:noFill/>
                </a:ln>
                <a:solidFill>
                  <a:srgbClr val="212A35"/>
                </a:solidFill>
                <a:effectLst/>
                <a:uLnTx/>
                <a:uFillTx/>
                <a:latin typeface="Times New Roman"/>
                <a:ea typeface="新宋体" panose="02010609030101010101" pitchFamily="49" charset="-122"/>
                <a:cs typeface="+mn-cs"/>
              </a:rPr>
              <a:t>值</a:t>
            </a:r>
            <a:endPar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7" name="矩形 6"/>
          <p:cNvSpPr/>
          <p:nvPr/>
        </p:nvSpPr>
        <p:spPr>
          <a:xfrm>
            <a:off x="6077741" y="1659236"/>
            <a:ext cx="1469564"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z</a:t>
            </a:r>
            <a:r>
              <a:rPr kumimoji="0" lang="en-US" altLang="zh-CN" sz="28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 0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矩形 7"/>
          <p:cNvSpPr/>
          <p:nvPr/>
        </p:nvSpPr>
        <p:spPr>
          <a:xfrm>
            <a:off x="6043367" y="2066739"/>
            <a:ext cx="1503938"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r>
              <a:rPr kumimoji="0"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z</a:t>
            </a:r>
            <a:r>
              <a:rPr kumimoji="0" lang="en-US" altLang="zh-CN" sz="2800" b="1" i="1" u="none" strike="noStrike" kern="1200" cap="none" spc="0" normalizeH="0" baseline="-25000" noProof="0" dirty="0">
                <a:ln>
                  <a:noFill/>
                </a:ln>
                <a:solidFill>
                  <a:prstClr val="black"/>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矩形 7"/>
          <p:cNvSpPr>
            <a:spLocks noChangeArrowheads="1"/>
          </p:cNvSpPr>
          <p:nvPr/>
        </p:nvSpPr>
        <p:spPr bwMode="auto">
          <a:xfrm>
            <a:off x="2418070" y="4693015"/>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66">
                    <a:lumMod val="60000"/>
                    <a:lumOff val="40000"/>
                  </a:srgbClr>
                </a:solidFill>
                <a:effectLst/>
                <a:uLnTx/>
                <a:uFillTx/>
                <a:latin typeface="Arial" panose="020B0604020202020204" pitchFamily="34" charset="0"/>
                <a:ea typeface="宋体" panose="02010600030101010101" pitchFamily="2" charset="-122"/>
                <a:cs typeface="+mn-cs"/>
              </a:rPr>
              <a:t>零点</a:t>
            </a:r>
          </a:p>
        </p:txBody>
      </p:sp>
      <p:sp>
        <p:nvSpPr>
          <p:cNvPr id="10" name="矩形 8"/>
          <p:cNvSpPr>
            <a:spLocks noChangeArrowheads="1"/>
          </p:cNvSpPr>
          <p:nvPr/>
        </p:nvSpPr>
        <p:spPr bwMode="auto">
          <a:xfrm>
            <a:off x="2413324" y="5343525"/>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极点</a:t>
            </a:r>
          </a:p>
        </p:txBody>
      </p:sp>
      <p:graphicFrame>
        <p:nvGraphicFramePr>
          <p:cNvPr id="11" name="Object 4"/>
          <p:cNvGraphicFramePr>
            <a:graphicFrameLocks noChangeAspect="1"/>
          </p:cNvGraphicFramePr>
          <p:nvPr/>
        </p:nvGraphicFramePr>
        <p:xfrm>
          <a:off x="2068037" y="3088580"/>
          <a:ext cx="1782762" cy="466725"/>
        </p:xfrm>
        <a:graphic>
          <a:graphicData uri="http://schemas.openxmlformats.org/presentationml/2006/ole">
            <mc:AlternateContent xmlns:mc="http://schemas.openxmlformats.org/markup-compatibility/2006">
              <mc:Choice xmlns:v="urn:schemas-microsoft-com:vml" Requires="v">
                <p:oleObj name="Equation" r:id="rId4" imgW="774360" imgH="203040" progId="Equation.DSMT4">
                  <p:embed/>
                </p:oleObj>
              </mc:Choice>
              <mc:Fallback>
                <p:oleObj name="Equation" r:id="rId4" imgW="774360" imgH="203040" progId="Equation.DSMT4">
                  <p:embed/>
                  <p:pic>
                    <p:nvPicPr>
                      <p:cNvPr id="11" name="Object 4"/>
                      <p:cNvPicPr>
                        <a:picLocks noGrp="1" noChangeAspect="1" noChangeArrowheads="1"/>
                      </p:cNvPicPr>
                      <p:nvPr/>
                    </p:nvPicPr>
                    <p:blipFill>
                      <a:blip r:embed="rId5"/>
                      <a:srcRect/>
                      <a:stretch>
                        <a:fillRect/>
                      </a:stretch>
                    </p:blipFill>
                    <p:spPr bwMode="auto">
                      <a:xfrm>
                        <a:off x="2068037" y="3088580"/>
                        <a:ext cx="1782762"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2"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2068037" y="3717230"/>
          <a:ext cx="1138500" cy="466992"/>
        </p:xfrm>
        <a:graphic>
          <a:graphicData uri="http://schemas.openxmlformats.org/presentationml/2006/ole">
            <mc:AlternateContent xmlns:mc="http://schemas.openxmlformats.org/markup-compatibility/2006">
              <mc:Choice xmlns:v="urn:schemas-microsoft-com:vml" Requires="v">
                <p:oleObj name="Equation" r:id="rId6" imgW="495000" imgH="203040" progId="Equation.DSMT4">
                  <p:embed/>
                </p:oleObj>
              </mc:Choice>
              <mc:Fallback>
                <p:oleObj name="Equation" r:id="rId6" imgW="495000" imgH="203040" progId="Equation.DSMT4">
                  <p:embed/>
                  <p:pic>
                    <p:nvPicPr>
                      <p:cNvPr id="12"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7"/>
                      <a:srcRect/>
                      <a:stretch>
                        <a:fillRect/>
                      </a:stretch>
                    </p:blipFill>
                    <p:spPr bwMode="auto">
                      <a:xfrm>
                        <a:off x="2068037" y="3717230"/>
                        <a:ext cx="1138500"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3260091" y="3479105"/>
          <a:ext cx="1021752" cy="963792"/>
        </p:xfrm>
        <a:graphic>
          <a:graphicData uri="http://schemas.openxmlformats.org/presentationml/2006/ole">
            <mc:AlternateContent xmlns:mc="http://schemas.openxmlformats.org/markup-compatibility/2006">
              <mc:Choice xmlns:v="urn:schemas-microsoft-com:vml" Requires="v">
                <p:oleObj name="Equation" r:id="rId8" imgW="444240" imgH="419040" progId="Equation.DSMT4">
                  <p:embed/>
                </p:oleObj>
              </mc:Choice>
              <mc:Fallback>
                <p:oleObj name="Equation" r:id="rId8" imgW="444240" imgH="419040" progId="Equation.DSMT4">
                  <p:embed/>
                  <p:pic>
                    <p:nvPicPr>
                      <p:cNvPr id="13"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9"/>
                      <a:srcRect/>
                      <a:stretch>
                        <a:fillRect/>
                      </a:stretch>
                    </p:blipFill>
                    <p:spPr bwMode="auto">
                      <a:xfrm>
                        <a:off x="3260091" y="3479105"/>
                        <a:ext cx="1021752" cy="96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6"/>
          <p:cNvGraphicFramePr>
            <a:graphicFrameLocks noChangeAspect="1"/>
          </p:cNvGraphicFramePr>
          <p:nvPr/>
        </p:nvGraphicFramePr>
        <p:xfrm>
          <a:off x="4421512" y="3459163"/>
          <a:ext cx="1196975" cy="935037"/>
        </p:xfrm>
        <a:graphic>
          <a:graphicData uri="http://schemas.openxmlformats.org/presentationml/2006/ole">
            <mc:AlternateContent xmlns:mc="http://schemas.openxmlformats.org/markup-compatibility/2006">
              <mc:Choice xmlns:v="urn:schemas-microsoft-com:vml" Requires="v">
                <p:oleObj name="Equation" r:id="rId10" imgW="520560" imgH="406080" progId="Equation.DSMT4">
                  <p:embed/>
                </p:oleObj>
              </mc:Choice>
              <mc:Fallback>
                <p:oleObj name="Equation" r:id="rId10" imgW="520560" imgH="406080" progId="Equation.DSMT4">
                  <p:embed/>
                  <p:pic>
                    <p:nvPicPr>
                      <p:cNvPr id="14" name="Object 6"/>
                      <p:cNvPicPr>
                        <a:picLocks noChangeAspect="1" noChangeArrowheads="1"/>
                      </p:cNvPicPr>
                      <p:nvPr/>
                    </p:nvPicPr>
                    <p:blipFill>
                      <a:blip r:embed="rId11"/>
                      <a:srcRect/>
                      <a:stretch>
                        <a:fillRect/>
                      </a:stretch>
                    </p:blipFill>
                    <p:spPr bwMode="auto">
                      <a:xfrm>
                        <a:off x="4421512" y="3459163"/>
                        <a:ext cx="1196975" cy="93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矩形 14"/>
          <p:cNvSpPr/>
          <p:nvPr/>
        </p:nvSpPr>
        <p:spPr>
          <a:xfrm>
            <a:off x="3402255" y="4680801"/>
            <a:ext cx="9781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0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矩形 15"/>
          <p:cNvSpPr/>
          <p:nvPr/>
        </p:nvSpPr>
        <p:spPr>
          <a:xfrm>
            <a:off x="3429939" y="5326119"/>
            <a:ext cx="888385" cy="523220"/>
          </a:xfrm>
          <a:prstGeom prst="rect">
            <a:avLst/>
          </a:prstGeom>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1</a:t>
            </a:r>
          </a:p>
        </p:txBody>
      </p:sp>
      <p:graphicFrame>
        <p:nvGraphicFramePr>
          <p:cNvPr id="17" name="Object 6"/>
          <p:cNvGraphicFramePr>
            <a:graphicFrameLocks noChangeAspect="1"/>
          </p:cNvGraphicFramePr>
          <p:nvPr/>
        </p:nvGraphicFramePr>
        <p:xfrm>
          <a:off x="5994724" y="3600482"/>
          <a:ext cx="992772" cy="583740"/>
        </p:xfrm>
        <a:graphic>
          <a:graphicData uri="http://schemas.openxmlformats.org/presentationml/2006/ole">
            <mc:AlternateContent xmlns:mc="http://schemas.openxmlformats.org/markup-compatibility/2006">
              <mc:Choice xmlns:v="urn:schemas-microsoft-com:vml" Requires="v">
                <p:oleObj name="Equation" r:id="rId12" imgW="431640" imgH="253800" progId="Equation.DSMT4">
                  <p:embed/>
                </p:oleObj>
              </mc:Choice>
              <mc:Fallback>
                <p:oleObj name="Equation" r:id="rId12" imgW="431640" imgH="253800" progId="Equation.DSMT4">
                  <p:embed/>
                  <p:pic>
                    <p:nvPicPr>
                      <p:cNvPr id="17" name="Object 6"/>
                      <p:cNvPicPr>
                        <a:picLocks noChangeAspect="1" noChangeArrowheads="1"/>
                      </p:cNvPicPr>
                      <p:nvPr/>
                    </p:nvPicPr>
                    <p:blipFill>
                      <a:blip r:embed="rId13"/>
                      <a:srcRect/>
                      <a:stretch>
                        <a:fillRect/>
                      </a:stretch>
                    </p:blipFill>
                    <p:spPr bwMode="auto">
                      <a:xfrm>
                        <a:off x="5994724" y="3600482"/>
                        <a:ext cx="992772" cy="583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矩形 17"/>
          <p:cNvSpPr/>
          <p:nvPr/>
        </p:nvSpPr>
        <p:spPr>
          <a:xfrm>
            <a:off x="1091479" y="3020934"/>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例如</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pic>
        <p:nvPicPr>
          <p:cNvPr id="3" name="图片 2"/>
          <p:cNvPicPr>
            <a:picLocks noChangeAspect="1"/>
          </p:cNvPicPr>
          <p:nvPr/>
        </p:nvPicPr>
        <p:blipFill>
          <a:blip r:embed="rId14"/>
          <a:stretch>
            <a:fillRect/>
          </a:stretch>
        </p:blipFill>
        <p:spPr>
          <a:xfrm>
            <a:off x="5497830" y="4394200"/>
            <a:ext cx="2731770" cy="2251710"/>
          </a:xfrm>
          <a:prstGeom prst="rect">
            <a:avLst/>
          </a:prstGeom>
        </p:spPr>
      </p:pic>
      <p:sp>
        <p:nvSpPr>
          <p:cNvPr id="19"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96518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5" grpId="0"/>
      <p:bldP spid="16" grpId="0"/>
      <p:bldP spid="1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7"/>
          <p:cNvSpPr>
            <a:spLocks noChangeArrowheads="1"/>
          </p:cNvSpPr>
          <p:nvPr/>
        </p:nvSpPr>
        <p:spPr bwMode="auto">
          <a:xfrm>
            <a:off x="1578952" y="4340323"/>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66">
                    <a:lumMod val="60000"/>
                    <a:lumOff val="40000"/>
                  </a:srgbClr>
                </a:solidFill>
                <a:effectLst/>
                <a:uLnTx/>
                <a:uFillTx/>
                <a:latin typeface="Arial" panose="020B0604020202020204" pitchFamily="34" charset="0"/>
                <a:ea typeface="宋体" panose="02010600030101010101" pitchFamily="2" charset="-122"/>
                <a:cs typeface="+mn-cs"/>
              </a:rPr>
              <a:t>零点</a:t>
            </a:r>
          </a:p>
        </p:txBody>
      </p:sp>
      <p:sp>
        <p:nvSpPr>
          <p:cNvPr id="26" name="矩形 8"/>
          <p:cNvSpPr>
            <a:spLocks noChangeArrowheads="1"/>
          </p:cNvSpPr>
          <p:nvPr/>
        </p:nvSpPr>
        <p:spPr bwMode="auto">
          <a:xfrm>
            <a:off x="1545721" y="5267325"/>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极点</a:t>
            </a:r>
          </a:p>
        </p:txBody>
      </p:sp>
      <p:graphicFrame>
        <p:nvGraphicFramePr>
          <p:cNvPr id="27" name="Object 4"/>
          <p:cNvGraphicFramePr>
            <a:graphicFrameLocks noChangeAspect="1"/>
          </p:cNvGraphicFramePr>
          <p:nvPr/>
        </p:nvGraphicFramePr>
        <p:xfrm>
          <a:off x="990600" y="1379537"/>
          <a:ext cx="2803525" cy="525463"/>
        </p:xfrm>
        <a:graphic>
          <a:graphicData uri="http://schemas.openxmlformats.org/presentationml/2006/ole">
            <mc:AlternateContent xmlns:mc="http://schemas.openxmlformats.org/markup-compatibility/2006">
              <mc:Choice xmlns:v="urn:schemas-microsoft-com:vml" Requires="v">
                <p:oleObj name="Equation" r:id="rId2" imgW="1218960" imgH="228600" progId="Equation.DSMT4">
                  <p:embed/>
                </p:oleObj>
              </mc:Choice>
              <mc:Fallback>
                <p:oleObj name="Equation" r:id="rId2" imgW="1218960" imgH="228600" progId="Equation.DSMT4">
                  <p:embed/>
                  <p:pic>
                    <p:nvPicPr>
                      <p:cNvPr id="27" name="Object 4"/>
                      <p:cNvPicPr>
                        <a:picLocks noGrp="1" noChangeAspect="1" noChangeArrowheads="1"/>
                      </p:cNvPicPr>
                      <p:nvPr/>
                    </p:nvPicPr>
                    <p:blipFill>
                      <a:blip r:embed="rId3"/>
                      <a:srcRect/>
                      <a:stretch>
                        <a:fillRect/>
                      </a:stretch>
                    </p:blipFill>
                    <p:spPr bwMode="auto">
                      <a:xfrm>
                        <a:off x="990600" y="1379537"/>
                        <a:ext cx="2803525" cy="525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8"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984408" y="2203450"/>
          <a:ext cx="1138500" cy="466992"/>
        </p:xfrm>
        <a:graphic>
          <a:graphicData uri="http://schemas.openxmlformats.org/presentationml/2006/ole">
            <mc:AlternateContent xmlns:mc="http://schemas.openxmlformats.org/markup-compatibility/2006">
              <mc:Choice xmlns:v="urn:schemas-microsoft-com:vml" Requires="v">
                <p:oleObj name="Equation" r:id="rId4" imgW="495000" imgH="203040" progId="Equation.DSMT4">
                  <p:embed/>
                </p:oleObj>
              </mc:Choice>
              <mc:Fallback>
                <p:oleObj name="Equation" r:id="rId4" imgW="495000" imgH="203040" progId="Equation.DSMT4">
                  <p:embed/>
                  <p:pic>
                    <p:nvPicPr>
                      <p:cNvPr id="28"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5"/>
                      <a:srcRect/>
                      <a:stretch>
                        <a:fillRect/>
                      </a:stretch>
                    </p:blipFill>
                    <p:spPr bwMode="auto">
                      <a:xfrm>
                        <a:off x="984408" y="2203450"/>
                        <a:ext cx="1138500"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2119313" y="1981200"/>
          <a:ext cx="3883025" cy="963613"/>
        </p:xfrm>
        <a:graphic>
          <a:graphicData uri="http://schemas.openxmlformats.org/presentationml/2006/ole">
            <mc:AlternateContent xmlns:mc="http://schemas.openxmlformats.org/markup-compatibility/2006">
              <mc:Choice xmlns:v="urn:schemas-microsoft-com:vml" Requires="v">
                <p:oleObj name="Equation" r:id="rId6" imgW="1688760" imgH="419040" progId="Equation.DSMT4">
                  <p:embed/>
                </p:oleObj>
              </mc:Choice>
              <mc:Fallback>
                <p:oleObj name="Equation" r:id="rId6" imgW="1688760" imgH="419040" progId="Equation.DSMT4">
                  <p:embed/>
                  <p:pic>
                    <p:nvPicPr>
                      <p:cNvPr id="29"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7"/>
                      <a:srcRect/>
                      <a:stretch>
                        <a:fillRect/>
                      </a:stretch>
                    </p:blipFill>
                    <p:spPr bwMode="auto">
                      <a:xfrm>
                        <a:off x="2119313" y="1981200"/>
                        <a:ext cx="3883025"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矩形 30"/>
          <p:cNvSpPr/>
          <p:nvPr/>
        </p:nvSpPr>
        <p:spPr>
          <a:xfrm>
            <a:off x="2557462" y="4328109"/>
            <a:ext cx="9781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0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33" name="Object 6"/>
          <p:cNvGraphicFramePr>
            <a:graphicFrameLocks noChangeAspect="1"/>
          </p:cNvGraphicFramePr>
          <p:nvPr/>
        </p:nvGraphicFramePr>
        <p:xfrm>
          <a:off x="6673298" y="2160739"/>
          <a:ext cx="1285056" cy="583740"/>
        </p:xfrm>
        <a:graphic>
          <a:graphicData uri="http://schemas.openxmlformats.org/presentationml/2006/ole">
            <mc:AlternateContent xmlns:mc="http://schemas.openxmlformats.org/markup-compatibility/2006">
              <mc:Choice xmlns:v="urn:schemas-microsoft-com:vml" Requires="v">
                <p:oleObj name="Equation" r:id="rId8" imgW="558720" imgH="253800" progId="Equation.DSMT4">
                  <p:embed/>
                </p:oleObj>
              </mc:Choice>
              <mc:Fallback>
                <p:oleObj name="Equation" r:id="rId8" imgW="558720" imgH="253800" progId="Equation.DSMT4">
                  <p:embed/>
                  <p:pic>
                    <p:nvPicPr>
                      <p:cNvPr id="33" name="Object 6"/>
                      <p:cNvPicPr>
                        <a:picLocks noChangeAspect="1" noChangeArrowheads="1"/>
                      </p:cNvPicPr>
                      <p:nvPr/>
                    </p:nvPicPr>
                    <p:blipFill>
                      <a:blip r:embed="rId9"/>
                      <a:srcRect/>
                      <a:stretch>
                        <a:fillRect/>
                      </a:stretch>
                    </p:blipFill>
                    <p:spPr bwMode="auto">
                      <a:xfrm>
                        <a:off x="6673298" y="2160739"/>
                        <a:ext cx="1285056" cy="583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 name="Object 6"/>
          <p:cNvGraphicFramePr>
            <a:graphicFrameLocks noChangeAspect="1"/>
          </p:cNvGraphicFramePr>
          <p:nvPr/>
        </p:nvGraphicFramePr>
        <p:xfrm>
          <a:off x="1826242" y="3074808"/>
          <a:ext cx="1372824" cy="963792"/>
        </p:xfrm>
        <a:graphic>
          <a:graphicData uri="http://schemas.openxmlformats.org/presentationml/2006/ole">
            <mc:AlternateContent xmlns:mc="http://schemas.openxmlformats.org/markup-compatibility/2006">
              <mc:Choice xmlns:v="urn:schemas-microsoft-com:vml" Requires="v">
                <p:oleObj name="Equation" r:id="rId10" imgW="596880" imgH="419040" progId="Equation.DSMT4">
                  <p:embed/>
                </p:oleObj>
              </mc:Choice>
              <mc:Fallback>
                <p:oleObj name="Equation" r:id="rId10" imgW="596880" imgH="419040" progId="Equation.DSMT4">
                  <p:embed/>
                  <p:pic>
                    <p:nvPicPr>
                      <p:cNvPr id="36" name="Object 6"/>
                      <p:cNvPicPr>
                        <a:picLocks noChangeAspect="1" noChangeArrowheads="1"/>
                      </p:cNvPicPr>
                      <p:nvPr/>
                    </p:nvPicPr>
                    <p:blipFill>
                      <a:blip r:embed="rId11"/>
                      <a:srcRect/>
                      <a:stretch>
                        <a:fillRect/>
                      </a:stretch>
                    </p:blipFill>
                    <p:spPr bwMode="auto">
                      <a:xfrm>
                        <a:off x="1826242" y="3074808"/>
                        <a:ext cx="1372824" cy="963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2531850" y="5314118"/>
          <a:ext cx="1285056" cy="408204"/>
        </p:xfrm>
        <a:graphic>
          <a:graphicData uri="http://schemas.openxmlformats.org/presentationml/2006/ole">
            <mc:AlternateContent xmlns:mc="http://schemas.openxmlformats.org/markup-compatibility/2006">
              <mc:Choice xmlns:v="urn:schemas-microsoft-com:vml" Requires="v">
                <p:oleObj name="Equation" r:id="rId12" imgW="558720" imgH="177480" progId="Equation.DSMT4">
                  <p:embed/>
                </p:oleObj>
              </mc:Choice>
              <mc:Fallback>
                <p:oleObj name="Equation" r:id="rId12" imgW="558720" imgH="177480" progId="Equation.DSMT4">
                  <p:embed/>
                  <p:pic>
                    <p:nvPicPr>
                      <p:cNvPr id="37"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13"/>
                      <a:srcRect/>
                      <a:stretch>
                        <a:fillRect/>
                      </a:stretch>
                    </p:blipFill>
                    <p:spPr bwMode="auto">
                      <a:xfrm>
                        <a:off x="2531850" y="5314118"/>
                        <a:ext cx="1285056" cy="408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14"/>
          <a:stretch>
            <a:fillRect/>
          </a:stretch>
        </p:blipFill>
        <p:spPr>
          <a:xfrm>
            <a:off x="5181600" y="3276600"/>
            <a:ext cx="3642360" cy="3002280"/>
          </a:xfrm>
          <a:prstGeom prst="rect">
            <a:avLst/>
          </a:prstGeom>
        </p:spPr>
      </p:pic>
      <p:sp>
        <p:nvSpPr>
          <p:cNvPr id="13" name="矩形 12"/>
          <p:cNvSpPr/>
          <p:nvPr/>
        </p:nvSpPr>
        <p:spPr>
          <a:xfrm>
            <a:off x="878904" y="832227"/>
            <a:ext cx="904415"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例如</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218102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66800" y="1066800"/>
            <a:ext cx="2696572" cy="55399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0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0" lang="zh-CN" altLang="en-US" sz="30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变换的收敛域</a:t>
            </a:r>
            <a:endPar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3">
            <a:extLst>
              <a:ext uri="{FF2B5EF4-FFF2-40B4-BE49-F238E27FC236}">
                <a16:creationId xmlns:a16="http://schemas.microsoft.com/office/drawing/2014/main" id="{249F9723-4912-4775-98F2-346FD0F68A11}"/>
              </a:ext>
            </a:extLst>
          </p:cNvPr>
          <p:cNvSpPr>
            <a:spLocks noChangeArrowheads="1"/>
          </p:cNvSpPr>
          <p:nvPr/>
        </p:nvSpPr>
        <p:spPr bwMode="auto">
          <a:xfrm>
            <a:off x="609600" y="1843036"/>
            <a:ext cx="7620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序列的类型不同，收敛域形状有所不同。 </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p>
        </p:txBody>
      </p:sp>
      <p:sp>
        <p:nvSpPr>
          <p:cNvPr id="7" name="Rectangle 3">
            <a:extLst>
              <a:ext uri="{FF2B5EF4-FFF2-40B4-BE49-F238E27FC236}">
                <a16:creationId xmlns:a16="http://schemas.microsoft.com/office/drawing/2014/main" id="{1089D458-E025-4625-824E-775C7FCEC5ED}"/>
              </a:ext>
            </a:extLst>
          </p:cNvPr>
          <p:cNvSpPr>
            <a:spLocks noChangeArrowheads="1"/>
          </p:cNvSpPr>
          <p:nvPr/>
        </p:nvSpPr>
        <p:spPr bwMode="auto">
          <a:xfrm>
            <a:off x="2257293" y="2705329"/>
            <a:ext cx="360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有限长序列</a:t>
            </a:r>
            <a:endParaRPr kumimoji="0"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无限长序列</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p>
        </p:txBody>
      </p:sp>
      <p:sp>
        <p:nvSpPr>
          <p:cNvPr id="8" name="Rectangle 6">
            <a:extLst>
              <a:ext uri="{FF2B5EF4-FFF2-40B4-BE49-F238E27FC236}">
                <a16:creationId xmlns:a16="http://schemas.microsoft.com/office/drawing/2014/main" id="{BF0F4CE4-8A80-4521-86A0-00CC00347DC9}"/>
              </a:ext>
            </a:extLst>
          </p:cNvPr>
          <p:cNvSpPr>
            <a:spLocks noChangeArrowheads="1"/>
          </p:cNvSpPr>
          <p:nvPr/>
        </p:nvSpPr>
        <p:spPr bwMode="auto">
          <a:xfrm>
            <a:off x="4522536" y="3243251"/>
            <a:ext cx="1620957" cy="155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右边序列</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左边序列</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双边序列</a:t>
            </a:r>
          </a:p>
        </p:txBody>
      </p:sp>
      <p:sp>
        <p:nvSpPr>
          <p:cNvPr id="9" name="AutoShape 7">
            <a:extLst>
              <a:ext uri="{FF2B5EF4-FFF2-40B4-BE49-F238E27FC236}">
                <a16:creationId xmlns:a16="http://schemas.microsoft.com/office/drawing/2014/main" id="{BD329841-9E02-466E-AAA4-F18A86D467DB}"/>
              </a:ext>
            </a:extLst>
          </p:cNvPr>
          <p:cNvSpPr>
            <a:spLocks/>
          </p:cNvSpPr>
          <p:nvPr/>
        </p:nvSpPr>
        <p:spPr bwMode="auto">
          <a:xfrm>
            <a:off x="2028693" y="2862251"/>
            <a:ext cx="228600" cy="1278726"/>
          </a:xfrm>
          <a:prstGeom prst="leftBrace">
            <a:avLst>
              <a:gd name="adj1" fmla="val 62500"/>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1" name="AutoShape 7">
            <a:extLst>
              <a:ext uri="{FF2B5EF4-FFF2-40B4-BE49-F238E27FC236}">
                <a16:creationId xmlns:a16="http://schemas.microsoft.com/office/drawing/2014/main" id="{BD329841-9E02-466E-AAA4-F18A86D467DB}"/>
              </a:ext>
            </a:extLst>
          </p:cNvPr>
          <p:cNvSpPr>
            <a:spLocks/>
          </p:cNvSpPr>
          <p:nvPr/>
        </p:nvSpPr>
        <p:spPr bwMode="auto">
          <a:xfrm>
            <a:off x="4255836" y="3425414"/>
            <a:ext cx="228600" cy="1278726"/>
          </a:xfrm>
          <a:prstGeom prst="leftBrace">
            <a:avLst>
              <a:gd name="adj1" fmla="val 62500"/>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2" name="矩形 1"/>
          <p:cNvSpPr/>
          <p:nvPr/>
        </p:nvSpPr>
        <p:spPr>
          <a:xfrm>
            <a:off x="990600" y="3179026"/>
            <a:ext cx="126669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讨论：</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8440843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98308" y="885817"/>
            <a:ext cx="2518638"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z</a:t>
            </a: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变换的收敛域</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2">
            <a:extLst>
              <a:ext uri="{FF2B5EF4-FFF2-40B4-BE49-F238E27FC236}">
                <a16:creationId xmlns:a16="http://schemas.microsoft.com/office/drawing/2014/main" id="{9BE52B7E-E5BD-4221-B551-A94DA527ED3D}"/>
              </a:ext>
            </a:extLst>
          </p:cNvPr>
          <p:cNvSpPr>
            <a:spLocks noChangeArrowheads="1"/>
          </p:cNvSpPr>
          <p:nvPr/>
        </p:nvSpPr>
        <p:spPr bwMode="auto">
          <a:xfrm>
            <a:off x="533400" y="1495417"/>
            <a:ext cx="7913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lumMod val="40000"/>
                    <a:lumOff val="60000"/>
                  </a:srgbClr>
                </a:solidFill>
                <a:effectLst/>
                <a:uLnTx/>
                <a:uFillTx/>
                <a:latin typeface="Times New Roman"/>
                <a:ea typeface="宋体" panose="02010600030101010101" pitchFamily="2" charset="-122"/>
                <a:cs typeface="+mn-cs"/>
              </a:rPr>
              <a:t>(1)</a:t>
            </a:r>
            <a:r>
              <a:rPr kumimoji="1" lang="zh-CN" altLang="en-US" sz="2800" b="1" i="0" u="none" strike="noStrike" kern="1200" cap="none" spc="0" normalizeH="0" baseline="0" noProof="0" dirty="0">
                <a:ln>
                  <a:noFill/>
                </a:ln>
                <a:solidFill>
                  <a:srgbClr val="000066">
                    <a:lumMod val="40000"/>
                    <a:lumOff val="60000"/>
                  </a:srgbClr>
                </a:solidFill>
                <a:effectLst/>
                <a:uLnTx/>
                <a:uFillTx/>
                <a:latin typeface="宋体" panose="02010600030101010101" pitchFamily="2" charset="-122"/>
                <a:ea typeface="宋体" panose="02010600030101010101" pitchFamily="2" charset="-122"/>
                <a:cs typeface="+mn-cs"/>
              </a:rPr>
              <a:t>有限长序列</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：仅有有限个数的序列值是非零值</a:t>
            </a:r>
          </a:p>
        </p:txBody>
      </p:sp>
      <p:pic>
        <p:nvPicPr>
          <p:cNvPr id="2" name="图片 1"/>
          <p:cNvPicPr>
            <a:picLocks noChangeAspect="1"/>
          </p:cNvPicPr>
          <p:nvPr/>
        </p:nvPicPr>
        <p:blipFill>
          <a:blip r:embed="rId2"/>
          <a:stretch>
            <a:fillRect/>
          </a:stretch>
        </p:blipFill>
        <p:spPr>
          <a:xfrm>
            <a:off x="1125423" y="2207570"/>
            <a:ext cx="5181600" cy="1356360"/>
          </a:xfrm>
          <a:prstGeom prst="rect">
            <a:avLst/>
          </a:prstGeom>
        </p:spPr>
      </p:pic>
      <p:graphicFrame>
        <p:nvGraphicFramePr>
          <p:cNvPr id="7" name="对象 6"/>
          <p:cNvGraphicFramePr>
            <a:graphicFrameLocks noGrp="1" noChangeAspect="1"/>
          </p:cNvGraphicFramePr>
          <p:nvPr/>
        </p:nvGraphicFramePr>
        <p:xfrm>
          <a:off x="605451" y="3509042"/>
          <a:ext cx="2767013" cy="1033462"/>
        </p:xfrm>
        <a:graphic>
          <a:graphicData uri="http://schemas.openxmlformats.org/presentationml/2006/ole">
            <mc:AlternateContent xmlns:mc="http://schemas.openxmlformats.org/markup-compatibility/2006">
              <mc:Choice xmlns:v="urn:schemas-microsoft-com:vml" Requires="v">
                <p:oleObj name="Equation" r:id="rId3" imgW="1257120" imgH="469800" progId="Equation.DSMT4">
                  <p:embed/>
                </p:oleObj>
              </mc:Choice>
              <mc:Fallback>
                <p:oleObj name="Equation" r:id="rId3" imgW="1257120" imgH="469800" progId="Equation.DSMT4">
                  <p:embed/>
                  <p:pic>
                    <p:nvPicPr>
                      <p:cNvPr id="7" name="对象 6"/>
                      <p:cNvPicPr>
                        <a:picLocks noGrp="1" noChangeAspect="1" noChangeArrowheads="1"/>
                      </p:cNvPicPr>
                      <p:nvPr/>
                    </p:nvPicPr>
                    <p:blipFill>
                      <a:blip r:embed="rId4"/>
                      <a:srcRect/>
                      <a:stretch>
                        <a:fillRect/>
                      </a:stretch>
                    </p:blipFill>
                    <p:spPr bwMode="auto">
                      <a:xfrm>
                        <a:off x="605451" y="3509042"/>
                        <a:ext cx="2767013"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526553" y="5424487"/>
            <a:ext cx="235032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收敛域至少是</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 name="对象 7"/>
          <p:cNvGraphicFramePr>
            <a:graphicFrameLocks noChangeAspect="1"/>
          </p:cNvGraphicFramePr>
          <p:nvPr/>
        </p:nvGraphicFramePr>
        <p:xfrm>
          <a:off x="2837546" y="5410200"/>
          <a:ext cx="1604963" cy="584200"/>
        </p:xfrm>
        <a:graphic>
          <a:graphicData uri="http://schemas.openxmlformats.org/presentationml/2006/ole">
            <mc:AlternateContent xmlns:mc="http://schemas.openxmlformats.org/markup-compatibility/2006">
              <mc:Choice xmlns:v="urn:schemas-microsoft-com:vml" Requires="v">
                <p:oleObj name="Equation" r:id="rId5" imgW="698400" imgH="253800" progId="Equation.DSMT4">
                  <p:embed/>
                </p:oleObj>
              </mc:Choice>
              <mc:Fallback>
                <p:oleObj name="Equation" r:id="rId5" imgW="698400" imgH="253800" progId="Equation.DSMT4">
                  <p:embed/>
                  <p:pic>
                    <p:nvPicPr>
                      <p:cNvPr id="8" name="对象 7"/>
                      <p:cNvPicPr>
                        <a:picLocks noChangeAspect="1" noChangeArrowheads="1"/>
                      </p:cNvPicPr>
                      <p:nvPr/>
                    </p:nvPicPr>
                    <p:blipFill>
                      <a:blip r:embed="rId6"/>
                      <a:srcRect/>
                      <a:stretch>
                        <a:fillRect/>
                      </a:stretch>
                    </p:blipFill>
                    <p:spPr bwMode="auto">
                      <a:xfrm>
                        <a:off x="2837546" y="5410200"/>
                        <a:ext cx="16049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8"/>
          <p:cNvSpPr/>
          <p:nvPr/>
        </p:nvSpPr>
        <p:spPr>
          <a:xfrm>
            <a:off x="4449623" y="5410200"/>
            <a:ext cx="307327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且收敛域可能包括</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1" name="对象 10"/>
          <p:cNvGraphicFramePr>
            <a:graphicFrameLocks noChangeAspect="1"/>
          </p:cNvGraphicFramePr>
          <p:nvPr/>
        </p:nvGraphicFramePr>
        <p:xfrm>
          <a:off x="7489825" y="5464227"/>
          <a:ext cx="815975" cy="409575"/>
        </p:xfrm>
        <a:graphic>
          <a:graphicData uri="http://schemas.openxmlformats.org/presentationml/2006/ole">
            <mc:AlternateContent xmlns:mc="http://schemas.openxmlformats.org/markup-compatibility/2006">
              <mc:Choice xmlns:v="urn:schemas-microsoft-com:vml" Requires="v">
                <p:oleObj name="Equation" r:id="rId7" imgW="355320" imgH="177480" progId="Equation.DSMT4">
                  <p:embed/>
                </p:oleObj>
              </mc:Choice>
              <mc:Fallback>
                <p:oleObj name="Equation" r:id="rId7" imgW="355320" imgH="177480" progId="Equation.DSMT4">
                  <p:embed/>
                  <p:pic>
                    <p:nvPicPr>
                      <p:cNvPr id="11" name="对象 10"/>
                      <p:cNvPicPr>
                        <a:picLocks noChangeAspect="1" noChangeArrowheads="1"/>
                      </p:cNvPicPr>
                      <p:nvPr/>
                    </p:nvPicPr>
                    <p:blipFill>
                      <a:blip r:embed="rId8"/>
                      <a:srcRect/>
                      <a:stretch>
                        <a:fillRect/>
                      </a:stretch>
                    </p:blipFill>
                    <p:spPr bwMode="auto">
                      <a:xfrm>
                        <a:off x="7489825" y="5464227"/>
                        <a:ext cx="8159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533400" y="5998536"/>
            <a:ext cx="126669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或包括</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3" name="对象 12"/>
          <p:cNvGraphicFramePr>
            <a:graphicFrameLocks noChangeAspect="1"/>
          </p:cNvGraphicFramePr>
          <p:nvPr/>
        </p:nvGraphicFramePr>
        <p:xfrm>
          <a:off x="1772556" y="6112173"/>
          <a:ext cx="903288" cy="322262"/>
        </p:xfrm>
        <a:graphic>
          <a:graphicData uri="http://schemas.openxmlformats.org/presentationml/2006/ole">
            <mc:AlternateContent xmlns:mc="http://schemas.openxmlformats.org/markup-compatibility/2006">
              <mc:Choice xmlns:v="urn:schemas-microsoft-com:vml" Requires="v">
                <p:oleObj name="Equation" r:id="rId9" imgW="393480" imgH="139680" progId="Equation.DSMT4">
                  <p:embed/>
                </p:oleObj>
              </mc:Choice>
              <mc:Fallback>
                <p:oleObj name="Equation" r:id="rId9" imgW="393480" imgH="139680" progId="Equation.DSMT4">
                  <p:embed/>
                  <p:pic>
                    <p:nvPicPr>
                      <p:cNvPr id="13" name="对象 12"/>
                      <p:cNvPicPr>
                        <a:picLocks noChangeAspect="1" noChangeArrowheads="1"/>
                      </p:cNvPicPr>
                      <p:nvPr/>
                    </p:nvPicPr>
                    <p:blipFill>
                      <a:blip r:embed="rId10"/>
                      <a:srcRect/>
                      <a:stretch>
                        <a:fillRect/>
                      </a:stretch>
                    </p:blipFill>
                    <p:spPr bwMode="auto">
                      <a:xfrm>
                        <a:off x="1772556" y="6112173"/>
                        <a:ext cx="903288"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3372464" y="3752863"/>
            <a:ext cx="5542935"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是有限项的和，只要每一项有界，</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 name="矩形 14"/>
          <p:cNvSpPr/>
          <p:nvPr/>
        </p:nvSpPr>
        <p:spPr>
          <a:xfrm>
            <a:off x="530481" y="4568690"/>
            <a:ext cx="270939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有限项和也有界</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88751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2" grpId="0"/>
      <p:bldP spid="14" grpId="0"/>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4"/>
          <p:cNvGraphicFramePr>
            <a:graphicFrameLocks noChangeAspect="1"/>
          </p:cNvGraphicFramePr>
          <p:nvPr/>
        </p:nvGraphicFramePr>
        <p:xfrm>
          <a:off x="889689" y="1854812"/>
          <a:ext cx="4025900" cy="525463"/>
        </p:xfrm>
        <a:graphic>
          <a:graphicData uri="http://schemas.openxmlformats.org/presentationml/2006/ole">
            <mc:AlternateContent xmlns:mc="http://schemas.openxmlformats.org/markup-compatibility/2006">
              <mc:Choice xmlns:v="urn:schemas-microsoft-com:vml" Requires="v">
                <p:oleObj name="Equation" r:id="rId2" imgW="1752480" imgH="228600" progId="Equation.DSMT4">
                  <p:embed/>
                </p:oleObj>
              </mc:Choice>
              <mc:Fallback>
                <p:oleObj name="Equation" r:id="rId2" imgW="1752480" imgH="228600" progId="Equation.DSMT4">
                  <p:embed/>
                  <p:pic>
                    <p:nvPicPr>
                      <p:cNvPr id="3" name="对象 4"/>
                      <p:cNvPicPr>
                        <a:picLocks noChangeAspect="1" noChangeArrowheads="1"/>
                      </p:cNvPicPr>
                      <p:nvPr/>
                    </p:nvPicPr>
                    <p:blipFill>
                      <a:blip r:embed="rId3"/>
                      <a:srcRect/>
                      <a:stretch>
                        <a:fillRect/>
                      </a:stretch>
                    </p:blipFill>
                    <p:spPr bwMode="auto">
                      <a:xfrm>
                        <a:off x="889689" y="1854812"/>
                        <a:ext cx="40259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897329" y="2357233"/>
          <a:ext cx="3211513" cy="555625"/>
        </p:xfrm>
        <a:graphic>
          <a:graphicData uri="http://schemas.openxmlformats.org/presentationml/2006/ole">
            <mc:AlternateContent xmlns:mc="http://schemas.openxmlformats.org/markup-compatibility/2006">
              <mc:Choice xmlns:v="urn:schemas-microsoft-com:vml" Requires="v">
                <p:oleObj name="Equation" r:id="rId4" imgW="1396800" imgH="241200" progId="Equation.DSMT4">
                  <p:embed/>
                </p:oleObj>
              </mc:Choice>
              <mc:Fallback>
                <p:oleObj name="Equation" r:id="rId4" imgW="1396800" imgH="241200" progId="Equation.DSMT4">
                  <p:embed/>
                  <p:pic>
                    <p:nvPicPr>
                      <p:cNvPr id="4" name="对象 3"/>
                      <p:cNvPicPr>
                        <a:picLocks noChangeAspect="1" noChangeArrowheads="1"/>
                      </p:cNvPicPr>
                      <p:nvPr/>
                    </p:nvPicPr>
                    <p:blipFill>
                      <a:blip r:embed="rId5"/>
                      <a:srcRect/>
                      <a:stretch>
                        <a:fillRect/>
                      </a:stretch>
                    </p:blipFill>
                    <p:spPr bwMode="auto">
                      <a:xfrm>
                        <a:off x="897329" y="2357233"/>
                        <a:ext cx="3211513"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5565216" y="2342985"/>
          <a:ext cx="1519237" cy="555625"/>
        </p:xfrm>
        <a:graphic>
          <a:graphicData uri="http://schemas.openxmlformats.org/presentationml/2006/ole">
            <mc:AlternateContent xmlns:mc="http://schemas.openxmlformats.org/markup-compatibility/2006">
              <mc:Choice xmlns:v="urn:schemas-microsoft-com:vml" Requires="v">
                <p:oleObj name="Equation" r:id="rId6" imgW="660240" imgH="241200" progId="Equation.DSMT4">
                  <p:embed/>
                </p:oleObj>
              </mc:Choice>
              <mc:Fallback>
                <p:oleObj name="Equation" r:id="rId6" imgW="660240" imgH="241200" progId="Equation.DSMT4">
                  <p:embed/>
                  <p:pic>
                    <p:nvPicPr>
                      <p:cNvPr id="6" name="对象 5"/>
                      <p:cNvPicPr>
                        <a:picLocks noChangeAspect="1" noChangeArrowheads="1"/>
                      </p:cNvPicPr>
                      <p:nvPr/>
                    </p:nvPicPr>
                    <p:blipFill>
                      <a:blip r:embed="rId7"/>
                      <a:srcRect/>
                      <a:stretch>
                        <a:fillRect/>
                      </a:stretch>
                    </p:blipFill>
                    <p:spPr bwMode="auto">
                      <a:xfrm>
                        <a:off x="5565216" y="2342985"/>
                        <a:ext cx="1519237"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4"/>
          <p:cNvGraphicFramePr>
            <a:graphicFrameLocks noChangeAspect="1"/>
          </p:cNvGraphicFramePr>
          <p:nvPr/>
        </p:nvGraphicFramePr>
        <p:xfrm>
          <a:off x="821427" y="3870937"/>
          <a:ext cx="4378325" cy="523875"/>
        </p:xfrm>
        <a:graphic>
          <a:graphicData uri="http://schemas.openxmlformats.org/presentationml/2006/ole">
            <mc:AlternateContent xmlns:mc="http://schemas.openxmlformats.org/markup-compatibility/2006">
              <mc:Choice xmlns:v="urn:schemas-microsoft-com:vml" Requires="v">
                <p:oleObj name="Equation" r:id="rId8" imgW="1904760" imgH="228600" progId="Equation.DSMT4">
                  <p:embed/>
                </p:oleObj>
              </mc:Choice>
              <mc:Fallback>
                <p:oleObj name="Equation" r:id="rId8" imgW="1904760" imgH="228600" progId="Equation.DSMT4">
                  <p:embed/>
                  <p:pic>
                    <p:nvPicPr>
                      <p:cNvPr id="7" name="对象 4"/>
                      <p:cNvPicPr>
                        <a:picLocks noChangeAspect="1" noChangeArrowheads="1"/>
                      </p:cNvPicPr>
                      <p:nvPr/>
                    </p:nvPicPr>
                    <p:blipFill>
                      <a:blip r:embed="rId9"/>
                      <a:srcRect/>
                      <a:stretch>
                        <a:fillRect/>
                      </a:stretch>
                    </p:blipFill>
                    <p:spPr bwMode="auto">
                      <a:xfrm>
                        <a:off x="821427" y="3870937"/>
                        <a:ext cx="437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839944" y="4381189"/>
          <a:ext cx="2862262" cy="555625"/>
        </p:xfrm>
        <a:graphic>
          <a:graphicData uri="http://schemas.openxmlformats.org/presentationml/2006/ole">
            <mc:AlternateContent xmlns:mc="http://schemas.openxmlformats.org/markup-compatibility/2006">
              <mc:Choice xmlns:v="urn:schemas-microsoft-com:vml" Requires="v">
                <p:oleObj name="Equation" r:id="rId10" imgW="1244520" imgH="241200" progId="Equation.DSMT4">
                  <p:embed/>
                </p:oleObj>
              </mc:Choice>
              <mc:Fallback>
                <p:oleObj name="Equation" r:id="rId10" imgW="1244520" imgH="241200" progId="Equation.DSMT4">
                  <p:embed/>
                  <p:pic>
                    <p:nvPicPr>
                      <p:cNvPr id="8" name="对象 7"/>
                      <p:cNvPicPr>
                        <a:picLocks noChangeAspect="1" noChangeArrowheads="1"/>
                      </p:cNvPicPr>
                      <p:nvPr/>
                    </p:nvPicPr>
                    <p:blipFill>
                      <a:blip r:embed="rId11"/>
                      <a:srcRect/>
                      <a:stretch>
                        <a:fillRect/>
                      </a:stretch>
                    </p:blipFill>
                    <p:spPr bwMode="auto">
                      <a:xfrm>
                        <a:off x="839944" y="4381189"/>
                        <a:ext cx="286226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5507625" y="4358805"/>
          <a:ext cx="1519237" cy="554038"/>
        </p:xfrm>
        <a:graphic>
          <a:graphicData uri="http://schemas.openxmlformats.org/presentationml/2006/ole">
            <mc:AlternateContent xmlns:mc="http://schemas.openxmlformats.org/markup-compatibility/2006">
              <mc:Choice xmlns:v="urn:schemas-microsoft-com:vml" Requires="v">
                <p:oleObj name="Equation" r:id="rId12" imgW="660240" imgH="241200" progId="Equation.DSMT4">
                  <p:embed/>
                </p:oleObj>
              </mc:Choice>
              <mc:Fallback>
                <p:oleObj name="Equation" r:id="rId12" imgW="660240" imgH="241200" progId="Equation.DSMT4">
                  <p:embed/>
                  <p:pic>
                    <p:nvPicPr>
                      <p:cNvPr id="9" name="对象 8"/>
                      <p:cNvPicPr>
                        <a:picLocks noChangeAspect="1" noChangeArrowheads="1"/>
                      </p:cNvPicPr>
                      <p:nvPr/>
                    </p:nvPicPr>
                    <p:blipFill>
                      <a:blip r:embed="rId13"/>
                      <a:srcRect/>
                      <a:stretch>
                        <a:fillRect/>
                      </a:stretch>
                    </p:blipFill>
                    <p:spPr bwMode="auto">
                      <a:xfrm>
                        <a:off x="5507625" y="4358805"/>
                        <a:ext cx="151923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4"/>
          <p:cNvGraphicFramePr>
            <a:graphicFrameLocks noChangeAspect="1"/>
          </p:cNvGraphicFramePr>
          <p:nvPr/>
        </p:nvGraphicFramePr>
        <p:xfrm>
          <a:off x="803964" y="5486109"/>
          <a:ext cx="4318000" cy="525462"/>
        </p:xfrm>
        <a:graphic>
          <a:graphicData uri="http://schemas.openxmlformats.org/presentationml/2006/ole">
            <mc:AlternateContent xmlns:mc="http://schemas.openxmlformats.org/markup-compatibility/2006">
              <mc:Choice xmlns:v="urn:schemas-microsoft-com:vml" Requires="v">
                <p:oleObj name="Equation" r:id="rId14" imgW="1879560" imgH="228600" progId="Equation.DSMT4">
                  <p:embed/>
                </p:oleObj>
              </mc:Choice>
              <mc:Fallback>
                <p:oleObj name="Equation" r:id="rId14" imgW="1879560" imgH="228600" progId="Equation.DSMT4">
                  <p:embed/>
                  <p:pic>
                    <p:nvPicPr>
                      <p:cNvPr id="10" name="对象 4"/>
                      <p:cNvPicPr>
                        <a:picLocks noChangeAspect="1" noChangeArrowheads="1"/>
                      </p:cNvPicPr>
                      <p:nvPr/>
                    </p:nvPicPr>
                    <p:blipFill>
                      <a:blip r:embed="rId15"/>
                      <a:srcRect/>
                      <a:stretch>
                        <a:fillRect/>
                      </a:stretch>
                    </p:blipFill>
                    <p:spPr bwMode="auto">
                      <a:xfrm>
                        <a:off x="803964" y="5486109"/>
                        <a:ext cx="43180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852184" y="5988683"/>
          <a:ext cx="3124200" cy="555625"/>
        </p:xfrm>
        <a:graphic>
          <a:graphicData uri="http://schemas.openxmlformats.org/presentationml/2006/ole">
            <mc:AlternateContent xmlns:mc="http://schemas.openxmlformats.org/markup-compatibility/2006">
              <mc:Choice xmlns:v="urn:schemas-microsoft-com:vml" Requires="v">
                <p:oleObj name="Equation" r:id="rId16" imgW="1358640" imgH="241200" progId="Equation.DSMT4">
                  <p:embed/>
                </p:oleObj>
              </mc:Choice>
              <mc:Fallback>
                <p:oleObj name="Equation" r:id="rId16" imgW="1358640" imgH="241200" progId="Equation.DSMT4">
                  <p:embed/>
                  <p:pic>
                    <p:nvPicPr>
                      <p:cNvPr id="11" name="对象 10"/>
                      <p:cNvPicPr>
                        <a:picLocks noChangeAspect="1" noChangeArrowheads="1"/>
                      </p:cNvPicPr>
                      <p:nvPr/>
                    </p:nvPicPr>
                    <p:blipFill>
                      <a:blip r:embed="rId17"/>
                      <a:srcRect/>
                      <a:stretch>
                        <a:fillRect/>
                      </a:stretch>
                    </p:blipFill>
                    <p:spPr bwMode="auto">
                      <a:xfrm>
                        <a:off x="852184" y="5988683"/>
                        <a:ext cx="31242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5499312" y="5997575"/>
          <a:ext cx="1517650" cy="555625"/>
        </p:xfrm>
        <a:graphic>
          <a:graphicData uri="http://schemas.openxmlformats.org/presentationml/2006/ole">
            <mc:AlternateContent xmlns:mc="http://schemas.openxmlformats.org/markup-compatibility/2006">
              <mc:Choice xmlns:v="urn:schemas-microsoft-com:vml" Requires="v">
                <p:oleObj name="Equation" r:id="rId18" imgW="660240" imgH="241200" progId="Equation.DSMT4">
                  <p:embed/>
                </p:oleObj>
              </mc:Choice>
              <mc:Fallback>
                <p:oleObj name="Equation" r:id="rId18" imgW="660240" imgH="241200" progId="Equation.DSMT4">
                  <p:embed/>
                  <p:pic>
                    <p:nvPicPr>
                      <p:cNvPr id="12" name="对象 11"/>
                      <p:cNvPicPr>
                        <a:picLocks noChangeAspect="1" noChangeArrowheads="1"/>
                      </p:cNvPicPr>
                      <p:nvPr/>
                    </p:nvPicPr>
                    <p:blipFill>
                      <a:blip r:embed="rId19"/>
                      <a:srcRect/>
                      <a:stretch>
                        <a:fillRect/>
                      </a:stretch>
                    </p:blipFill>
                    <p:spPr bwMode="auto">
                      <a:xfrm>
                        <a:off x="5499312" y="5997575"/>
                        <a:ext cx="151765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p:nvPr/>
        </p:nvSpPr>
        <p:spPr>
          <a:xfrm>
            <a:off x="4391927" y="2334672"/>
            <a:ext cx="110318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ROC:</a:t>
            </a:r>
            <a:endParaRPr kumimoji="1"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14" name="矩形 13"/>
          <p:cNvSpPr/>
          <p:nvPr/>
        </p:nvSpPr>
        <p:spPr>
          <a:xfrm>
            <a:off x="4334336" y="4375126"/>
            <a:ext cx="110318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ROC:</a:t>
            </a:r>
            <a:endParaRPr kumimoji="1"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15" name="矩形 14"/>
          <p:cNvSpPr/>
          <p:nvPr/>
        </p:nvSpPr>
        <p:spPr>
          <a:xfrm>
            <a:off x="4339731" y="5996728"/>
            <a:ext cx="110318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ROC:</a:t>
            </a:r>
            <a:endParaRPr kumimoji="1" lang="en-US" altLang="zh-CN" sz="28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16" name="矩形 15"/>
          <p:cNvSpPr/>
          <p:nvPr/>
        </p:nvSpPr>
        <p:spPr>
          <a:xfrm>
            <a:off x="816934" y="3362851"/>
            <a:ext cx="762740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在</a:t>
            </a:r>
            <a:r>
              <a:rPr kumimoji="0" lang="en-US" altLang="zh-CN" sz="2600" b="1" i="1"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n</a:t>
            </a:r>
            <a:r>
              <a:rPr kumimoji="0" lang="en-US"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&lt;0</a:t>
            </a:r>
            <a:r>
              <a:rPr kumimoji="0" lang="zh-CN"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时有不为零的样本值，</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收敛域不包括 </a:t>
            </a:r>
            <a:r>
              <a:rPr kumimoji="1" lang="en-US" altLang="zh-CN" sz="2800" b="1" i="1"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z</a:t>
            </a: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 = </a:t>
            </a: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sp>
        <p:nvSpPr>
          <p:cNvPr id="17" name="矩形 16"/>
          <p:cNvSpPr/>
          <p:nvPr/>
        </p:nvSpPr>
        <p:spPr>
          <a:xfrm>
            <a:off x="816934" y="1347405"/>
            <a:ext cx="730039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在</a:t>
            </a:r>
            <a:r>
              <a:rPr kumimoji="0" lang="en-US" altLang="zh-CN" sz="2600" b="1" i="1"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n</a:t>
            </a:r>
            <a:r>
              <a:rPr kumimoji="0" lang="en-US"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&gt;0</a:t>
            </a:r>
            <a:r>
              <a:rPr kumimoji="0" lang="zh-CN"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时有不为零的样本值，</a:t>
            </a:r>
            <a:r>
              <a:rPr kumimoji="0" lang="zh-CN" altLang="en-US"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收敛域不包括 </a:t>
            </a:r>
            <a:r>
              <a:rPr kumimoji="1" lang="en-US" altLang="zh-CN" sz="2800" b="1" i="1"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z</a:t>
            </a: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 = </a:t>
            </a: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1"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p>
        </p:txBody>
      </p:sp>
      <p:cxnSp>
        <p:nvCxnSpPr>
          <p:cNvPr id="18" name="直接连接符 17"/>
          <p:cNvCxnSpPr/>
          <p:nvPr/>
        </p:nvCxnSpPr>
        <p:spPr>
          <a:xfrm>
            <a:off x="711200" y="3376065"/>
            <a:ext cx="8280400" cy="19050"/>
          </a:xfrm>
          <a:prstGeom prst="line">
            <a:avLst/>
          </a:prstGeom>
          <a:ln>
            <a:solidFill>
              <a:srgbClr val="0000CC"/>
            </a:solidFill>
            <a:prstDash val="lg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00776" y="5372018"/>
            <a:ext cx="8280400" cy="19050"/>
          </a:xfrm>
          <a:prstGeom prst="line">
            <a:avLst/>
          </a:prstGeom>
          <a:ln>
            <a:solidFill>
              <a:srgbClr val="0000CC"/>
            </a:solidFill>
            <a:prstDash val="lgDash"/>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816934" y="82943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72407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838200" y="1066800"/>
            <a:ext cx="7772400" cy="719138"/>
          </a:xfrm>
          <a:prstGeom prst="rect">
            <a:avLst/>
          </a:prstGeom>
        </p:spPr>
        <p:txBody>
          <a:bodyPr/>
          <a:lstStyle>
            <a:lvl1pPr marL="342900" indent="-342900" algn="l" rtl="0" eaLnBrk="0" fontAlgn="base" hangingPunct="0">
              <a:spcBef>
                <a:spcPct val="20000"/>
              </a:spcBef>
              <a:spcAft>
                <a:spcPct val="0"/>
              </a:spcAft>
              <a:buBlip>
                <a:blip r:embed="rId2"/>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3"/>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1" lang="zh-CN" altLang="en-US" sz="3000" b="1" i="0" u="none" strike="noStrike" kern="1200" cap="none" spc="0" normalizeH="0" baseline="0" noProof="0" dirty="0">
                <a:ln>
                  <a:noFill/>
                </a:ln>
                <a:solidFill>
                  <a:srgbClr val="000000"/>
                </a:solidFill>
                <a:effectLst/>
                <a:uLnTx/>
                <a:uFillTx/>
                <a:latin typeface="Times New Roman"/>
                <a:ea typeface="宋体"/>
                <a:cs typeface="+mn-cs"/>
              </a:rPr>
              <a:t>例：求序列                      的</a:t>
            </a:r>
            <a:r>
              <a:rPr kumimoji="1" lang="en-US" altLang="zh-CN" sz="3000" b="1" i="1" u="none" strike="noStrike" kern="1200" cap="none" spc="0" normalizeH="0" baseline="0" noProof="0" dirty="0">
                <a:ln>
                  <a:noFill/>
                </a:ln>
                <a:solidFill>
                  <a:srgbClr val="000000"/>
                </a:solidFill>
                <a:effectLst/>
                <a:uLnTx/>
                <a:uFillTx/>
                <a:latin typeface="Times New Roman"/>
                <a:ea typeface="宋体"/>
                <a:cs typeface="+mn-cs"/>
              </a:rPr>
              <a:t>z</a:t>
            </a:r>
            <a:r>
              <a:rPr kumimoji="1" lang="zh-CN" altLang="en-US" sz="3000" b="1" i="0" u="none" strike="noStrike" kern="1200" cap="none" spc="0" normalizeH="0" baseline="0" noProof="0" dirty="0">
                <a:ln>
                  <a:noFill/>
                </a:ln>
                <a:solidFill>
                  <a:srgbClr val="000000"/>
                </a:solidFill>
                <a:effectLst/>
                <a:uLnTx/>
                <a:uFillTx/>
                <a:latin typeface="Times New Roman"/>
                <a:ea typeface="宋体"/>
                <a:cs typeface="+mn-cs"/>
              </a:rPr>
              <a:t>变换和收敛域。 </a:t>
            </a:r>
            <a:endParaRPr kumimoji="1" lang="en-US" altLang="zh-CN" sz="3000" b="1" i="0" u="none" strike="noStrike" kern="1200" cap="none" spc="0" normalizeH="0" baseline="0" noProof="0" dirty="0">
              <a:ln>
                <a:noFill/>
              </a:ln>
              <a:solidFill>
                <a:srgbClr val="000000"/>
              </a:solidFill>
              <a:effectLst/>
              <a:uLnTx/>
              <a:uFillTx/>
              <a:latin typeface="Times New Roman"/>
              <a:ea typeface="宋体"/>
              <a:cs typeface="+mn-cs"/>
            </a:endParaRPr>
          </a:p>
        </p:txBody>
      </p:sp>
      <p:graphicFrame>
        <p:nvGraphicFramePr>
          <p:cNvPr id="7" name="对象 1"/>
          <p:cNvGraphicFramePr>
            <a:graphicFrameLocks noChangeAspect="1"/>
          </p:cNvGraphicFramePr>
          <p:nvPr>
            <p:extLst>
              <p:ext uri="{D42A27DB-BD31-4B8C-83A1-F6EECF244321}">
                <p14:modId xmlns:p14="http://schemas.microsoft.com/office/powerpoint/2010/main" val="3758304449"/>
              </p:ext>
            </p:extLst>
          </p:nvPr>
        </p:nvGraphicFramePr>
        <p:xfrm>
          <a:off x="2981556" y="1121909"/>
          <a:ext cx="1770063" cy="457200"/>
        </p:xfrm>
        <a:graphic>
          <a:graphicData uri="http://schemas.openxmlformats.org/presentationml/2006/ole">
            <mc:AlternateContent xmlns:mc="http://schemas.openxmlformats.org/markup-compatibility/2006">
              <mc:Choice xmlns:v="urn:schemas-microsoft-com:vml" Requires="v">
                <p:oleObj name="Equation" r:id="rId4" imgW="787320" imgH="203040" progId="Equation.DSMT4">
                  <p:embed/>
                </p:oleObj>
              </mc:Choice>
              <mc:Fallback>
                <p:oleObj name="Equation" r:id="rId4" imgW="787320" imgH="203040" progId="Equation.DSMT4">
                  <p:embed/>
                  <p:pic>
                    <p:nvPicPr>
                      <p:cNvPr id="7" name="对象 1"/>
                      <p:cNvPicPr>
                        <a:picLocks noChangeAspect="1" noChangeArrowheads="1"/>
                      </p:cNvPicPr>
                      <p:nvPr/>
                    </p:nvPicPr>
                    <p:blipFill>
                      <a:blip r:embed="rId5"/>
                      <a:srcRect/>
                      <a:stretch>
                        <a:fillRect/>
                      </a:stretch>
                    </p:blipFill>
                    <p:spPr bwMode="auto">
                      <a:xfrm>
                        <a:off x="2981556" y="1121909"/>
                        <a:ext cx="17700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对象 2"/>
          <p:cNvGraphicFramePr>
            <a:graphicFrameLocks noChangeAspect="1"/>
          </p:cNvGraphicFramePr>
          <p:nvPr>
            <p:extLst>
              <p:ext uri="{D42A27DB-BD31-4B8C-83A1-F6EECF244321}">
                <p14:modId xmlns:p14="http://schemas.microsoft.com/office/powerpoint/2010/main" val="4016577190"/>
              </p:ext>
            </p:extLst>
          </p:nvPr>
        </p:nvGraphicFramePr>
        <p:xfrm>
          <a:off x="2220913" y="1858962"/>
          <a:ext cx="4614444" cy="992772"/>
        </p:xfrm>
        <a:graphic>
          <a:graphicData uri="http://schemas.openxmlformats.org/presentationml/2006/ole">
            <mc:AlternateContent xmlns:mc="http://schemas.openxmlformats.org/markup-compatibility/2006">
              <mc:Choice xmlns:v="urn:schemas-microsoft-com:vml" Requires="v">
                <p:oleObj name="Equation" r:id="rId6" imgW="2006280" imgH="431640" progId="Equation.DSMT4">
                  <p:embed/>
                </p:oleObj>
              </mc:Choice>
              <mc:Fallback>
                <p:oleObj name="Equation" r:id="rId6" imgW="2006280" imgH="431640" progId="Equation.DSMT4">
                  <p:embed/>
                  <p:pic>
                    <p:nvPicPr>
                      <p:cNvPr id="8" name="对象 2"/>
                      <p:cNvPicPr>
                        <a:picLocks noChangeAspect="1" noChangeArrowheads="1"/>
                      </p:cNvPicPr>
                      <p:nvPr/>
                    </p:nvPicPr>
                    <p:blipFill>
                      <a:blip r:embed="rId7"/>
                      <a:srcRect/>
                      <a:stretch>
                        <a:fillRect/>
                      </a:stretch>
                    </p:blipFill>
                    <p:spPr bwMode="auto">
                      <a:xfrm>
                        <a:off x="2220913" y="1858962"/>
                        <a:ext cx="4614444"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3"/>
          <p:cNvSpPr>
            <a:spLocks noChangeArrowheads="1"/>
          </p:cNvSpPr>
          <p:nvPr/>
        </p:nvSpPr>
        <p:spPr bwMode="auto">
          <a:xfrm>
            <a:off x="2160356" y="3239935"/>
            <a:ext cx="4572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收敛域</a:t>
            </a:r>
          </a:p>
        </p:txBody>
      </p:sp>
      <p:graphicFrame>
        <p:nvGraphicFramePr>
          <p:cNvPr id="10" name="对象 9"/>
          <p:cNvGraphicFramePr>
            <a:graphicFrameLocks noChangeAspect="1"/>
          </p:cNvGraphicFramePr>
          <p:nvPr>
            <p:extLst>
              <p:ext uri="{D42A27DB-BD31-4B8C-83A1-F6EECF244321}">
                <p14:modId xmlns:p14="http://schemas.microsoft.com/office/powerpoint/2010/main" val="1503490497"/>
              </p:ext>
            </p:extLst>
          </p:nvPr>
        </p:nvGraphicFramePr>
        <p:xfrm>
          <a:off x="3621087" y="3227388"/>
          <a:ext cx="1519238" cy="582612"/>
        </p:xfrm>
        <a:graphic>
          <a:graphicData uri="http://schemas.openxmlformats.org/presentationml/2006/ole">
            <mc:AlternateContent xmlns:mc="http://schemas.openxmlformats.org/markup-compatibility/2006">
              <mc:Choice xmlns:v="urn:schemas-microsoft-com:vml" Requires="v">
                <p:oleObj name="Equation" r:id="rId8" imgW="660240" imgH="253800" progId="Equation.DSMT4">
                  <p:embed/>
                </p:oleObj>
              </mc:Choice>
              <mc:Fallback>
                <p:oleObj name="Equation" r:id="rId8" imgW="660240" imgH="253800" progId="Equation.DSMT4">
                  <p:embed/>
                  <p:pic>
                    <p:nvPicPr>
                      <p:cNvPr id="10" name="对象 9"/>
                      <p:cNvPicPr>
                        <a:picLocks noChangeAspect="1" noChangeArrowheads="1"/>
                      </p:cNvPicPr>
                      <p:nvPr/>
                    </p:nvPicPr>
                    <p:blipFill>
                      <a:blip r:embed="rId9"/>
                      <a:srcRect/>
                      <a:stretch>
                        <a:fillRect/>
                      </a:stretch>
                    </p:blipFill>
                    <p:spPr bwMode="auto">
                      <a:xfrm>
                        <a:off x="3621087" y="3227388"/>
                        <a:ext cx="1519238"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
        <p:nvSpPr>
          <p:cNvPr id="13" name="内容占位符 2"/>
          <p:cNvSpPr txBox="1">
            <a:spLocks/>
          </p:cNvSpPr>
          <p:nvPr/>
        </p:nvSpPr>
        <p:spPr>
          <a:xfrm>
            <a:off x="838200" y="5029200"/>
            <a:ext cx="7391400" cy="52811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fontAlgn="auto">
              <a:spcAft>
                <a:spcPts val="0"/>
              </a:spcAft>
              <a:buNone/>
            </a:pPr>
            <a:r>
              <a:rPr kumimoji="1" lang="zh-CN" altLang="en-US" sz="3000" b="1" dirty="0">
                <a:solidFill>
                  <a:srgbClr val="000000"/>
                </a:solidFill>
                <a:latin typeface="Times New Roman"/>
              </a:rPr>
              <a:t>求序列                         </a:t>
            </a:r>
            <a:r>
              <a:rPr lang="zh-CN" altLang="en-US" sz="3000" b="1" dirty="0">
                <a:solidFill>
                  <a:srgbClr val="000000"/>
                </a:solidFill>
                <a:latin typeface="Times New Roman" panose="02020603050405020304" pitchFamily="18" charset="0"/>
                <a:cs typeface="Times New Roman" panose="02020603050405020304" pitchFamily="18" charset="0"/>
              </a:rPr>
              <a:t>的</a:t>
            </a:r>
            <a:r>
              <a:rPr lang="en-US" altLang="zh-CN" sz="3000" b="1" i="1" dirty="0">
                <a:solidFill>
                  <a:srgbClr val="000000"/>
                </a:solidFill>
                <a:latin typeface="Times New Roman" panose="02020603050405020304" pitchFamily="18" charset="0"/>
                <a:cs typeface="Times New Roman" panose="02020603050405020304" pitchFamily="18" charset="0"/>
              </a:rPr>
              <a:t>z</a:t>
            </a:r>
            <a:r>
              <a:rPr lang="zh-CN" altLang="en-US" sz="3000" b="1" dirty="0">
                <a:solidFill>
                  <a:srgbClr val="000000"/>
                </a:solidFill>
                <a:latin typeface="Times New Roman" panose="02020603050405020304" pitchFamily="18" charset="0"/>
                <a:cs typeface="Times New Roman" panose="02020603050405020304" pitchFamily="18" charset="0"/>
              </a:rPr>
              <a:t>变换和收敛域。</a:t>
            </a:r>
            <a:endParaRPr kumimoji="0" lang="zh-CN" altLang="en-US" sz="3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4" name="对象 1"/>
          <p:cNvGraphicFramePr>
            <a:graphicFrameLocks noChangeAspect="1"/>
          </p:cNvGraphicFramePr>
          <p:nvPr>
            <p:extLst>
              <p:ext uri="{D42A27DB-BD31-4B8C-83A1-F6EECF244321}">
                <p14:modId xmlns:p14="http://schemas.microsoft.com/office/powerpoint/2010/main" val="3124290347"/>
              </p:ext>
            </p:extLst>
          </p:nvPr>
        </p:nvGraphicFramePr>
        <p:xfrm>
          <a:off x="2192337" y="5067261"/>
          <a:ext cx="2227263" cy="457200"/>
        </p:xfrm>
        <a:graphic>
          <a:graphicData uri="http://schemas.openxmlformats.org/presentationml/2006/ole">
            <mc:AlternateContent xmlns:mc="http://schemas.openxmlformats.org/markup-compatibility/2006">
              <mc:Choice xmlns:v="urn:schemas-microsoft-com:vml" Requires="v">
                <p:oleObj name="Equation" r:id="rId10" imgW="990360" imgH="203040" progId="Equation.DSMT4">
                  <p:embed/>
                </p:oleObj>
              </mc:Choice>
              <mc:Fallback>
                <p:oleObj name="Equation" r:id="rId10" imgW="990360" imgH="203040" progId="Equation.DSMT4">
                  <p:embed/>
                  <p:pic>
                    <p:nvPicPr>
                      <p:cNvPr id="33" name="对象 1"/>
                      <p:cNvPicPr>
                        <a:picLocks noChangeAspect="1" noChangeArrowheads="1"/>
                      </p:cNvPicPr>
                      <p:nvPr/>
                    </p:nvPicPr>
                    <p:blipFill>
                      <a:blip r:embed="rId11"/>
                      <a:srcRect/>
                      <a:stretch>
                        <a:fillRect/>
                      </a:stretch>
                    </p:blipFill>
                    <p:spPr bwMode="auto">
                      <a:xfrm>
                        <a:off x="2192337" y="5067261"/>
                        <a:ext cx="22272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矩形 14"/>
          <p:cNvSpPr/>
          <p:nvPr/>
        </p:nvSpPr>
        <p:spPr>
          <a:xfrm>
            <a:off x="762000" y="4343400"/>
            <a:ext cx="1447800" cy="523220"/>
          </a:xfrm>
          <a:prstGeom prst="rect">
            <a:avLst/>
          </a:prstGeom>
        </p:spPr>
        <p:txBody>
          <a:bodyPr wrap="square">
            <a:spAutoFit/>
          </a:bodyPr>
          <a:lstStyle/>
          <a:p>
            <a:r>
              <a:rPr lang="zh-CN" altLang="en-US" b="1" dirty="0">
                <a:solidFill>
                  <a:srgbClr val="FF0000"/>
                </a:solidFill>
              </a:rPr>
              <a:t>练习题</a:t>
            </a:r>
            <a:endParaRPr lang="zh-CN" altLang="en-US" dirty="0">
              <a:solidFill>
                <a:srgbClr val="FF0000"/>
              </a:solidFill>
            </a:endParaRPr>
          </a:p>
        </p:txBody>
      </p:sp>
    </p:spTree>
    <p:extLst>
      <p:ext uri="{BB962C8B-B14F-4D97-AF65-F5344CB8AC3E}">
        <p14:creationId xmlns:p14="http://schemas.microsoft.com/office/powerpoint/2010/main" val="404605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E52B7E-E5BD-4221-B551-A94DA527ED3D}"/>
              </a:ext>
            </a:extLst>
          </p:cNvPr>
          <p:cNvSpPr>
            <a:spLocks noChangeArrowheads="1"/>
          </p:cNvSpPr>
          <p:nvPr/>
        </p:nvSpPr>
        <p:spPr bwMode="auto">
          <a:xfrm>
            <a:off x="563652" y="848787"/>
            <a:ext cx="7913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3300"/>
                </a:solidFill>
                <a:effectLst/>
                <a:uLnTx/>
                <a:uFillTx/>
                <a:latin typeface="Times New Roman"/>
                <a:ea typeface="宋体" panose="02010600030101010101" pitchFamily="2" charset="-122"/>
                <a:cs typeface="+mn-cs"/>
              </a:rPr>
              <a:t>(2)</a:t>
            </a:r>
            <a:r>
              <a:rPr kumimoji="1" lang="zh-CN" altLang="en-US" sz="2800" b="1" i="0" u="none" strike="noStrike" kern="120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cs typeface="+mn-cs"/>
              </a:rPr>
              <a:t>右边序列</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p>
        </p:txBody>
      </p:sp>
      <p:sp>
        <p:nvSpPr>
          <p:cNvPr id="4" name="矩形 1"/>
          <p:cNvSpPr>
            <a:spLocks noChangeArrowheads="1"/>
          </p:cNvSpPr>
          <p:nvPr/>
        </p:nvSpPr>
        <p:spPr bwMode="auto">
          <a:xfrm>
            <a:off x="1097052" y="906133"/>
            <a:ext cx="7624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当          时，              的序列</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6" name="对象 2"/>
          <p:cNvGraphicFramePr>
            <a:graphicFrameLocks noChangeAspect="1"/>
          </p:cNvGraphicFramePr>
          <p:nvPr/>
        </p:nvGraphicFramePr>
        <p:xfrm>
          <a:off x="3079839" y="964870"/>
          <a:ext cx="715963" cy="401638"/>
        </p:xfrm>
        <a:graphic>
          <a:graphicData uri="http://schemas.openxmlformats.org/presentationml/2006/ole">
            <mc:AlternateContent xmlns:mc="http://schemas.openxmlformats.org/markup-compatibility/2006">
              <mc:Choice xmlns:v="urn:schemas-microsoft-com:vml" Requires="v">
                <p:oleObj name="Equation" r:id="rId2" imgW="406080" imgH="228600" progId="Equation.DSMT4">
                  <p:embed/>
                </p:oleObj>
              </mc:Choice>
              <mc:Fallback>
                <p:oleObj name="Equation" r:id="rId2" imgW="406080" imgH="228600" progId="Equation.DSMT4">
                  <p:embed/>
                  <p:pic>
                    <p:nvPicPr>
                      <p:cNvPr id="6" name="对象 2"/>
                      <p:cNvPicPr>
                        <a:picLocks noChangeAspect="1" noChangeArrowheads="1"/>
                      </p:cNvPicPr>
                      <p:nvPr/>
                    </p:nvPicPr>
                    <p:blipFill>
                      <a:blip r:embed="rId3"/>
                      <a:srcRect/>
                      <a:stretch>
                        <a:fillRect/>
                      </a:stretch>
                    </p:blipFill>
                    <p:spPr bwMode="auto">
                      <a:xfrm>
                        <a:off x="3079839" y="964870"/>
                        <a:ext cx="7159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3"/>
          <p:cNvGraphicFramePr>
            <a:graphicFrameLocks noChangeAspect="1"/>
          </p:cNvGraphicFramePr>
          <p:nvPr/>
        </p:nvGraphicFramePr>
        <p:xfrm>
          <a:off x="4361745" y="977570"/>
          <a:ext cx="1095375" cy="388938"/>
        </p:xfrm>
        <a:graphic>
          <a:graphicData uri="http://schemas.openxmlformats.org/presentationml/2006/ole">
            <mc:AlternateContent xmlns:mc="http://schemas.openxmlformats.org/markup-compatibility/2006">
              <mc:Choice xmlns:v="urn:schemas-microsoft-com:vml" Requires="v">
                <p:oleObj name="Equation" r:id="rId4" imgW="571320" imgH="203040" progId="Equation.DSMT4">
                  <p:embed/>
                </p:oleObj>
              </mc:Choice>
              <mc:Fallback>
                <p:oleObj name="Equation" r:id="rId4" imgW="571320" imgH="203040" progId="Equation.DSMT4">
                  <p:embed/>
                  <p:pic>
                    <p:nvPicPr>
                      <p:cNvPr id="7" name="对象 3"/>
                      <p:cNvPicPr>
                        <a:picLocks noChangeAspect="1" noChangeArrowheads="1"/>
                      </p:cNvPicPr>
                      <p:nvPr/>
                    </p:nvPicPr>
                    <p:blipFill>
                      <a:blip r:embed="rId5"/>
                      <a:srcRect/>
                      <a:stretch>
                        <a:fillRect/>
                      </a:stretch>
                    </p:blipFill>
                    <p:spPr bwMode="auto">
                      <a:xfrm>
                        <a:off x="4361745" y="977570"/>
                        <a:ext cx="109537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9" name="图片 18"/>
          <p:cNvPicPr>
            <a:picLocks noChangeAspect="1"/>
          </p:cNvPicPr>
          <p:nvPr/>
        </p:nvPicPr>
        <p:blipFill>
          <a:blip r:embed="rId6"/>
          <a:stretch>
            <a:fillRect/>
          </a:stretch>
        </p:blipFill>
        <p:spPr>
          <a:xfrm>
            <a:off x="3437820" y="1381780"/>
            <a:ext cx="4815840" cy="1356360"/>
          </a:xfrm>
          <a:prstGeom prst="rect">
            <a:avLst/>
          </a:prstGeom>
        </p:spPr>
      </p:pic>
      <p:sp>
        <p:nvSpPr>
          <p:cNvPr id="22" name="矩形 21"/>
          <p:cNvSpPr/>
          <p:nvPr/>
        </p:nvSpPr>
        <p:spPr>
          <a:xfrm>
            <a:off x="998487" y="2743200"/>
            <a:ext cx="7993113"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收敛域是</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itchFamily="18" charset="0"/>
              </a:rPr>
              <a:t>模值最大的有限极点所在的圆的外部</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3" name="对象 3"/>
          <p:cNvGraphicFramePr>
            <a:graphicFrameLocks noChangeAspect="1"/>
          </p:cNvGraphicFramePr>
          <p:nvPr/>
        </p:nvGraphicFramePr>
        <p:xfrm>
          <a:off x="4350385" y="4611307"/>
          <a:ext cx="2055812" cy="527050"/>
        </p:xfrm>
        <a:graphic>
          <a:graphicData uri="http://schemas.openxmlformats.org/presentationml/2006/ole">
            <mc:AlternateContent xmlns:mc="http://schemas.openxmlformats.org/markup-compatibility/2006">
              <mc:Choice xmlns:v="urn:schemas-microsoft-com:vml" Requires="v">
                <p:oleObj name="Equation" r:id="rId7" imgW="990360" imgH="253800" progId="Equation.DSMT4">
                  <p:embed/>
                </p:oleObj>
              </mc:Choice>
              <mc:Fallback>
                <p:oleObj name="Equation" r:id="rId7" imgW="990360" imgH="253800" progId="Equation.DSMT4">
                  <p:embed/>
                  <p:pic>
                    <p:nvPicPr>
                      <p:cNvPr id="23" name="对象 3"/>
                      <p:cNvPicPr>
                        <a:picLocks noChangeAspect="1" noChangeArrowheads="1"/>
                      </p:cNvPicPr>
                      <p:nvPr/>
                    </p:nvPicPr>
                    <p:blipFill>
                      <a:blip r:embed="rId8"/>
                      <a:srcRect/>
                      <a:stretch>
                        <a:fillRect/>
                      </a:stretch>
                    </p:blipFill>
                    <p:spPr bwMode="auto">
                      <a:xfrm>
                        <a:off x="4350385" y="4611307"/>
                        <a:ext cx="2055812"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p:nvPr/>
        </p:nvSpPr>
        <p:spPr>
          <a:xfrm>
            <a:off x="1010271" y="3276600"/>
            <a:ext cx="162736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可能包括</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5" name="对象 24"/>
          <p:cNvGraphicFramePr>
            <a:graphicFrameLocks noChangeAspect="1"/>
          </p:cNvGraphicFramePr>
          <p:nvPr/>
        </p:nvGraphicFramePr>
        <p:xfrm>
          <a:off x="2630570" y="3411538"/>
          <a:ext cx="903288" cy="322262"/>
        </p:xfrm>
        <a:graphic>
          <a:graphicData uri="http://schemas.openxmlformats.org/presentationml/2006/ole">
            <mc:AlternateContent xmlns:mc="http://schemas.openxmlformats.org/markup-compatibility/2006">
              <mc:Choice xmlns:v="urn:schemas-microsoft-com:vml" Requires="v">
                <p:oleObj name="Equation" r:id="rId9" imgW="393480" imgH="139680" progId="Equation.DSMT4">
                  <p:embed/>
                </p:oleObj>
              </mc:Choice>
              <mc:Fallback>
                <p:oleObj name="Equation" r:id="rId9" imgW="393480" imgH="139680" progId="Equation.DSMT4">
                  <p:embed/>
                  <p:pic>
                    <p:nvPicPr>
                      <p:cNvPr id="25" name="对象 24"/>
                      <p:cNvPicPr>
                        <a:picLocks noChangeAspect="1" noChangeArrowheads="1"/>
                      </p:cNvPicPr>
                      <p:nvPr/>
                    </p:nvPicPr>
                    <p:blipFill>
                      <a:blip r:embed="rId10"/>
                      <a:srcRect/>
                      <a:stretch>
                        <a:fillRect/>
                      </a:stretch>
                    </p:blipFill>
                    <p:spPr bwMode="auto">
                      <a:xfrm>
                        <a:off x="2630570" y="3411538"/>
                        <a:ext cx="903288"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矩形 28"/>
          <p:cNvSpPr/>
          <p:nvPr/>
        </p:nvSpPr>
        <p:spPr>
          <a:xfrm>
            <a:off x="563652" y="4038600"/>
            <a:ext cx="2449710" cy="523220"/>
          </a:xfrm>
          <a:prstGeom prst="rect">
            <a:avLst/>
          </a:prstGeom>
        </p:spPr>
        <p:txBody>
          <a:bodyPr wrap="none">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1" lang="zh-CN" altLang="en-US" sz="28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因果序列：</a:t>
            </a:r>
            <a:endParaRPr kumimoji="0" lang="zh-CN" altLang="en-US" sz="2800" b="0"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30" name="对象 3"/>
          <p:cNvGraphicFramePr>
            <a:graphicFrameLocks noChangeAspect="1"/>
          </p:cNvGraphicFramePr>
          <p:nvPr/>
        </p:nvGraphicFramePr>
        <p:xfrm>
          <a:off x="4772025" y="4114800"/>
          <a:ext cx="1095375" cy="388938"/>
        </p:xfrm>
        <a:graphic>
          <a:graphicData uri="http://schemas.openxmlformats.org/presentationml/2006/ole">
            <mc:AlternateContent xmlns:mc="http://schemas.openxmlformats.org/markup-compatibility/2006">
              <mc:Choice xmlns:v="urn:schemas-microsoft-com:vml" Requires="v">
                <p:oleObj name="Equation" r:id="rId11" imgW="571320" imgH="203040" progId="Equation.DSMT4">
                  <p:embed/>
                </p:oleObj>
              </mc:Choice>
              <mc:Fallback>
                <p:oleObj name="Equation" r:id="rId11" imgW="571320" imgH="203040" progId="Equation.DSMT4">
                  <p:embed/>
                  <p:pic>
                    <p:nvPicPr>
                      <p:cNvPr id="30" name="对象 3"/>
                      <p:cNvPicPr>
                        <a:picLocks noChangeAspect="1" noChangeArrowheads="1"/>
                      </p:cNvPicPr>
                      <p:nvPr/>
                    </p:nvPicPr>
                    <p:blipFill>
                      <a:blip r:embed="rId12"/>
                      <a:srcRect/>
                      <a:stretch>
                        <a:fillRect/>
                      </a:stretch>
                    </p:blipFill>
                    <p:spPr bwMode="auto">
                      <a:xfrm>
                        <a:off x="4772025" y="4114800"/>
                        <a:ext cx="109537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
          <p:cNvGraphicFramePr>
            <a:graphicFrameLocks noChangeAspect="1"/>
          </p:cNvGraphicFramePr>
          <p:nvPr/>
        </p:nvGraphicFramePr>
        <p:xfrm>
          <a:off x="3200400" y="4154487"/>
          <a:ext cx="681038" cy="341313"/>
        </p:xfrm>
        <a:graphic>
          <a:graphicData uri="http://schemas.openxmlformats.org/presentationml/2006/ole">
            <mc:AlternateContent xmlns:mc="http://schemas.openxmlformats.org/markup-compatibility/2006">
              <mc:Choice xmlns:v="urn:schemas-microsoft-com:vml" Requires="v">
                <p:oleObj name="Equation" r:id="rId13" imgW="355320" imgH="177480" progId="Equation.DSMT4">
                  <p:embed/>
                </p:oleObj>
              </mc:Choice>
              <mc:Fallback>
                <p:oleObj name="Equation" r:id="rId13" imgW="355320" imgH="177480" progId="Equation.DSMT4">
                  <p:embed/>
                  <p:pic>
                    <p:nvPicPr>
                      <p:cNvPr id="31" name="对象 3"/>
                      <p:cNvPicPr>
                        <a:picLocks noChangeAspect="1" noChangeArrowheads="1"/>
                      </p:cNvPicPr>
                      <p:nvPr/>
                    </p:nvPicPr>
                    <p:blipFill>
                      <a:blip r:embed="rId14"/>
                      <a:srcRect/>
                      <a:stretch>
                        <a:fillRect/>
                      </a:stretch>
                    </p:blipFill>
                    <p:spPr bwMode="auto">
                      <a:xfrm>
                        <a:off x="3200400" y="4154487"/>
                        <a:ext cx="6810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矩形 1"/>
          <p:cNvSpPr>
            <a:spLocks noChangeArrowheads="1"/>
          </p:cNvSpPr>
          <p:nvPr/>
        </p:nvSpPr>
        <p:spPr bwMode="auto">
          <a:xfrm>
            <a:off x="2693448" y="4061231"/>
            <a:ext cx="23984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当          时，</a:t>
            </a:r>
            <a:endParaRPr kumimoji="1"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 name="矩形 32"/>
          <p:cNvSpPr/>
          <p:nvPr/>
        </p:nvSpPr>
        <p:spPr>
          <a:xfrm>
            <a:off x="998487" y="4594568"/>
            <a:ext cx="1988045"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收敛域</a:t>
            </a:r>
            <a:r>
              <a:rPr kumimoji="0"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包括</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34" name="对象 33"/>
          <p:cNvGraphicFramePr>
            <a:graphicFrameLocks noChangeAspect="1"/>
          </p:cNvGraphicFramePr>
          <p:nvPr/>
        </p:nvGraphicFramePr>
        <p:xfrm>
          <a:off x="3019425" y="4700931"/>
          <a:ext cx="1019175" cy="350837"/>
        </p:xfrm>
        <a:graphic>
          <a:graphicData uri="http://schemas.openxmlformats.org/presentationml/2006/ole">
            <mc:AlternateContent xmlns:mc="http://schemas.openxmlformats.org/markup-compatibility/2006">
              <mc:Choice xmlns:v="urn:schemas-microsoft-com:vml" Requires="v">
                <p:oleObj name="Equation" r:id="rId15" imgW="444240" imgH="152280" progId="Equation.DSMT4">
                  <p:embed/>
                </p:oleObj>
              </mc:Choice>
              <mc:Fallback>
                <p:oleObj name="Equation" r:id="rId15" imgW="444240" imgH="152280" progId="Equation.DSMT4">
                  <p:embed/>
                  <p:pic>
                    <p:nvPicPr>
                      <p:cNvPr id="34" name="对象 33"/>
                      <p:cNvPicPr>
                        <a:picLocks noChangeAspect="1" noChangeArrowheads="1"/>
                      </p:cNvPicPr>
                      <p:nvPr/>
                    </p:nvPicPr>
                    <p:blipFill>
                      <a:blip r:embed="rId16"/>
                      <a:srcRect/>
                      <a:stretch>
                        <a:fillRect/>
                      </a:stretch>
                    </p:blipFill>
                    <p:spPr bwMode="auto">
                      <a:xfrm>
                        <a:off x="3019425" y="4700931"/>
                        <a:ext cx="10191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Rectangle 3"/>
          <p:cNvSpPr>
            <a:spLocks noChangeArrowheads="1"/>
          </p:cNvSpPr>
          <p:nvPr/>
        </p:nvSpPr>
        <p:spPr bwMode="auto">
          <a:xfrm>
            <a:off x="627151" y="5288670"/>
            <a:ext cx="7373849" cy="111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Times New Roman" panose="02020603050405020304" pitchFamily="18" charset="0"/>
              </a:rPr>
              <a:t>如果序列在负半轴有非零样本值，则收敛域不包括 </a:t>
            </a:r>
            <a:r>
              <a:rPr kumimoji="1" lang="en-US" altLang="zh-CN" sz="2800" b="1" i="1" u="none" strike="noStrike" kern="1200" cap="none" spc="0" normalizeH="0" baseline="0" noProof="0" dirty="0">
                <a:ln>
                  <a:noFill/>
                </a:ln>
                <a:solidFill>
                  <a:srgbClr val="000000"/>
                </a:solidFill>
                <a:effectLst/>
                <a:uLnTx/>
                <a:uFillTx/>
                <a:latin typeface="Times New Roman"/>
                <a:ea typeface="宋体"/>
                <a:cs typeface="Times New Roman" panose="02020603050405020304" pitchFamily="18" charset="0"/>
              </a:rPr>
              <a:t>z =</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Times New Roman" panose="02020603050405020304" pitchFamily="18" charset="0"/>
              </a:rPr>
              <a:t> </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Times New Roman" panose="02020603050405020304" pitchFamily="18" charset="0"/>
                <a:sym typeface="Symbol" panose="05050102010706020507" pitchFamily="18" charset="2"/>
              </a:rPr>
              <a:t></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Times New Roman" panose="02020603050405020304" pitchFamily="18" charset="0"/>
              </a:rPr>
              <a:t> </a:t>
            </a:r>
          </a:p>
        </p:txBody>
      </p:sp>
      <p:graphicFrame>
        <p:nvGraphicFramePr>
          <p:cNvPr id="37" name="对象 3"/>
          <p:cNvGraphicFramePr>
            <a:graphicFrameLocks noChangeAspect="1"/>
          </p:cNvGraphicFramePr>
          <p:nvPr/>
        </p:nvGraphicFramePr>
        <p:xfrm>
          <a:off x="4361745" y="5799366"/>
          <a:ext cx="2633663" cy="527050"/>
        </p:xfrm>
        <a:graphic>
          <a:graphicData uri="http://schemas.openxmlformats.org/presentationml/2006/ole">
            <mc:AlternateContent xmlns:mc="http://schemas.openxmlformats.org/markup-compatibility/2006">
              <mc:Choice xmlns:v="urn:schemas-microsoft-com:vml" Requires="v">
                <p:oleObj name="Equation" r:id="rId17" imgW="1269720" imgH="253800" progId="Equation.DSMT4">
                  <p:embed/>
                </p:oleObj>
              </mc:Choice>
              <mc:Fallback>
                <p:oleObj name="Equation" r:id="rId17" imgW="1269720" imgH="253800" progId="Equation.DSMT4">
                  <p:embed/>
                  <p:pic>
                    <p:nvPicPr>
                      <p:cNvPr id="37" name="对象 3"/>
                      <p:cNvPicPr>
                        <a:picLocks noChangeAspect="1" noChangeArrowheads="1"/>
                      </p:cNvPicPr>
                      <p:nvPr/>
                    </p:nvPicPr>
                    <p:blipFill>
                      <a:blip r:embed="rId18"/>
                      <a:srcRect/>
                      <a:stretch>
                        <a:fillRect/>
                      </a:stretch>
                    </p:blipFill>
                    <p:spPr bwMode="auto">
                      <a:xfrm>
                        <a:off x="4361745" y="5799366"/>
                        <a:ext cx="2633663"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220084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9" grpId="0"/>
      <p:bldP spid="32" grpId="0"/>
      <p:bldP spid="33" grpId="0"/>
      <p:bldP spid="3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E52B7E-E5BD-4221-B551-A94DA527ED3D}"/>
              </a:ext>
            </a:extLst>
          </p:cNvPr>
          <p:cNvSpPr>
            <a:spLocks noChangeArrowheads="1"/>
          </p:cNvSpPr>
          <p:nvPr/>
        </p:nvSpPr>
        <p:spPr bwMode="auto">
          <a:xfrm>
            <a:off x="563653" y="848787"/>
            <a:ext cx="23319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3300"/>
                </a:solidFill>
                <a:effectLst/>
                <a:uLnTx/>
                <a:uFillTx/>
                <a:latin typeface="Times New Roman"/>
                <a:ea typeface="宋体" panose="02010600030101010101" pitchFamily="2" charset="-122"/>
                <a:cs typeface="+mn-cs"/>
              </a:rPr>
              <a:t>(2)</a:t>
            </a:r>
            <a:r>
              <a:rPr kumimoji="1" lang="zh-CN" altLang="en-US" sz="2800" b="1" i="0" u="none" strike="noStrike" kern="120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cs typeface="+mn-cs"/>
              </a:rPr>
              <a:t>右边序列</a:t>
            </a:r>
            <a:endPar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4" name="矩形 1"/>
          <p:cNvSpPr>
            <a:spLocks noChangeArrowheads="1"/>
          </p:cNvSpPr>
          <p:nvPr/>
        </p:nvSpPr>
        <p:spPr bwMode="auto">
          <a:xfrm>
            <a:off x="1097052" y="906133"/>
            <a:ext cx="7624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 name="对象 4"/>
          <p:cNvGraphicFramePr>
            <a:graphicFrameLocks noChangeAspect="1"/>
          </p:cNvGraphicFramePr>
          <p:nvPr/>
        </p:nvGraphicFramePr>
        <p:xfrm>
          <a:off x="1198563" y="1690688"/>
          <a:ext cx="2395537" cy="525462"/>
        </p:xfrm>
        <a:graphic>
          <a:graphicData uri="http://schemas.openxmlformats.org/presentationml/2006/ole">
            <mc:AlternateContent xmlns:mc="http://schemas.openxmlformats.org/markup-compatibility/2006">
              <mc:Choice xmlns:v="urn:schemas-microsoft-com:vml" Requires="v">
                <p:oleObj name="Equation" r:id="rId2" imgW="1041120" imgH="228600" progId="Equation.DSMT4">
                  <p:embed/>
                </p:oleObj>
              </mc:Choice>
              <mc:Fallback>
                <p:oleObj name="Equation" r:id="rId2" imgW="1041120" imgH="228600" progId="Equation.DSMT4">
                  <p:embed/>
                  <p:pic>
                    <p:nvPicPr>
                      <p:cNvPr id="8" name="对象 4"/>
                      <p:cNvPicPr>
                        <a:picLocks noChangeAspect="1" noChangeArrowheads="1"/>
                      </p:cNvPicPr>
                      <p:nvPr/>
                    </p:nvPicPr>
                    <p:blipFill>
                      <a:blip r:embed="rId3"/>
                      <a:srcRect/>
                      <a:stretch>
                        <a:fillRect/>
                      </a:stretch>
                    </p:blipFill>
                    <p:spPr bwMode="auto">
                      <a:xfrm>
                        <a:off x="1198563" y="1690688"/>
                        <a:ext cx="2395537"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1187450" y="2203450"/>
          <a:ext cx="2600325" cy="931863"/>
        </p:xfrm>
        <a:graphic>
          <a:graphicData uri="http://schemas.openxmlformats.org/presentationml/2006/ole">
            <mc:AlternateContent xmlns:mc="http://schemas.openxmlformats.org/markup-compatibility/2006">
              <mc:Choice xmlns:v="urn:schemas-microsoft-com:vml" Requires="v">
                <p:oleObj name="Equation" r:id="rId4" imgW="1130040" imgH="406080" progId="Equation.DSMT4">
                  <p:embed/>
                </p:oleObj>
              </mc:Choice>
              <mc:Fallback>
                <p:oleObj name="Equation" r:id="rId4" imgW="1130040" imgH="406080" progId="Equation.DSMT4">
                  <p:embed/>
                  <p:pic>
                    <p:nvPicPr>
                      <p:cNvPr id="9" name="对象 8"/>
                      <p:cNvPicPr>
                        <a:picLocks noChangeAspect="1" noChangeArrowheads="1"/>
                      </p:cNvPicPr>
                      <p:nvPr/>
                    </p:nvPicPr>
                    <p:blipFill>
                      <a:blip r:embed="rId5"/>
                      <a:srcRect/>
                      <a:stretch>
                        <a:fillRect/>
                      </a:stretch>
                    </p:blipFill>
                    <p:spPr bwMode="auto">
                      <a:xfrm>
                        <a:off x="1187450" y="2203450"/>
                        <a:ext cx="2600325"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4370723" y="2461290"/>
          <a:ext cx="2217738" cy="584200"/>
        </p:xfrm>
        <a:graphic>
          <a:graphicData uri="http://schemas.openxmlformats.org/presentationml/2006/ole">
            <mc:AlternateContent xmlns:mc="http://schemas.openxmlformats.org/markup-compatibility/2006">
              <mc:Choice xmlns:v="urn:schemas-microsoft-com:vml" Requires="v">
                <p:oleObj name="Equation" r:id="rId6" imgW="965160" imgH="253800" progId="Equation.DSMT4">
                  <p:embed/>
                </p:oleObj>
              </mc:Choice>
              <mc:Fallback>
                <p:oleObj name="Equation" r:id="rId6" imgW="965160" imgH="253800" progId="Equation.DSMT4">
                  <p:embed/>
                  <p:pic>
                    <p:nvPicPr>
                      <p:cNvPr id="10" name="对象 9"/>
                      <p:cNvPicPr>
                        <a:picLocks noChangeAspect="1" noChangeArrowheads="1"/>
                      </p:cNvPicPr>
                      <p:nvPr/>
                    </p:nvPicPr>
                    <p:blipFill>
                      <a:blip r:embed="rId7"/>
                      <a:srcRect/>
                      <a:stretch>
                        <a:fillRect/>
                      </a:stretch>
                    </p:blipFill>
                    <p:spPr bwMode="auto">
                      <a:xfrm>
                        <a:off x="4370723" y="2461290"/>
                        <a:ext cx="22177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4"/>
          <p:cNvGraphicFramePr>
            <a:graphicFrameLocks noChangeAspect="1"/>
          </p:cNvGraphicFramePr>
          <p:nvPr/>
        </p:nvGraphicFramePr>
        <p:xfrm>
          <a:off x="1019175" y="3683000"/>
          <a:ext cx="3068638" cy="525463"/>
        </p:xfrm>
        <a:graphic>
          <a:graphicData uri="http://schemas.openxmlformats.org/presentationml/2006/ole">
            <mc:AlternateContent xmlns:mc="http://schemas.openxmlformats.org/markup-compatibility/2006">
              <mc:Choice xmlns:v="urn:schemas-microsoft-com:vml" Requires="v">
                <p:oleObj name="Equation" r:id="rId8" imgW="1333440" imgH="228600" progId="Equation.DSMT4">
                  <p:embed/>
                </p:oleObj>
              </mc:Choice>
              <mc:Fallback>
                <p:oleObj name="Equation" r:id="rId8" imgW="1333440" imgH="228600" progId="Equation.DSMT4">
                  <p:embed/>
                  <p:pic>
                    <p:nvPicPr>
                      <p:cNvPr id="11" name="对象 4"/>
                      <p:cNvPicPr>
                        <a:picLocks noChangeAspect="1" noChangeArrowheads="1"/>
                      </p:cNvPicPr>
                      <p:nvPr/>
                    </p:nvPicPr>
                    <p:blipFill>
                      <a:blip r:embed="rId9"/>
                      <a:srcRect/>
                      <a:stretch>
                        <a:fillRect/>
                      </a:stretch>
                    </p:blipFill>
                    <p:spPr bwMode="auto">
                      <a:xfrm>
                        <a:off x="1019175" y="3683000"/>
                        <a:ext cx="306863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574675" y="4364038"/>
          <a:ext cx="4703763" cy="992187"/>
        </p:xfrm>
        <a:graphic>
          <a:graphicData uri="http://schemas.openxmlformats.org/presentationml/2006/ole">
            <mc:AlternateContent xmlns:mc="http://schemas.openxmlformats.org/markup-compatibility/2006">
              <mc:Choice xmlns:v="urn:schemas-microsoft-com:vml" Requires="v">
                <p:oleObj name="Equation" r:id="rId10" imgW="2044440" imgH="431640" progId="Equation.DSMT4">
                  <p:embed/>
                </p:oleObj>
              </mc:Choice>
              <mc:Fallback>
                <p:oleObj name="Equation" r:id="rId10" imgW="2044440" imgH="431640" progId="Equation.DSMT4">
                  <p:embed/>
                  <p:pic>
                    <p:nvPicPr>
                      <p:cNvPr id="12" name="对象 11"/>
                      <p:cNvPicPr>
                        <a:picLocks noChangeAspect="1" noChangeArrowheads="1"/>
                      </p:cNvPicPr>
                      <p:nvPr/>
                    </p:nvPicPr>
                    <p:blipFill>
                      <a:blip r:embed="rId11"/>
                      <a:srcRect/>
                      <a:stretch>
                        <a:fillRect/>
                      </a:stretch>
                    </p:blipFill>
                    <p:spPr bwMode="auto">
                      <a:xfrm>
                        <a:off x="574675" y="4364038"/>
                        <a:ext cx="4703763"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5816125" y="4649550"/>
          <a:ext cx="2801937" cy="555625"/>
        </p:xfrm>
        <a:graphic>
          <a:graphicData uri="http://schemas.openxmlformats.org/presentationml/2006/ole">
            <mc:AlternateContent xmlns:mc="http://schemas.openxmlformats.org/markup-compatibility/2006">
              <mc:Choice xmlns:v="urn:schemas-microsoft-com:vml" Requires="v">
                <p:oleObj name="Equation" r:id="rId12" imgW="1218960" imgH="241200" progId="Equation.DSMT4">
                  <p:embed/>
                </p:oleObj>
              </mc:Choice>
              <mc:Fallback>
                <p:oleObj name="Equation" r:id="rId12" imgW="1218960" imgH="241200" progId="Equation.DSMT4">
                  <p:embed/>
                  <p:pic>
                    <p:nvPicPr>
                      <p:cNvPr id="13" name="对象 12"/>
                      <p:cNvPicPr>
                        <a:picLocks noChangeAspect="1" noChangeArrowheads="1"/>
                      </p:cNvPicPr>
                      <p:nvPr/>
                    </p:nvPicPr>
                    <p:blipFill>
                      <a:blip r:embed="rId13"/>
                      <a:srcRect/>
                      <a:stretch>
                        <a:fillRect/>
                      </a:stretch>
                    </p:blipFill>
                    <p:spPr bwMode="auto">
                      <a:xfrm>
                        <a:off x="5816125" y="4649550"/>
                        <a:ext cx="2801937"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a:xfrm>
            <a:off x="4876800" y="5512299"/>
            <a:ext cx="4413388" cy="92333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在</a:t>
            </a:r>
            <a:r>
              <a:rPr kumimoji="0" lang="en-US" altLang="zh-CN" sz="2600" b="1" i="1"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n</a:t>
            </a:r>
            <a:r>
              <a:rPr kumimoji="0" lang="en-US"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&lt;0</a:t>
            </a:r>
            <a:r>
              <a:rPr kumimoji="0" lang="zh-CN"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时有不为零的样本值，</a:t>
            </a:r>
            <a:endParaRPr kumimoji="0" lang="en-US"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收敛域不包括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16" name="圆角矩形 15"/>
          <p:cNvSpPr/>
          <p:nvPr/>
        </p:nvSpPr>
        <p:spPr bwMode="auto">
          <a:xfrm>
            <a:off x="4882299" y="5453676"/>
            <a:ext cx="4191000" cy="1049223"/>
          </a:xfrm>
          <a:prstGeom prst="roundRect">
            <a:avLst/>
          </a:prstGeom>
          <a:no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cxnSp>
        <p:nvCxnSpPr>
          <p:cNvPr id="17" name="直接连接符 16"/>
          <p:cNvCxnSpPr/>
          <p:nvPr/>
        </p:nvCxnSpPr>
        <p:spPr>
          <a:xfrm>
            <a:off x="85725" y="3505200"/>
            <a:ext cx="8905875" cy="34021"/>
          </a:xfrm>
          <a:prstGeom prst="line">
            <a:avLst/>
          </a:prstGeom>
          <a:ln>
            <a:solidFill>
              <a:srgbClr val="0000CC"/>
            </a:solidFill>
            <a:prstDash val="lgDash"/>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81893" y="167640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50391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对象 2"/>
          <p:cNvGraphicFramePr>
            <a:graphicFrameLocks noChangeAspect="1"/>
          </p:cNvGraphicFramePr>
          <p:nvPr/>
        </p:nvGraphicFramePr>
        <p:xfrm>
          <a:off x="831074" y="1524843"/>
          <a:ext cx="4760913" cy="555625"/>
        </p:xfrm>
        <a:graphic>
          <a:graphicData uri="http://schemas.openxmlformats.org/presentationml/2006/ole">
            <mc:AlternateContent xmlns:mc="http://schemas.openxmlformats.org/markup-compatibility/2006">
              <mc:Choice xmlns:v="urn:schemas-microsoft-com:vml" Requires="v">
                <p:oleObj name="Equation" r:id="rId2" imgW="2070000" imgH="241200" progId="Equation.DSMT4">
                  <p:embed/>
                </p:oleObj>
              </mc:Choice>
              <mc:Fallback>
                <p:oleObj name="Equation" r:id="rId2" imgW="2070000" imgH="241200" progId="Equation.DSMT4">
                  <p:embed/>
                  <p:pic>
                    <p:nvPicPr>
                      <p:cNvPr id="14" name="对象 2"/>
                      <p:cNvPicPr>
                        <a:picLocks noChangeAspect="1" noChangeArrowheads="1"/>
                      </p:cNvPicPr>
                      <p:nvPr/>
                    </p:nvPicPr>
                    <p:blipFill>
                      <a:blip r:embed="rId3"/>
                      <a:srcRect/>
                      <a:stretch>
                        <a:fillRect/>
                      </a:stretch>
                    </p:blipFill>
                    <p:spPr bwMode="auto">
                      <a:xfrm>
                        <a:off x="831074" y="1524843"/>
                        <a:ext cx="4760913"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4"/>
          <p:cNvGraphicFramePr>
            <a:graphicFrameLocks noChangeAspect="1"/>
          </p:cNvGraphicFramePr>
          <p:nvPr/>
        </p:nvGraphicFramePr>
        <p:xfrm>
          <a:off x="831850" y="2209800"/>
          <a:ext cx="4189413" cy="895350"/>
        </p:xfrm>
        <a:graphic>
          <a:graphicData uri="http://schemas.openxmlformats.org/presentationml/2006/ole">
            <mc:AlternateContent xmlns:mc="http://schemas.openxmlformats.org/markup-compatibility/2006">
              <mc:Choice xmlns:v="urn:schemas-microsoft-com:vml" Requires="v">
                <p:oleObj name="Equation" r:id="rId4" imgW="1904760" imgH="406080" progId="Equation.DSMT4">
                  <p:embed/>
                </p:oleObj>
              </mc:Choice>
              <mc:Fallback>
                <p:oleObj name="Equation" r:id="rId4" imgW="1904760" imgH="406080" progId="Equation.DSMT4">
                  <p:embed/>
                  <p:pic>
                    <p:nvPicPr>
                      <p:cNvPr id="15" name="对象 4"/>
                      <p:cNvPicPr>
                        <a:picLocks noChangeAspect="1" noChangeArrowheads="1"/>
                      </p:cNvPicPr>
                      <p:nvPr/>
                    </p:nvPicPr>
                    <p:blipFill>
                      <a:blip r:embed="rId5"/>
                      <a:srcRect/>
                      <a:stretch>
                        <a:fillRect/>
                      </a:stretch>
                    </p:blipFill>
                    <p:spPr bwMode="auto">
                      <a:xfrm>
                        <a:off x="831850" y="2209800"/>
                        <a:ext cx="4189413"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816934" y="4270375"/>
          <a:ext cx="5737225" cy="1866900"/>
        </p:xfrm>
        <a:graphic>
          <a:graphicData uri="http://schemas.openxmlformats.org/presentationml/2006/ole">
            <mc:AlternateContent xmlns:mc="http://schemas.openxmlformats.org/markup-compatibility/2006">
              <mc:Choice xmlns:v="urn:schemas-microsoft-com:vml" Requires="v">
                <p:oleObj name="Equation" r:id="rId6" imgW="2730240" imgH="888840" progId="Equation.DSMT4">
                  <p:embed/>
                </p:oleObj>
              </mc:Choice>
              <mc:Fallback>
                <p:oleObj name="Equation" r:id="rId6" imgW="2730240" imgH="888840" progId="Equation.DSMT4">
                  <p:embed/>
                  <p:pic>
                    <p:nvPicPr>
                      <p:cNvPr id="16" name="对象 15"/>
                      <p:cNvPicPr>
                        <a:picLocks noChangeAspect="1" noChangeArrowheads="1"/>
                      </p:cNvPicPr>
                      <p:nvPr/>
                    </p:nvPicPr>
                    <p:blipFill>
                      <a:blip r:embed="rId7"/>
                      <a:srcRect/>
                      <a:stretch>
                        <a:fillRect/>
                      </a:stretch>
                    </p:blipFill>
                    <p:spPr bwMode="auto">
                      <a:xfrm>
                        <a:off x="816934" y="4270375"/>
                        <a:ext cx="573722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文本框 29"/>
          <p:cNvSpPr txBox="1">
            <a:spLocks noChangeArrowheads="1"/>
          </p:cNvSpPr>
          <p:nvPr/>
        </p:nvSpPr>
        <p:spPr bwMode="auto">
          <a:xfrm>
            <a:off x="6629400" y="1524843"/>
            <a:ext cx="16734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右边序列</a:t>
            </a:r>
          </a:p>
        </p:txBody>
      </p:sp>
      <p:sp>
        <p:nvSpPr>
          <p:cNvPr id="18" name="矩形 17"/>
          <p:cNvSpPr/>
          <p:nvPr/>
        </p:nvSpPr>
        <p:spPr>
          <a:xfrm>
            <a:off x="816934" y="82943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9" name="对象 18"/>
          <p:cNvGraphicFramePr>
            <a:graphicFrameLocks noChangeAspect="1"/>
          </p:cNvGraphicFramePr>
          <p:nvPr/>
        </p:nvGraphicFramePr>
        <p:xfrm>
          <a:off x="1981200" y="3372731"/>
          <a:ext cx="1284288" cy="584200"/>
        </p:xfrm>
        <a:graphic>
          <a:graphicData uri="http://schemas.openxmlformats.org/presentationml/2006/ole">
            <mc:AlternateContent xmlns:mc="http://schemas.openxmlformats.org/markup-compatibility/2006">
              <mc:Choice xmlns:v="urn:schemas-microsoft-com:vml" Requires="v">
                <p:oleObj name="Equation" r:id="rId8" imgW="558720" imgH="253800" progId="Equation.DSMT4">
                  <p:embed/>
                </p:oleObj>
              </mc:Choice>
              <mc:Fallback>
                <p:oleObj name="Equation" r:id="rId8" imgW="558720" imgH="253800" progId="Equation.DSMT4">
                  <p:embed/>
                  <p:pic>
                    <p:nvPicPr>
                      <p:cNvPr id="19" name="对象 18"/>
                      <p:cNvPicPr>
                        <a:picLocks noChangeAspect="1" noChangeArrowheads="1"/>
                      </p:cNvPicPr>
                      <p:nvPr/>
                    </p:nvPicPr>
                    <p:blipFill>
                      <a:blip r:embed="rId9"/>
                      <a:srcRect/>
                      <a:stretch>
                        <a:fillRect/>
                      </a:stretch>
                    </p:blipFill>
                    <p:spPr bwMode="auto">
                      <a:xfrm>
                        <a:off x="1981200" y="3372731"/>
                        <a:ext cx="1284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nvGraphicFramePr>
        <p:xfrm>
          <a:off x="3529824" y="3345211"/>
          <a:ext cx="1490662" cy="584200"/>
        </p:xfrm>
        <a:graphic>
          <a:graphicData uri="http://schemas.openxmlformats.org/presentationml/2006/ole">
            <mc:AlternateContent xmlns:mc="http://schemas.openxmlformats.org/markup-compatibility/2006">
              <mc:Choice xmlns:v="urn:schemas-microsoft-com:vml" Requires="v">
                <p:oleObj name="Equation" r:id="rId10" imgW="647640" imgH="253800" progId="Equation.DSMT4">
                  <p:embed/>
                </p:oleObj>
              </mc:Choice>
              <mc:Fallback>
                <p:oleObj name="Equation" r:id="rId10" imgW="647640" imgH="253800" progId="Equation.DSMT4">
                  <p:embed/>
                  <p:pic>
                    <p:nvPicPr>
                      <p:cNvPr id="20" name="对象 19"/>
                      <p:cNvPicPr>
                        <a:picLocks noChangeAspect="1" noChangeArrowheads="1"/>
                      </p:cNvPicPr>
                      <p:nvPr/>
                    </p:nvPicPr>
                    <p:blipFill>
                      <a:blip r:embed="rId11"/>
                      <a:srcRect/>
                      <a:stretch>
                        <a:fillRect/>
                      </a:stretch>
                    </p:blipFill>
                    <p:spPr bwMode="auto">
                      <a:xfrm>
                        <a:off x="3529824" y="3345211"/>
                        <a:ext cx="1490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8"/>
          <p:cNvSpPr>
            <a:spLocks noChangeArrowheads="1"/>
          </p:cNvSpPr>
          <p:nvPr/>
        </p:nvSpPr>
        <p:spPr bwMode="auto">
          <a:xfrm>
            <a:off x="5663408" y="4506141"/>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极点</a:t>
            </a:r>
          </a:p>
        </p:txBody>
      </p:sp>
      <p:graphicFrame>
        <p:nvGraphicFramePr>
          <p:cNvPr id="22"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6518808" y="4532537"/>
          <a:ext cx="2451100" cy="436563"/>
        </p:xfrm>
        <a:graphic>
          <a:graphicData uri="http://schemas.openxmlformats.org/presentationml/2006/ole">
            <mc:AlternateContent xmlns:mc="http://schemas.openxmlformats.org/markup-compatibility/2006">
              <mc:Choice xmlns:v="urn:schemas-microsoft-com:vml" Requires="v">
                <p:oleObj name="Equation" r:id="rId12" imgW="1066680" imgH="190440" progId="Equation.DSMT4">
                  <p:embed/>
                </p:oleObj>
              </mc:Choice>
              <mc:Fallback>
                <p:oleObj name="Equation" r:id="rId12" imgW="1066680" imgH="190440" progId="Equation.DSMT4">
                  <p:embed/>
                  <p:pic>
                    <p:nvPicPr>
                      <p:cNvPr id="22"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13"/>
                      <a:srcRect/>
                      <a:stretch>
                        <a:fillRect/>
                      </a:stretch>
                    </p:blipFill>
                    <p:spPr bwMode="auto">
                      <a:xfrm>
                        <a:off x="6518808" y="4532537"/>
                        <a:ext cx="24511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72346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E52B7E-E5BD-4221-B551-A94DA527ED3D}"/>
              </a:ext>
            </a:extLst>
          </p:cNvPr>
          <p:cNvSpPr>
            <a:spLocks noChangeArrowheads="1"/>
          </p:cNvSpPr>
          <p:nvPr/>
        </p:nvSpPr>
        <p:spPr bwMode="auto">
          <a:xfrm>
            <a:off x="563652" y="848787"/>
            <a:ext cx="7913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3333CC"/>
                </a:solidFill>
                <a:effectLst/>
                <a:uLnTx/>
                <a:uFillTx/>
                <a:latin typeface="Times New Roman"/>
                <a:ea typeface="宋体" panose="02010600030101010101" pitchFamily="2" charset="-122"/>
                <a:cs typeface="+mn-cs"/>
              </a:rPr>
              <a:t>(3)</a:t>
            </a:r>
            <a:r>
              <a:rPr kumimoji="1" lang="zh-CN" altLang="en-US" sz="2800" b="1" i="0" u="none" strike="noStrike" kern="120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cs typeface="+mn-cs"/>
              </a:rPr>
              <a:t>左边序列</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a:t>
            </a:r>
          </a:p>
        </p:txBody>
      </p:sp>
      <p:sp>
        <p:nvSpPr>
          <p:cNvPr id="4" name="矩形 1"/>
          <p:cNvSpPr>
            <a:spLocks noChangeArrowheads="1"/>
          </p:cNvSpPr>
          <p:nvPr/>
        </p:nvSpPr>
        <p:spPr bwMode="auto">
          <a:xfrm>
            <a:off x="1097052" y="906133"/>
            <a:ext cx="7624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当          时，              的序列</a:t>
            </a:r>
            <a:endPar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6" name="对象 2"/>
          <p:cNvGraphicFramePr>
            <a:graphicFrameLocks noChangeAspect="1"/>
          </p:cNvGraphicFramePr>
          <p:nvPr/>
        </p:nvGraphicFramePr>
        <p:xfrm>
          <a:off x="3079839" y="964870"/>
          <a:ext cx="715963" cy="401638"/>
        </p:xfrm>
        <a:graphic>
          <a:graphicData uri="http://schemas.openxmlformats.org/presentationml/2006/ole">
            <mc:AlternateContent xmlns:mc="http://schemas.openxmlformats.org/markup-compatibility/2006">
              <mc:Choice xmlns:v="urn:schemas-microsoft-com:vml" Requires="v">
                <p:oleObj name="Equation" r:id="rId2" imgW="406080" imgH="228600" progId="Equation.DSMT4">
                  <p:embed/>
                </p:oleObj>
              </mc:Choice>
              <mc:Fallback>
                <p:oleObj name="Equation" r:id="rId2" imgW="406080" imgH="228600" progId="Equation.DSMT4">
                  <p:embed/>
                  <p:pic>
                    <p:nvPicPr>
                      <p:cNvPr id="6" name="对象 2"/>
                      <p:cNvPicPr>
                        <a:picLocks noChangeAspect="1" noChangeArrowheads="1"/>
                      </p:cNvPicPr>
                      <p:nvPr/>
                    </p:nvPicPr>
                    <p:blipFill>
                      <a:blip r:embed="rId3"/>
                      <a:srcRect/>
                      <a:stretch>
                        <a:fillRect/>
                      </a:stretch>
                    </p:blipFill>
                    <p:spPr bwMode="auto">
                      <a:xfrm>
                        <a:off x="3079839" y="964870"/>
                        <a:ext cx="7159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3"/>
          <p:cNvGraphicFramePr>
            <a:graphicFrameLocks noChangeAspect="1"/>
          </p:cNvGraphicFramePr>
          <p:nvPr/>
        </p:nvGraphicFramePr>
        <p:xfrm>
          <a:off x="4361745" y="977570"/>
          <a:ext cx="1095375" cy="388938"/>
        </p:xfrm>
        <a:graphic>
          <a:graphicData uri="http://schemas.openxmlformats.org/presentationml/2006/ole">
            <mc:AlternateContent xmlns:mc="http://schemas.openxmlformats.org/markup-compatibility/2006">
              <mc:Choice xmlns:v="urn:schemas-microsoft-com:vml" Requires="v">
                <p:oleObj name="Equation" r:id="rId4" imgW="571320" imgH="203040" progId="Equation.DSMT4">
                  <p:embed/>
                </p:oleObj>
              </mc:Choice>
              <mc:Fallback>
                <p:oleObj name="Equation" r:id="rId4" imgW="571320" imgH="203040" progId="Equation.DSMT4">
                  <p:embed/>
                  <p:pic>
                    <p:nvPicPr>
                      <p:cNvPr id="7" name="对象 3"/>
                      <p:cNvPicPr>
                        <a:picLocks noChangeAspect="1" noChangeArrowheads="1"/>
                      </p:cNvPicPr>
                      <p:nvPr/>
                    </p:nvPicPr>
                    <p:blipFill>
                      <a:blip r:embed="rId5"/>
                      <a:srcRect/>
                      <a:stretch>
                        <a:fillRect/>
                      </a:stretch>
                    </p:blipFill>
                    <p:spPr bwMode="auto">
                      <a:xfrm>
                        <a:off x="4361745" y="977570"/>
                        <a:ext cx="109537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4" name="图片 13"/>
          <p:cNvPicPr>
            <a:picLocks noChangeAspect="1"/>
          </p:cNvPicPr>
          <p:nvPr/>
        </p:nvPicPr>
        <p:blipFill>
          <a:blip r:embed="rId6"/>
          <a:stretch>
            <a:fillRect/>
          </a:stretch>
        </p:blipFill>
        <p:spPr>
          <a:xfrm>
            <a:off x="4042060" y="1740649"/>
            <a:ext cx="4709160" cy="1341120"/>
          </a:xfrm>
          <a:prstGeom prst="rect">
            <a:avLst/>
          </a:prstGeom>
        </p:spPr>
      </p:pic>
      <p:sp>
        <p:nvSpPr>
          <p:cNvPr id="25" name="矩形 24"/>
          <p:cNvSpPr/>
          <p:nvPr/>
        </p:nvSpPr>
        <p:spPr>
          <a:xfrm>
            <a:off x="912875" y="3884623"/>
            <a:ext cx="296106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可能包括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26" name="矩形 25"/>
          <p:cNvSpPr/>
          <p:nvPr/>
        </p:nvSpPr>
        <p:spPr>
          <a:xfrm>
            <a:off x="912875" y="3341764"/>
            <a:ext cx="7993113"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收敛域是</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itchFamily="18" charset="0"/>
              </a:rPr>
              <a:t>模值最小的非零极点所在的圆的内部</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 name="Rectangle 3"/>
          <p:cNvSpPr>
            <a:spLocks noChangeArrowheads="1"/>
          </p:cNvSpPr>
          <p:nvPr/>
        </p:nvSpPr>
        <p:spPr bwMode="auto">
          <a:xfrm>
            <a:off x="563652" y="4953000"/>
            <a:ext cx="758974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25000"/>
              </a:lnSpc>
              <a:spcBef>
                <a:spcPct val="20000"/>
              </a:spcBef>
              <a:spcAft>
                <a:spcPct val="0"/>
              </a:spcAft>
              <a:buClrTx/>
              <a:buSzTx/>
              <a:buFontTx/>
              <a:buChar char="•"/>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如果序列在正半轴有非零样本值，则收敛域不</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包括</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sym typeface="Symbol" panose="05050102010706020507" pitchFamily="18" charset="2"/>
              </a:rPr>
              <a:t>0</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graphicFrame>
        <p:nvGraphicFramePr>
          <p:cNvPr id="28" name="对象 3"/>
          <p:cNvGraphicFramePr>
            <a:graphicFrameLocks noChangeAspect="1"/>
          </p:cNvGraphicFramePr>
          <p:nvPr/>
        </p:nvGraphicFramePr>
        <p:xfrm>
          <a:off x="4422120" y="3864984"/>
          <a:ext cx="2136775" cy="527050"/>
        </p:xfrm>
        <a:graphic>
          <a:graphicData uri="http://schemas.openxmlformats.org/presentationml/2006/ole">
            <mc:AlternateContent xmlns:mc="http://schemas.openxmlformats.org/markup-compatibility/2006">
              <mc:Choice xmlns:v="urn:schemas-microsoft-com:vml" Requires="v">
                <p:oleObj name="Equation" r:id="rId7" imgW="1028520" imgH="253800" progId="Equation.DSMT4">
                  <p:embed/>
                </p:oleObj>
              </mc:Choice>
              <mc:Fallback>
                <p:oleObj name="Equation" r:id="rId7" imgW="1028520" imgH="253800" progId="Equation.DSMT4">
                  <p:embed/>
                  <p:pic>
                    <p:nvPicPr>
                      <p:cNvPr id="28" name="对象 3"/>
                      <p:cNvPicPr>
                        <a:picLocks noChangeAspect="1" noChangeArrowheads="1"/>
                      </p:cNvPicPr>
                      <p:nvPr/>
                    </p:nvPicPr>
                    <p:blipFill>
                      <a:blip r:embed="rId8"/>
                      <a:srcRect/>
                      <a:stretch>
                        <a:fillRect/>
                      </a:stretch>
                    </p:blipFill>
                    <p:spPr bwMode="auto">
                      <a:xfrm>
                        <a:off x="4422120" y="3864984"/>
                        <a:ext cx="21367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对象 3"/>
          <p:cNvGraphicFramePr>
            <a:graphicFrameLocks noChangeAspect="1"/>
          </p:cNvGraphicFramePr>
          <p:nvPr/>
        </p:nvGraphicFramePr>
        <p:xfrm>
          <a:off x="4454525" y="5568950"/>
          <a:ext cx="2555875" cy="527050"/>
        </p:xfrm>
        <a:graphic>
          <a:graphicData uri="http://schemas.openxmlformats.org/presentationml/2006/ole">
            <mc:AlternateContent xmlns:mc="http://schemas.openxmlformats.org/markup-compatibility/2006">
              <mc:Choice xmlns:v="urn:schemas-microsoft-com:vml" Requires="v">
                <p:oleObj name="Equation" r:id="rId9" imgW="1231560" imgH="253800" progId="Equation.DSMT4">
                  <p:embed/>
                </p:oleObj>
              </mc:Choice>
              <mc:Fallback>
                <p:oleObj name="Equation" r:id="rId9" imgW="1231560" imgH="253800" progId="Equation.DSMT4">
                  <p:embed/>
                  <p:pic>
                    <p:nvPicPr>
                      <p:cNvPr id="29" name="对象 3"/>
                      <p:cNvPicPr>
                        <a:picLocks noChangeAspect="1" noChangeArrowheads="1"/>
                      </p:cNvPicPr>
                      <p:nvPr/>
                    </p:nvPicPr>
                    <p:blipFill>
                      <a:blip r:embed="rId10"/>
                      <a:srcRect/>
                      <a:stretch>
                        <a:fillRect/>
                      </a:stretch>
                    </p:blipFill>
                    <p:spPr bwMode="auto">
                      <a:xfrm>
                        <a:off x="4454525" y="5568950"/>
                        <a:ext cx="25558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68666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E52B7E-E5BD-4221-B551-A94DA527ED3D}"/>
              </a:ext>
            </a:extLst>
          </p:cNvPr>
          <p:cNvSpPr>
            <a:spLocks noChangeArrowheads="1"/>
          </p:cNvSpPr>
          <p:nvPr/>
        </p:nvSpPr>
        <p:spPr bwMode="auto">
          <a:xfrm>
            <a:off x="563652" y="848787"/>
            <a:ext cx="7913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3333CC"/>
                </a:solidFill>
                <a:effectLst/>
                <a:uLnTx/>
                <a:uFillTx/>
                <a:latin typeface="Times New Roman"/>
                <a:ea typeface="宋体" panose="02010600030101010101" pitchFamily="2" charset="-122"/>
                <a:cs typeface="+mn-cs"/>
              </a:rPr>
              <a:t>(3)</a:t>
            </a:r>
            <a:r>
              <a:rPr kumimoji="1" lang="zh-CN" altLang="en-US" sz="2800" b="1" i="0" u="none" strike="noStrike" kern="120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cs typeface="+mn-cs"/>
              </a:rPr>
              <a:t>左边序列</a:t>
            </a:r>
            <a:endPar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8" name="对象 4"/>
          <p:cNvGraphicFramePr>
            <a:graphicFrameLocks noChangeAspect="1"/>
          </p:cNvGraphicFramePr>
          <p:nvPr/>
        </p:nvGraphicFramePr>
        <p:xfrm>
          <a:off x="1120775" y="1614488"/>
          <a:ext cx="3008313" cy="525462"/>
        </p:xfrm>
        <a:graphic>
          <a:graphicData uri="http://schemas.openxmlformats.org/presentationml/2006/ole">
            <mc:AlternateContent xmlns:mc="http://schemas.openxmlformats.org/markup-compatibility/2006">
              <mc:Choice xmlns:v="urn:schemas-microsoft-com:vml" Requires="v">
                <p:oleObj name="Equation" r:id="rId2" imgW="1307880" imgH="228600" progId="Equation.DSMT4">
                  <p:embed/>
                </p:oleObj>
              </mc:Choice>
              <mc:Fallback>
                <p:oleObj name="Equation" r:id="rId2" imgW="1307880" imgH="228600" progId="Equation.DSMT4">
                  <p:embed/>
                  <p:pic>
                    <p:nvPicPr>
                      <p:cNvPr id="8" name="对象 4"/>
                      <p:cNvPicPr>
                        <a:picLocks noChangeAspect="1" noChangeArrowheads="1"/>
                      </p:cNvPicPr>
                      <p:nvPr/>
                    </p:nvPicPr>
                    <p:blipFill>
                      <a:blip r:embed="rId3"/>
                      <a:srcRect/>
                      <a:stretch>
                        <a:fillRect/>
                      </a:stretch>
                    </p:blipFill>
                    <p:spPr bwMode="auto">
                      <a:xfrm>
                        <a:off x="1120775" y="1614488"/>
                        <a:ext cx="30083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4"/>
          <p:cNvGraphicFramePr>
            <a:graphicFrameLocks noChangeAspect="1"/>
          </p:cNvGraphicFramePr>
          <p:nvPr/>
        </p:nvGraphicFramePr>
        <p:xfrm>
          <a:off x="1044575" y="3651250"/>
          <a:ext cx="3243263" cy="525463"/>
        </p:xfrm>
        <a:graphic>
          <a:graphicData uri="http://schemas.openxmlformats.org/presentationml/2006/ole">
            <mc:AlternateContent xmlns:mc="http://schemas.openxmlformats.org/markup-compatibility/2006">
              <mc:Choice xmlns:v="urn:schemas-microsoft-com:vml" Requires="v">
                <p:oleObj name="Equation" r:id="rId4" imgW="1409400" imgH="228600" progId="Equation.DSMT4">
                  <p:embed/>
                </p:oleObj>
              </mc:Choice>
              <mc:Fallback>
                <p:oleObj name="Equation" r:id="rId4" imgW="1409400" imgH="228600" progId="Equation.DSMT4">
                  <p:embed/>
                  <p:pic>
                    <p:nvPicPr>
                      <p:cNvPr id="11" name="对象 4"/>
                      <p:cNvPicPr>
                        <a:picLocks noChangeAspect="1" noChangeArrowheads="1"/>
                      </p:cNvPicPr>
                      <p:nvPr/>
                    </p:nvPicPr>
                    <p:blipFill>
                      <a:blip r:embed="rId5"/>
                      <a:srcRect/>
                      <a:stretch>
                        <a:fillRect/>
                      </a:stretch>
                    </p:blipFill>
                    <p:spPr bwMode="auto">
                      <a:xfrm>
                        <a:off x="1044575" y="3651250"/>
                        <a:ext cx="324326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a:xfrm>
            <a:off x="4800600" y="5543237"/>
            <a:ext cx="4413388" cy="92333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在</a:t>
            </a:r>
            <a:r>
              <a:rPr kumimoji="0" lang="en-US" altLang="zh-CN" sz="2600" b="1" i="1"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n</a:t>
            </a:r>
            <a:r>
              <a:rPr kumimoji="0" lang="en-US"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&gt;0</a:t>
            </a:r>
            <a:r>
              <a:rPr kumimoji="0" lang="zh-CN"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rPr>
              <a:t>时有不为零的样本值，</a:t>
            </a:r>
            <a:endParaRPr kumimoji="0" lang="en-US" altLang="zh-CN" sz="26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itchFamily="18" charset="0"/>
              </a:rPr>
              <a:t>收敛域不包括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0</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16" name="圆角矩形 15"/>
          <p:cNvSpPr/>
          <p:nvPr/>
        </p:nvSpPr>
        <p:spPr bwMode="auto">
          <a:xfrm>
            <a:off x="4800600" y="5436705"/>
            <a:ext cx="4191000" cy="1049223"/>
          </a:xfrm>
          <a:prstGeom prst="roundRect">
            <a:avLst/>
          </a:prstGeom>
          <a:no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cxnSp>
        <p:nvCxnSpPr>
          <p:cNvPr id="17" name="直接连接符 16"/>
          <p:cNvCxnSpPr/>
          <p:nvPr/>
        </p:nvCxnSpPr>
        <p:spPr>
          <a:xfrm>
            <a:off x="85725" y="3403215"/>
            <a:ext cx="8905875" cy="34021"/>
          </a:xfrm>
          <a:prstGeom prst="line">
            <a:avLst/>
          </a:prstGeom>
          <a:ln>
            <a:solidFill>
              <a:srgbClr val="0000CC"/>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20" name="对象 19"/>
          <p:cNvGraphicFramePr>
            <a:graphicFrameLocks noChangeAspect="1"/>
          </p:cNvGraphicFramePr>
          <p:nvPr/>
        </p:nvGraphicFramePr>
        <p:xfrm>
          <a:off x="1060450" y="2260600"/>
          <a:ext cx="2339975" cy="933450"/>
        </p:xfrm>
        <a:graphic>
          <a:graphicData uri="http://schemas.openxmlformats.org/presentationml/2006/ole">
            <mc:AlternateContent xmlns:mc="http://schemas.openxmlformats.org/markup-compatibility/2006">
              <mc:Choice xmlns:v="urn:schemas-microsoft-com:vml" Requires="v">
                <p:oleObj name="Equation" r:id="rId6" imgW="1015920" imgH="406080" progId="Equation.DSMT4">
                  <p:embed/>
                </p:oleObj>
              </mc:Choice>
              <mc:Fallback>
                <p:oleObj name="Equation" r:id="rId6" imgW="1015920" imgH="406080" progId="Equation.DSMT4">
                  <p:embed/>
                  <p:pic>
                    <p:nvPicPr>
                      <p:cNvPr id="20" name="对象 19"/>
                      <p:cNvPicPr>
                        <a:picLocks noChangeAspect="1" noChangeArrowheads="1"/>
                      </p:cNvPicPr>
                      <p:nvPr/>
                    </p:nvPicPr>
                    <p:blipFill>
                      <a:blip r:embed="rId7"/>
                      <a:srcRect/>
                      <a:stretch>
                        <a:fillRect/>
                      </a:stretch>
                    </p:blipFill>
                    <p:spPr bwMode="auto">
                      <a:xfrm>
                        <a:off x="1060450" y="2260600"/>
                        <a:ext cx="233997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4542154" y="2424966"/>
          <a:ext cx="1955800" cy="584200"/>
        </p:xfrm>
        <a:graphic>
          <a:graphicData uri="http://schemas.openxmlformats.org/presentationml/2006/ole">
            <mc:AlternateContent xmlns:mc="http://schemas.openxmlformats.org/markup-compatibility/2006">
              <mc:Choice xmlns:v="urn:schemas-microsoft-com:vml" Requires="v">
                <p:oleObj name="Equation" r:id="rId8" imgW="850680" imgH="253800" progId="Equation.DSMT4">
                  <p:embed/>
                </p:oleObj>
              </mc:Choice>
              <mc:Fallback>
                <p:oleObj name="Equation" r:id="rId8" imgW="850680" imgH="253800" progId="Equation.DSMT4">
                  <p:embed/>
                  <p:pic>
                    <p:nvPicPr>
                      <p:cNvPr id="21" name="对象 20"/>
                      <p:cNvPicPr>
                        <a:picLocks noChangeAspect="1" noChangeArrowheads="1"/>
                      </p:cNvPicPr>
                      <p:nvPr/>
                    </p:nvPicPr>
                    <p:blipFill>
                      <a:blip r:embed="rId9"/>
                      <a:srcRect/>
                      <a:stretch>
                        <a:fillRect/>
                      </a:stretch>
                    </p:blipFill>
                    <p:spPr bwMode="auto">
                      <a:xfrm>
                        <a:off x="4542154" y="2424966"/>
                        <a:ext cx="1955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1044575" y="4303713"/>
          <a:ext cx="4467225" cy="1019175"/>
        </p:xfrm>
        <a:graphic>
          <a:graphicData uri="http://schemas.openxmlformats.org/presentationml/2006/ole">
            <mc:AlternateContent xmlns:mc="http://schemas.openxmlformats.org/markup-compatibility/2006">
              <mc:Choice xmlns:v="urn:schemas-microsoft-com:vml" Requires="v">
                <p:oleObj name="Equation" r:id="rId10" imgW="1942920" imgH="444240" progId="Equation.DSMT4">
                  <p:embed/>
                </p:oleObj>
              </mc:Choice>
              <mc:Fallback>
                <p:oleObj name="Equation" r:id="rId10" imgW="1942920" imgH="444240" progId="Equation.DSMT4">
                  <p:embed/>
                  <p:pic>
                    <p:nvPicPr>
                      <p:cNvPr id="22" name="对象 21"/>
                      <p:cNvPicPr>
                        <a:picLocks noChangeAspect="1" noChangeArrowheads="1"/>
                      </p:cNvPicPr>
                      <p:nvPr/>
                    </p:nvPicPr>
                    <p:blipFill>
                      <a:blip r:embed="rId11"/>
                      <a:srcRect/>
                      <a:stretch>
                        <a:fillRect/>
                      </a:stretch>
                    </p:blipFill>
                    <p:spPr bwMode="auto">
                      <a:xfrm>
                        <a:off x="1044575" y="4303713"/>
                        <a:ext cx="446722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nvGraphicFramePr>
        <p:xfrm>
          <a:off x="6064806" y="4544895"/>
          <a:ext cx="2335212" cy="554038"/>
        </p:xfrm>
        <a:graphic>
          <a:graphicData uri="http://schemas.openxmlformats.org/presentationml/2006/ole">
            <mc:AlternateContent xmlns:mc="http://schemas.openxmlformats.org/markup-compatibility/2006">
              <mc:Choice xmlns:v="urn:schemas-microsoft-com:vml" Requires="v">
                <p:oleObj name="Equation" r:id="rId12" imgW="1015920" imgH="241200" progId="Equation.DSMT4">
                  <p:embed/>
                </p:oleObj>
              </mc:Choice>
              <mc:Fallback>
                <p:oleObj name="Equation" r:id="rId12" imgW="1015920" imgH="241200" progId="Equation.DSMT4">
                  <p:embed/>
                  <p:pic>
                    <p:nvPicPr>
                      <p:cNvPr id="23" name="对象 22"/>
                      <p:cNvPicPr>
                        <a:picLocks noChangeAspect="1" noChangeArrowheads="1"/>
                      </p:cNvPicPr>
                      <p:nvPr/>
                    </p:nvPicPr>
                    <p:blipFill>
                      <a:blip r:embed="rId13"/>
                      <a:srcRect/>
                      <a:stretch>
                        <a:fillRect/>
                      </a:stretch>
                    </p:blipFill>
                    <p:spPr bwMode="auto">
                      <a:xfrm>
                        <a:off x="6064806" y="4544895"/>
                        <a:ext cx="233521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p:cNvSpPr/>
          <p:nvPr/>
        </p:nvSpPr>
        <p:spPr>
          <a:xfrm>
            <a:off x="457200" y="160020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971116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16934" y="82943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 name="对象 2"/>
          <p:cNvGraphicFramePr>
            <a:graphicFrameLocks noChangeAspect="1"/>
          </p:cNvGraphicFramePr>
          <p:nvPr/>
        </p:nvGraphicFramePr>
        <p:xfrm>
          <a:off x="834545" y="1501775"/>
          <a:ext cx="6369050" cy="555625"/>
        </p:xfrm>
        <a:graphic>
          <a:graphicData uri="http://schemas.openxmlformats.org/presentationml/2006/ole">
            <mc:AlternateContent xmlns:mc="http://schemas.openxmlformats.org/markup-compatibility/2006">
              <mc:Choice xmlns:v="urn:schemas-microsoft-com:vml" Requires="v">
                <p:oleObj name="Equation" r:id="rId2" imgW="2768400" imgH="241200" progId="Equation.DSMT4">
                  <p:embed/>
                </p:oleObj>
              </mc:Choice>
              <mc:Fallback>
                <p:oleObj name="Equation" r:id="rId2" imgW="2768400" imgH="241200" progId="Equation.DSMT4">
                  <p:embed/>
                  <p:pic>
                    <p:nvPicPr>
                      <p:cNvPr id="8" name="对象 2"/>
                      <p:cNvPicPr>
                        <a:picLocks noChangeAspect="1" noChangeArrowheads="1"/>
                      </p:cNvPicPr>
                      <p:nvPr/>
                    </p:nvPicPr>
                    <p:blipFill>
                      <a:blip r:embed="rId3"/>
                      <a:srcRect/>
                      <a:stretch>
                        <a:fillRect/>
                      </a:stretch>
                    </p:blipFill>
                    <p:spPr bwMode="auto">
                      <a:xfrm>
                        <a:off x="834545" y="1501775"/>
                        <a:ext cx="636905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4"/>
          <p:cNvGraphicFramePr>
            <a:graphicFrameLocks noChangeAspect="1"/>
          </p:cNvGraphicFramePr>
          <p:nvPr/>
        </p:nvGraphicFramePr>
        <p:xfrm>
          <a:off x="817563" y="2359025"/>
          <a:ext cx="4217987" cy="895350"/>
        </p:xfrm>
        <a:graphic>
          <a:graphicData uri="http://schemas.openxmlformats.org/presentationml/2006/ole">
            <mc:AlternateContent xmlns:mc="http://schemas.openxmlformats.org/markup-compatibility/2006">
              <mc:Choice xmlns:v="urn:schemas-microsoft-com:vml" Requires="v">
                <p:oleObj name="Equation" r:id="rId4" imgW="1917360" imgH="406080" progId="Equation.DSMT4">
                  <p:embed/>
                </p:oleObj>
              </mc:Choice>
              <mc:Fallback>
                <p:oleObj name="Equation" r:id="rId4" imgW="1917360" imgH="406080" progId="Equation.DSMT4">
                  <p:embed/>
                  <p:pic>
                    <p:nvPicPr>
                      <p:cNvPr id="9" name="对象 4"/>
                      <p:cNvPicPr>
                        <a:picLocks noChangeAspect="1" noChangeArrowheads="1"/>
                      </p:cNvPicPr>
                      <p:nvPr/>
                    </p:nvPicPr>
                    <p:blipFill>
                      <a:blip r:embed="rId5"/>
                      <a:srcRect/>
                      <a:stretch>
                        <a:fillRect/>
                      </a:stretch>
                    </p:blipFill>
                    <p:spPr bwMode="auto">
                      <a:xfrm>
                        <a:off x="817563" y="2359025"/>
                        <a:ext cx="42179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819150" y="4495800"/>
          <a:ext cx="5762625" cy="906463"/>
        </p:xfrm>
        <a:graphic>
          <a:graphicData uri="http://schemas.openxmlformats.org/presentationml/2006/ole">
            <mc:AlternateContent xmlns:mc="http://schemas.openxmlformats.org/markup-compatibility/2006">
              <mc:Choice xmlns:v="urn:schemas-microsoft-com:vml" Requires="v">
                <p:oleObj name="Equation" r:id="rId6" imgW="2743200" imgH="431640" progId="Equation.DSMT4">
                  <p:embed/>
                </p:oleObj>
              </mc:Choice>
              <mc:Fallback>
                <p:oleObj name="Equation" r:id="rId6" imgW="2743200" imgH="431640" progId="Equation.DSMT4">
                  <p:embed/>
                  <p:pic>
                    <p:nvPicPr>
                      <p:cNvPr id="10" name="对象 9"/>
                      <p:cNvPicPr>
                        <a:picLocks noChangeAspect="1" noChangeArrowheads="1"/>
                      </p:cNvPicPr>
                      <p:nvPr/>
                    </p:nvPicPr>
                    <p:blipFill>
                      <a:blip r:embed="rId7"/>
                      <a:srcRect/>
                      <a:stretch>
                        <a:fillRect/>
                      </a:stretch>
                    </p:blipFill>
                    <p:spPr bwMode="auto">
                      <a:xfrm>
                        <a:off x="819150" y="4495800"/>
                        <a:ext cx="5762625"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文本框 29"/>
          <p:cNvSpPr txBox="1">
            <a:spLocks noChangeArrowheads="1"/>
          </p:cNvSpPr>
          <p:nvPr/>
        </p:nvSpPr>
        <p:spPr bwMode="auto">
          <a:xfrm>
            <a:off x="7315200" y="1501775"/>
            <a:ext cx="16734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左边序列</a:t>
            </a:r>
          </a:p>
        </p:txBody>
      </p:sp>
      <p:graphicFrame>
        <p:nvGraphicFramePr>
          <p:cNvPr id="12" name="对象 11"/>
          <p:cNvGraphicFramePr>
            <a:graphicFrameLocks noChangeAspect="1"/>
          </p:cNvGraphicFramePr>
          <p:nvPr/>
        </p:nvGraphicFramePr>
        <p:xfrm>
          <a:off x="1981200" y="3521956"/>
          <a:ext cx="1284288" cy="584200"/>
        </p:xfrm>
        <a:graphic>
          <a:graphicData uri="http://schemas.openxmlformats.org/presentationml/2006/ole">
            <mc:AlternateContent xmlns:mc="http://schemas.openxmlformats.org/markup-compatibility/2006">
              <mc:Choice xmlns:v="urn:schemas-microsoft-com:vml" Requires="v">
                <p:oleObj name="Equation" r:id="rId8" imgW="558720" imgH="253800" progId="Equation.DSMT4">
                  <p:embed/>
                </p:oleObj>
              </mc:Choice>
              <mc:Fallback>
                <p:oleObj name="Equation" r:id="rId8" imgW="558720" imgH="253800" progId="Equation.DSMT4">
                  <p:embed/>
                  <p:pic>
                    <p:nvPicPr>
                      <p:cNvPr id="12" name="对象 11"/>
                      <p:cNvPicPr>
                        <a:picLocks noChangeAspect="1" noChangeArrowheads="1"/>
                      </p:cNvPicPr>
                      <p:nvPr/>
                    </p:nvPicPr>
                    <p:blipFill>
                      <a:blip r:embed="rId9"/>
                      <a:srcRect/>
                      <a:stretch>
                        <a:fillRect/>
                      </a:stretch>
                    </p:blipFill>
                    <p:spPr bwMode="auto">
                      <a:xfrm>
                        <a:off x="1981200" y="3521956"/>
                        <a:ext cx="1284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3529824" y="3494436"/>
          <a:ext cx="1490662" cy="584200"/>
        </p:xfrm>
        <a:graphic>
          <a:graphicData uri="http://schemas.openxmlformats.org/presentationml/2006/ole">
            <mc:AlternateContent xmlns:mc="http://schemas.openxmlformats.org/markup-compatibility/2006">
              <mc:Choice xmlns:v="urn:schemas-microsoft-com:vml" Requires="v">
                <p:oleObj name="Equation" r:id="rId10" imgW="647640" imgH="253800" progId="Equation.DSMT4">
                  <p:embed/>
                </p:oleObj>
              </mc:Choice>
              <mc:Fallback>
                <p:oleObj name="Equation" r:id="rId10" imgW="647640" imgH="253800" progId="Equation.DSMT4">
                  <p:embed/>
                  <p:pic>
                    <p:nvPicPr>
                      <p:cNvPr id="13" name="对象 12"/>
                      <p:cNvPicPr>
                        <a:picLocks noChangeAspect="1" noChangeArrowheads="1"/>
                      </p:cNvPicPr>
                      <p:nvPr/>
                    </p:nvPicPr>
                    <p:blipFill>
                      <a:blip r:embed="rId11"/>
                      <a:srcRect/>
                      <a:stretch>
                        <a:fillRect/>
                      </a:stretch>
                    </p:blipFill>
                    <p:spPr bwMode="auto">
                      <a:xfrm>
                        <a:off x="3529824" y="3494436"/>
                        <a:ext cx="1490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230746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9BE52B7E-E5BD-4221-B551-A94DA527ED3D}"/>
              </a:ext>
            </a:extLst>
          </p:cNvPr>
          <p:cNvSpPr>
            <a:spLocks noChangeArrowheads="1"/>
          </p:cNvSpPr>
          <p:nvPr/>
        </p:nvSpPr>
        <p:spPr bwMode="auto">
          <a:xfrm>
            <a:off x="989323" y="1143000"/>
            <a:ext cx="7550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双边序列</a:t>
            </a:r>
            <a:endParaRPr kumimoji="0" lang="zh-CN" altLang="en-US" sz="2800" b="1" i="0" u="none" strike="noStrike" kern="1200" cap="none" spc="0" normalizeH="0" baseline="0" noProof="0" dirty="0">
              <a:ln>
                <a:noFill/>
              </a:ln>
              <a:solidFill>
                <a:srgbClr val="2A53B2"/>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 name="Object 4"/>
          <p:cNvGraphicFramePr>
            <a:graphicFrameLocks noChangeAspect="1"/>
          </p:cNvGraphicFramePr>
          <p:nvPr/>
        </p:nvGraphicFramePr>
        <p:xfrm>
          <a:off x="1098333" y="2656806"/>
          <a:ext cx="6154737" cy="885825"/>
        </p:xfrm>
        <a:graphic>
          <a:graphicData uri="http://schemas.openxmlformats.org/presentationml/2006/ole">
            <mc:AlternateContent xmlns:mc="http://schemas.openxmlformats.org/markup-compatibility/2006">
              <mc:Choice xmlns:v="urn:schemas-microsoft-com:vml" Requires="v">
                <p:oleObj name="Equation" r:id="rId2" imgW="2997000" imgH="431640" progId="Equation.DSMT4">
                  <p:embed/>
                </p:oleObj>
              </mc:Choice>
              <mc:Fallback>
                <p:oleObj name="Equation" r:id="rId2" imgW="2997000" imgH="431640" progId="Equation.DSMT4">
                  <p:embed/>
                  <p:pic>
                    <p:nvPicPr>
                      <p:cNvPr id="7" name="Object 4"/>
                      <p:cNvPicPr>
                        <a:picLocks noChangeAspect="1" noChangeArrowheads="1"/>
                      </p:cNvPicPr>
                      <p:nvPr/>
                    </p:nvPicPr>
                    <p:blipFill>
                      <a:blip r:embed="rId3"/>
                      <a:srcRect/>
                      <a:stretch>
                        <a:fillRect/>
                      </a:stretch>
                    </p:blipFill>
                    <p:spPr bwMode="auto">
                      <a:xfrm>
                        <a:off x="1098333" y="2656806"/>
                        <a:ext cx="6154737"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1066800" y="1839899"/>
            <a:ext cx="8001000"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双边序列可以看作左边序列与右边序列之和</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 name="对象 3"/>
          <p:cNvGraphicFramePr>
            <a:graphicFrameLocks noChangeAspect="1"/>
          </p:cNvGraphicFramePr>
          <p:nvPr/>
        </p:nvGraphicFramePr>
        <p:xfrm>
          <a:off x="4800600" y="4656451"/>
          <a:ext cx="1976437" cy="527050"/>
        </p:xfrm>
        <a:graphic>
          <a:graphicData uri="http://schemas.openxmlformats.org/presentationml/2006/ole">
            <mc:AlternateContent xmlns:mc="http://schemas.openxmlformats.org/markup-compatibility/2006">
              <mc:Choice xmlns:v="urn:schemas-microsoft-com:vml" Requires="v">
                <p:oleObj name="Equation" r:id="rId4" imgW="952200" imgH="253800" progId="Equation.DSMT4">
                  <p:embed/>
                </p:oleObj>
              </mc:Choice>
              <mc:Fallback>
                <p:oleObj name="Equation" r:id="rId4" imgW="952200" imgH="253800" progId="Equation.DSMT4">
                  <p:embed/>
                  <p:pic>
                    <p:nvPicPr>
                      <p:cNvPr id="8" name="对象 3"/>
                      <p:cNvPicPr>
                        <a:picLocks noChangeAspect="1" noChangeArrowheads="1"/>
                      </p:cNvPicPr>
                      <p:nvPr/>
                    </p:nvPicPr>
                    <p:blipFill>
                      <a:blip r:embed="rId5"/>
                      <a:srcRect/>
                      <a:stretch>
                        <a:fillRect/>
                      </a:stretch>
                    </p:blipFill>
                    <p:spPr bwMode="auto">
                      <a:xfrm>
                        <a:off x="4800600" y="4656451"/>
                        <a:ext cx="1976437"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3"/>
          <p:cNvGraphicFramePr>
            <a:graphicFrameLocks noChangeAspect="1"/>
          </p:cNvGraphicFramePr>
          <p:nvPr/>
        </p:nvGraphicFramePr>
        <p:xfrm>
          <a:off x="5943600" y="3816048"/>
          <a:ext cx="1108075" cy="527050"/>
        </p:xfrm>
        <a:graphic>
          <a:graphicData uri="http://schemas.openxmlformats.org/presentationml/2006/ole">
            <mc:AlternateContent xmlns:mc="http://schemas.openxmlformats.org/markup-compatibility/2006">
              <mc:Choice xmlns:v="urn:schemas-microsoft-com:vml" Requires="v">
                <p:oleObj name="Equation" r:id="rId6" imgW="533160" imgH="253800" progId="Equation.DSMT4">
                  <p:embed/>
                </p:oleObj>
              </mc:Choice>
              <mc:Fallback>
                <p:oleObj name="Equation" r:id="rId6" imgW="533160" imgH="253800" progId="Equation.DSMT4">
                  <p:embed/>
                  <p:pic>
                    <p:nvPicPr>
                      <p:cNvPr id="9" name="对象 3"/>
                      <p:cNvPicPr>
                        <a:picLocks noChangeAspect="1" noChangeArrowheads="1"/>
                      </p:cNvPicPr>
                      <p:nvPr/>
                    </p:nvPicPr>
                    <p:blipFill>
                      <a:blip r:embed="rId7"/>
                      <a:srcRect/>
                      <a:stretch>
                        <a:fillRect/>
                      </a:stretch>
                    </p:blipFill>
                    <p:spPr bwMode="auto">
                      <a:xfrm>
                        <a:off x="5943600" y="3816048"/>
                        <a:ext cx="11080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3"/>
          <p:cNvGraphicFramePr>
            <a:graphicFrameLocks noChangeAspect="1"/>
          </p:cNvGraphicFramePr>
          <p:nvPr/>
        </p:nvGraphicFramePr>
        <p:xfrm>
          <a:off x="4038600" y="3836016"/>
          <a:ext cx="1106488" cy="527050"/>
        </p:xfrm>
        <a:graphic>
          <a:graphicData uri="http://schemas.openxmlformats.org/presentationml/2006/ole">
            <mc:AlternateContent xmlns:mc="http://schemas.openxmlformats.org/markup-compatibility/2006">
              <mc:Choice xmlns:v="urn:schemas-microsoft-com:vml" Requires="v">
                <p:oleObj name="Equation" r:id="rId8" imgW="533160" imgH="253800" progId="Equation.DSMT4">
                  <p:embed/>
                </p:oleObj>
              </mc:Choice>
              <mc:Fallback>
                <p:oleObj name="Equation" r:id="rId8" imgW="533160" imgH="253800" progId="Equation.DSMT4">
                  <p:embed/>
                  <p:pic>
                    <p:nvPicPr>
                      <p:cNvPr id="10" name="对象 3"/>
                      <p:cNvPicPr>
                        <a:picLocks noChangeAspect="1" noChangeArrowheads="1"/>
                      </p:cNvPicPr>
                      <p:nvPr/>
                    </p:nvPicPr>
                    <p:blipFill>
                      <a:blip r:embed="rId9"/>
                      <a:srcRect/>
                      <a:stretch>
                        <a:fillRect/>
                      </a:stretch>
                    </p:blipFill>
                    <p:spPr bwMode="auto">
                      <a:xfrm>
                        <a:off x="4038600" y="3836016"/>
                        <a:ext cx="1106488"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4"/>
          <p:cNvSpPr>
            <a:spLocks noChangeArrowheads="1"/>
          </p:cNvSpPr>
          <p:nvPr/>
        </p:nvSpPr>
        <p:spPr bwMode="auto">
          <a:xfrm>
            <a:off x="1113100" y="4658677"/>
            <a:ext cx="6629400" cy="480131"/>
          </a:xfrm>
          <a:prstGeom prst="rect">
            <a:avLst/>
          </a:prstGeom>
          <a:noFill/>
          <a:ln>
            <a:noFill/>
          </a:ln>
          <a:effectLst/>
          <a:extLst>
            <a:ext uri="{909E8E84-426E-40DD-AFC4-6F175D3DCCD1}">
              <a14:hiddenFill xmlns:a14="http://schemas.microsoft.com/office/drawing/2010/main">
                <a:solidFill>
                  <a:srgbClr val="F0A22E"/>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90000"/>
              </a:lnSpc>
              <a:spcBef>
                <a:spcPct val="20000"/>
              </a:spcBef>
              <a:spcAft>
                <a:spcPct val="0"/>
              </a:spcAft>
              <a:buClrTx/>
              <a:buSzTx/>
              <a:buFontTx/>
              <a:buChar char="•"/>
              <a:tabLst/>
              <a:defRPr/>
            </a:pPr>
            <a:r>
              <a:rPr kumimoji="1"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若         收敛域为</a:t>
            </a:r>
            <a:endParaRPr kumimoji="1" lang="en-US" altLang="zh-CN"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endParaRPr>
          </a:p>
        </p:txBody>
      </p:sp>
      <p:sp>
        <p:nvSpPr>
          <p:cNvPr id="12" name="Rectangle 26"/>
          <p:cNvSpPr>
            <a:spLocks noChangeArrowheads="1"/>
          </p:cNvSpPr>
          <p:nvPr/>
        </p:nvSpPr>
        <p:spPr bwMode="auto">
          <a:xfrm>
            <a:off x="1048732" y="5383149"/>
            <a:ext cx="7257068" cy="480131"/>
          </a:xfrm>
          <a:prstGeom prst="rect">
            <a:avLst/>
          </a:prstGeom>
          <a:noFill/>
          <a:ln>
            <a:noFill/>
          </a:ln>
          <a:effectLst/>
          <a:extLst>
            <a:ext uri="{909E8E84-426E-40DD-AFC4-6F175D3DCCD1}">
              <a14:hiddenFill xmlns:a14="http://schemas.microsoft.com/office/drawing/2010/main">
                <a:solidFill>
                  <a:srgbClr val="F0A22E"/>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90000"/>
              </a:lnSpc>
              <a:spcBef>
                <a:spcPct val="20000"/>
              </a:spcBef>
              <a:spcAft>
                <a:spcPct val="0"/>
              </a:spcAft>
              <a:buClrTx/>
              <a:buSzTx/>
              <a:buFontTx/>
              <a:buChar char="•"/>
              <a:tabLst/>
              <a:defRPr/>
            </a:pPr>
            <a:r>
              <a:rPr kumimoji="1"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若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1" lang="zh-CN" altLang="en-US" sz="28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变换不存在</a:t>
            </a:r>
          </a:p>
        </p:txBody>
      </p:sp>
      <p:graphicFrame>
        <p:nvGraphicFramePr>
          <p:cNvPr id="13" name="对象 3"/>
          <p:cNvGraphicFramePr>
            <a:graphicFrameLocks noChangeAspect="1"/>
          </p:cNvGraphicFramePr>
          <p:nvPr/>
        </p:nvGraphicFramePr>
        <p:xfrm>
          <a:off x="1776413" y="4697111"/>
          <a:ext cx="1501775" cy="473075"/>
        </p:xfrm>
        <a:graphic>
          <a:graphicData uri="http://schemas.openxmlformats.org/presentationml/2006/ole">
            <mc:AlternateContent xmlns:mc="http://schemas.openxmlformats.org/markup-compatibility/2006">
              <mc:Choice xmlns:v="urn:schemas-microsoft-com:vml" Requires="v">
                <p:oleObj name="Equation" r:id="rId10" imgW="723600" imgH="228600" progId="Equation.DSMT4">
                  <p:embed/>
                </p:oleObj>
              </mc:Choice>
              <mc:Fallback>
                <p:oleObj name="Equation" r:id="rId10" imgW="723600" imgH="228600" progId="Equation.DSMT4">
                  <p:embed/>
                  <p:pic>
                    <p:nvPicPr>
                      <p:cNvPr id="13" name="对象 3"/>
                      <p:cNvPicPr>
                        <a:picLocks noChangeAspect="1" noChangeArrowheads="1"/>
                      </p:cNvPicPr>
                      <p:nvPr/>
                    </p:nvPicPr>
                    <p:blipFill>
                      <a:blip r:embed="rId11"/>
                      <a:srcRect/>
                      <a:stretch>
                        <a:fillRect/>
                      </a:stretch>
                    </p:blipFill>
                    <p:spPr bwMode="auto">
                      <a:xfrm>
                        <a:off x="1776413" y="4697111"/>
                        <a:ext cx="15017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3"/>
          <p:cNvGraphicFramePr>
            <a:graphicFrameLocks noChangeAspect="1"/>
          </p:cNvGraphicFramePr>
          <p:nvPr/>
        </p:nvGraphicFramePr>
        <p:xfrm>
          <a:off x="1776412" y="5434419"/>
          <a:ext cx="1501775" cy="473075"/>
        </p:xfrm>
        <a:graphic>
          <a:graphicData uri="http://schemas.openxmlformats.org/presentationml/2006/ole">
            <mc:AlternateContent xmlns:mc="http://schemas.openxmlformats.org/markup-compatibility/2006">
              <mc:Choice xmlns:v="urn:schemas-microsoft-com:vml" Requires="v">
                <p:oleObj name="Equation" r:id="rId12" imgW="723600" imgH="228600" progId="Equation.DSMT4">
                  <p:embed/>
                </p:oleObj>
              </mc:Choice>
              <mc:Fallback>
                <p:oleObj name="Equation" r:id="rId12" imgW="723600" imgH="228600" progId="Equation.DSMT4">
                  <p:embed/>
                  <p:pic>
                    <p:nvPicPr>
                      <p:cNvPr id="14" name="对象 3"/>
                      <p:cNvPicPr>
                        <a:picLocks noChangeAspect="1" noChangeArrowheads="1"/>
                      </p:cNvPicPr>
                      <p:nvPr/>
                    </p:nvPicPr>
                    <p:blipFill>
                      <a:blip r:embed="rId13"/>
                      <a:srcRect/>
                      <a:stretch>
                        <a:fillRect/>
                      </a:stretch>
                    </p:blipFill>
                    <p:spPr bwMode="auto">
                      <a:xfrm>
                        <a:off x="1776412" y="5434419"/>
                        <a:ext cx="15017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83686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16934" y="82943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 name="对象 2"/>
          <p:cNvGraphicFramePr>
            <a:graphicFrameLocks noChangeAspect="1"/>
          </p:cNvGraphicFramePr>
          <p:nvPr/>
        </p:nvGraphicFramePr>
        <p:xfrm>
          <a:off x="951790" y="1264163"/>
          <a:ext cx="5464175" cy="555625"/>
        </p:xfrm>
        <a:graphic>
          <a:graphicData uri="http://schemas.openxmlformats.org/presentationml/2006/ole">
            <mc:AlternateContent xmlns:mc="http://schemas.openxmlformats.org/markup-compatibility/2006">
              <mc:Choice xmlns:v="urn:schemas-microsoft-com:vml" Requires="v">
                <p:oleObj name="Equation" r:id="rId2" imgW="2374560" imgH="241200" progId="Equation.DSMT4">
                  <p:embed/>
                </p:oleObj>
              </mc:Choice>
              <mc:Fallback>
                <p:oleObj name="Equation" r:id="rId2" imgW="2374560" imgH="241200" progId="Equation.DSMT4">
                  <p:embed/>
                  <p:pic>
                    <p:nvPicPr>
                      <p:cNvPr id="4" name="对象 2"/>
                      <p:cNvPicPr>
                        <a:picLocks noChangeAspect="1" noChangeArrowheads="1"/>
                      </p:cNvPicPr>
                      <p:nvPr/>
                    </p:nvPicPr>
                    <p:blipFill>
                      <a:blip r:embed="rId3"/>
                      <a:srcRect/>
                      <a:stretch>
                        <a:fillRect/>
                      </a:stretch>
                    </p:blipFill>
                    <p:spPr bwMode="auto">
                      <a:xfrm>
                        <a:off x="951790" y="1264163"/>
                        <a:ext cx="54641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2"/>
          <p:cNvGraphicFramePr>
            <a:graphicFrameLocks noChangeAspect="1"/>
          </p:cNvGraphicFramePr>
          <p:nvPr/>
        </p:nvGraphicFramePr>
        <p:xfrm>
          <a:off x="874257" y="1941676"/>
          <a:ext cx="4410075" cy="935037"/>
        </p:xfrm>
        <a:graphic>
          <a:graphicData uri="http://schemas.openxmlformats.org/presentationml/2006/ole">
            <mc:AlternateContent xmlns:mc="http://schemas.openxmlformats.org/markup-compatibility/2006">
              <mc:Choice xmlns:v="urn:schemas-microsoft-com:vml" Requires="v">
                <p:oleObj name="Equation" r:id="rId4" imgW="1917360" imgH="406080" progId="Equation.DSMT4">
                  <p:embed/>
                </p:oleObj>
              </mc:Choice>
              <mc:Fallback>
                <p:oleObj name="Equation" r:id="rId4" imgW="1917360" imgH="406080" progId="Equation.DSMT4">
                  <p:embed/>
                  <p:pic>
                    <p:nvPicPr>
                      <p:cNvPr id="6" name="对象 2"/>
                      <p:cNvPicPr>
                        <a:picLocks noChangeAspect="1" noChangeArrowheads="1"/>
                      </p:cNvPicPr>
                      <p:nvPr/>
                    </p:nvPicPr>
                    <p:blipFill>
                      <a:blip r:embed="rId5"/>
                      <a:srcRect/>
                      <a:stretch>
                        <a:fillRect/>
                      </a:stretch>
                    </p:blipFill>
                    <p:spPr bwMode="auto">
                      <a:xfrm>
                        <a:off x="874257" y="1941676"/>
                        <a:ext cx="4410075"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28"/>
          <p:cNvSpPr txBox="1">
            <a:spLocks noChangeArrowheads="1"/>
          </p:cNvSpPr>
          <p:nvPr/>
        </p:nvSpPr>
        <p:spPr bwMode="auto">
          <a:xfrm>
            <a:off x="7162800" y="1219200"/>
            <a:ext cx="17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双边序列</a:t>
            </a:r>
          </a:p>
        </p:txBody>
      </p:sp>
      <p:graphicFrame>
        <p:nvGraphicFramePr>
          <p:cNvPr id="9" name="对象 2"/>
          <p:cNvGraphicFramePr>
            <a:graphicFrameLocks noChangeAspect="1"/>
          </p:cNvGraphicFramePr>
          <p:nvPr/>
        </p:nvGraphicFramePr>
        <p:xfrm>
          <a:off x="906465" y="5180575"/>
          <a:ext cx="5665788" cy="555625"/>
        </p:xfrm>
        <a:graphic>
          <a:graphicData uri="http://schemas.openxmlformats.org/presentationml/2006/ole">
            <mc:AlternateContent xmlns:mc="http://schemas.openxmlformats.org/markup-compatibility/2006">
              <mc:Choice xmlns:v="urn:schemas-microsoft-com:vml" Requires="v">
                <p:oleObj name="Equation" r:id="rId6" imgW="2463480" imgH="241200" progId="Equation.DSMT4">
                  <p:embed/>
                </p:oleObj>
              </mc:Choice>
              <mc:Fallback>
                <p:oleObj name="Equation" r:id="rId6" imgW="2463480" imgH="241200" progId="Equation.DSMT4">
                  <p:embed/>
                  <p:pic>
                    <p:nvPicPr>
                      <p:cNvPr id="9" name="对象 2"/>
                      <p:cNvPicPr>
                        <a:picLocks noChangeAspect="1" noChangeArrowheads="1"/>
                      </p:cNvPicPr>
                      <p:nvPr/>
                    </p:nvPicPr>
                    <p:blipFill>
                      <a:blip r:embed="rId7"/>
                      <a:srcRect/>
                      <a:stretch>
                        <a:fillRect/>
                      </a:stretch>
                    </p:blipFill>
                    <p:spPr bwMode="auto">
                      <a:xfrm>
                        <a:off x="906465" y="5180575"/>
                        <a:ext cx="566578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文本框 31"/>
          <p:cNvSpPr txBox="1">
            <a:spLocks noChangeArrowheads="1"/>
          </p:cNvSpPr>
          <p:nvPr/>
        </p:nvSpPr>
        <p:spPr bwMode="auto">
          <a:xfrm>
            <a:off x="7195615" y="5180575"/>
            <a:ext cx="17393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双边序列</a:t>
            </a:r>
          </a:p>
        </p:txBody>
      </p:sp>
      <p:sp>
        <p:nvSpPr>
          <p:cNvPr id="2" name="矩形 1"/>
          <p:cNvSpPr/>
          <p:nvPr/>
        </p:nvSpPr>
        <p:spPr>
          <a:xfrm>
            <a:off x="906465" y="6005873"/>
            <a:ext cx="2127505" cy="480131"/>
          </a:xfrm>
          <a:prstGeom prst="rect">
            <a:avLst/>
          </a:prstGeom>
        </p:spPr>
        <p:txBody>
          <a:bodyPr wrap="none">
            <a:spAutoFit/>
          </a:bodyPr>
          <a:lstStyle/>
          <a:p>
            <a:pPr marL="0" marR="0" lvl="0" indent="0" algn="l" defTabSz="914400" rtl="0" eaLnBrk="0" fontAlgn="base" latinLnBrk="0" hangingPunct="0">
              <a:lnSpc>
                <a:spcPct val="90000"/>
              </a:lnSpc>
              <a:spcBef>
                <a:spcPct val="2000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zh-CN" altLang="en-US" sz="2800" b="1" i="0" u="none" strike="noStrike" kern="1200" cap="none" spc="0" normalizeH="0" baseline="0" noProof="0" dirty="0">
                <a:ln>
                  <a:noFill/>
                </a:ln>
                <a:solidFill>
                  <a:srgbClr val="000000"/>
                </a:solidFill>
                <a:effectLst/>
                <a:uLnTx/>
                <a:uFillTx/>
                <a:latin typeface="宋体"/>
                <a:ea typeface="宋体" panose="02010600030101010101" pitchFamily="2" charset="-122"/>
                <a:cs typeface="Times New Roman" panose="02020603050405020304" pitchFamily="18" charset="0"/>
              </a:rPr>
              <a:t>变换不存在</a:t>
            </a:r>
          </a:p>
        </p:txBody>
      </p:sp>
      <p:graphicFrame>
        <p:nvGraphicFramePr>
          <p:cNvPr id="11" name="对象 10"/>
          <p:cNvGraphicFramePr>
            <a:graphicFrameLocks noChangeAspect="1"/>
          </p:cNvGraphicFramePr>
          <p:nvPr/>
        </p:nvGraphicFramePr>
        <p:xfrm>
          <a:off x="2133600" y="3078630"/>
          <a:ext cx="1284288" cy="584200"/>
        </p:xfrm>
        <a:graphic>
          <a:graphicData uri="http://schemas.openxmlformats.org/presentationml/2006/ole">
            <mc:AlternateContent xmlns:mc="http://schemas.openxmlformats.org/markup-compatibility/2006">
              <mc:Choice xmlns:v="urn:schemas-microsoft-com:vml" Requires="v">
                <p:oleObj name="Equation" r:id="rId8" imgW="558720" imgH="253800" progId="Equation.DSMT4">
                  <p:embed/>
                </p:oleObj>
              </mc:Choice>
              <mc:Fallback>
                <p:oleObj name="Equation" r:id="rId8" imgW="558720" imgH="253800" progId="Equation.DSMT4">
                  <p:embed/>
                  <p:pic>
                    <p:nvPicPr>
                      <p:cNvPr id="11" name="对象 10"/>
                      <p:cNvPicPr>
                        <a:picLocks noChangeAspect="1" noChangeArrowheads="1"/>
                      </p:cNvPicPr>
                      <p:nvPr/>
                    </p:nvPicPr>
                    <p:blipFill>
                      <a:blip r:embed="rId9"/>
                      <a:srcRect/>
                      <a:stretch>
                        <a:fillRect/>
                      </a:stretch>
                    </p:blipFill>
                    <p:spPr bwMode="auto">
                      <a:xfrm>
                        <a:off x="2133600" y="3078630"/>
                        <a:ext cx="1284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3835875" y="3078630"/>
          <a:ext cx="1490662" cy="584200"/>
        </p:xfrm>
        <a:graphic>
          <a:graphicData uri="http://schemas.openxmlformats.org/presentationml/2006/ole">
            <mc:AlternateContent xmlns:mc="http://schemas.openxmlformats.org/markup-compatibility/2006">
              <mc:Choice xmlns:v="urn:schemas-microsoft-com:vml" Requires="v">
                <p:oleObj name="Equation" r:id="rId10" imgW="647640" imgH="253800" progId="Equation.DSMT4">
                  <p:embed/>
                </p:oleObj>
              </mc:Choice>
              <mc:Fallback>
                <p:oleObj name="Equation" r:id="rId10" imgW="647640" imgH="253800" progId="Equation.DSMT4">
                  <p:embed/>
                  <p:pic>
                    <p:nvPicPr>
                      <p:cNvPr id="12" name="对象 11"/>
                      <p:cNvPicPr>
                        <a:picLocks noChangeAspect="1" noChangeArrowheads="1"/>
                      </p:cNvPicPr>
                      <p:nvPr/>
                    </p:nvPicPr>
                    <p:blipFill>
                      <a:blip r:embed="rId11"/>
                      <a:srcRect/>
                      <a:stretch>
                        <a:fillRect/>
                      </a:stretch>
                    </p:blipFill>
                    <p:spPr bwMode="auto">
                      <a:xfrm>
                        <a:off x="3835875" y="3078630"/>
                        <a:ext cx="1490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2"/>
          <p:cNvGraphicFramePr>
            <a:graphicFrameLocks noChangeAspect="1"/>
          </p:cNvGraphicFramePr>
          <p:nvPr/>
        </p:nvGraphicFramePr>
        <p:xfrm>
          <a:off x="908822" y="3773527"/>
          <a:ext cx="7156450" cy="993775"/>
        </p:xfrm>
        <a:graphic>
          <a:graphicData uri="http://schemas.openxmlformats.org/presentationml/2006/ole">
            <mc:AlternateContent xmlns:mc="http://schemas.openxmlformats.org/markup-compatibility/2006">
              <mc:Choice xmlns:v="urn:schemas-microsoft-com:vml" Requires="v">
                <p:oleObj name="Equation" r:id="rId12" imgW="3111480" imgH="431640" progId="Equation.DSMT4">
                  <p:embed/>
                </p:oleObj>
              </mc:Choice>
              <mc:Fallback>
                <p:oleObj name="Equation" r:id="rId12" imgW="3111480" imgH="431640" progId="Equation.DSMT4">
                  <p:embed/>
                  <p:pic>
                    <p:nvPicPr>
                      <p:cNvPr id="13" name="对象 2"/>
                      <p:cNvPicPr>
                        <a:picLocks noChangeAspect="1" noChangeArrowheads="1"/>
                      </p:cNvPicPr>
                      <p:nvPr/>
                    </p:nvPicPr>
                    <p:blipFill>
                      <a:blip r:embed="rId13"/>
                      <a:srcRect/>
                      <a:stretch>
                        <a:fillRect/>
                      </a:stretch>
                    </p:blipFill>
                    <p:spPr bwMode="auto">
                      <a:xfrm>
                        <a:off x="908822" y="3773527"/>
                        <a:ext cx="715645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4" name="直接连接符 13"/>
          <p:cNvCxnSpPr/>
          <p:nvPr/>
        </p:nvCxnSpPr>
        <p:spPr>
          <a:xfrm>
            <a:off x="128268" y="4989208"/>
            <a:ext cx="8905875" cy="34021"/>
          </a:xfrm>
          <a:prstGeom prst="line">
            <a:avLst/>
          </a:prstGeom>
          <a:ln>
            <a:solidFill>
              <a:srgbClr val="0000CC"/>
            </a:solidFill>
            <a:prstDash val="lgDash"/>
          </a:ln>
        </p:spPr>
        <p:style>
          <a:lnRef idx="1">
            <a:schemeClr val="accent1"/>
          </a:lnRef>
          <a:fillRef idx="0">
            <a:schemeClr val="accent1"/>
          </a:fillRef>
          <a:effectRef idx="0">
            <a:schemeClr val="accent1"/>
          </a:effectRef>
          <a:fontRef idx="minor">
            <a:schemeClr val="tx1"/>
          </a:fontRef>
        </p:style>
      </p:cxnSp>
      <p:sp>
        <p:nvSpPr>
          <p:cNvPr id="15"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278087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16934" y="829430"/>
            <a:ext cx="99418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1.4</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 name="对象 2"/>
          <p:cNvGraphicFramePr>
            <a:graphicFrameLocks noChangeAspect="1"/>
          </p:cNvGraphicFramePr>
          <p:nvPr/>
        </p:nvGraphicFramePr>
        <p:xfrm>
          <a:off x="1970217" y="1407618"/>
          <a:ext cx="4208462" cy="525462"/>
        </p:xfrm>
        <a:graphic>
          <a:graphicData uri="http://schemas.openxmlformats.org/presentationml/2006/ole">
            <mc:AlternateContent xmlns:mc="http://schemas.openxmlformats.org/markup-compatibility/2006">
              <mc:Choice xmlns:v="urn:schemas-microsoft-com:vml" Requires="v">
                <p:oleObj name="Equation" r:id="rId2" imgW="1828800" imgH="228600" progId="Equation.DSMT4">
                  <p:embed/>
                </p:oleObj>
              </mc:Choice>
              <mc:Fallback>
                <p:oleObj name="Equation" r:id="rId2" imgW="1828800" imgH="228600" progId="Equation.DSMT4">
                  <p:embed/>
                  <p:pic>
                    <p:nvPicPr>
                      <p:cNvPr id="4" name="对象 2"/>
                      <p:cNvPicPr>
                        <a:picLocks noChangeAspect="1" noChangeArrowheads="1"/>
                      </p:cNvPicPr>
                      <p:nvPr/>
                    </p:nvPicPr>
                    <p:blipFill>
                      <a:blip r:embed="rId3"/>
                      <a:srcRect/>
                      <a:stretch>
                        <a:fillRect/>
                      </a:stretch>
                    </p:blipFill>
                    <p:spPr bwMode="auto">
                      <a:xfrm>
                        <a:off x="1970217" y="1407618"/>
                        <a:ext cx="420846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2"/>
          <p:cNvGraphicFramePr>
            <a:graphicFrameLocks noChangeAspect="1"/>
          </p:cNvGraphicFramePr>
          <p:nvPr/>
        </p:nvGraphicFramePr>
        <p:xfrm>
          <a:off x="1908650" y="1981200"/>
          <a:ext cx="3854450" cy="1344613"/>
        </p:xfrm>
        <a:graphic>
          <a:graphicData uri="http://schemas.openxmlformats.org/presentationml/2006/ole">
            <mc:AlternateContent xmlns:mc="http://schemas.openxmlformats.org/markup-compatibility/2006">
              <mc:Choice xmlns:v="urn:schemas-microsoft-com:vml" Requires="v">
                <p:oleObj name="Equation" r:id="rId4" imgW="1676160" imgH="583920" progId="Equation.DSMT4">
                  <p:embed/>
                </p:oleObj>
              </mc:Choice>
              <mc:Fallback>
                <p:oleObj name="Equation" r:id="rId4" imgW="1676160" imgH="583920" progId="Equation.DSMT4">
                  <p:embed/>
                  <p:pic>
                    <p:nvPicPr>
                      <p:cNvPr id="6" name="对象 2"/>
                      <p:cNvPicPr>
                        <a:picLocks noChangeAspect="1" noChangeArrowheads="1"/>
                      </p:cNvPicPr>
                      <p:nvPr/>
                    </p:nvPicPr>
                    <p:blipFill>
                      <a:blip r:embed="rId5"/>
                      <a:srcRect/>
                      <a:stretch>
                        <a:fillRect/>
                      </a:stretch>
                    </p:blipFill>
                    <p:spPr bwMode="auto">
                      <a:xfrm>
                        <a:off x="1908650" y="1981200"/>
                        <a:ext cx="3854450"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1946943" y="5833692"/>
            <a:ext cx="2127505" cy="480131"/>
          </a:xfrm>
          <a:prstGeom prst="rect">
            <a:avLst/>
          </a:prstGeom>
        </p:spPr>
        <p:txBody>
          <a:bodyPr wrap="none">
            <a:spAutoFit/>
          </a:bodyPr>
          <a:lstStyle/>
          <a:p>
            <a:pPr marL="0" marR="0" lvl="0" indent="0" algn="l" defTabSz="914400" rtl="0" eaLnBrk="0" fontAlgn="base" latinLnBrk="0" hangingPunct="0">
              <a:lnSpc>
                <a:spcPct val="90000"/>
              </a:lnSpc>
              <a:spcBef>
                <a:spcPct val="2000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zh-CN" altLang="en-US" sz="2800" b="1" i="0" u="none" strike="noStrike" kern="1200" cap="none" spc="0" normalizeH="0" baseline="0" noProof="0" dirty="0">
                <a:ln>
                  <a:noFill/>
                </a:ln>
                <a:solidFill>
                  <a:srgbClr val="000000"/>
                </a:solidFill>
                <a:effectLst/>
                <a:uLnTx/>
                <a:uFillTx/>
                <a:latin typeface="宋体"/>
                <a:ea typeface="宋体" panose="02010600030101010101" pitchFamily="2" charset="-122"/>
                <a:cs typeface="Times New Roman" panose="02020603050405020304" pitchFamily="18" charset="0"/>
              </a:rPr>
              <a:t>变换不存在</a:t>
            </a:r>
          </a:p>
        </p:txBody>
      </p:sp>
      <p:graphicFrame>
        <p:nvGraphicFramePr>
          <p:cNvPr id="11" name="对象 10"/>
          <p:cNvGraphicFramePr>
            <a:graphicFrameLocks noChangeAspect="1"/>
          </p:cNvGraphicFramePr>
          <p:nvPr/>
        </p:nvGraphicFramePr>
        <p:xfrm>
          <a:off x="2954338" y="3352800"/>
          <a:ext cx="1022350" cy="584200"/>
        </p:xfrm>
        <a:graphic>
          <a:graphicData uri="http://schemas.openxmlformats.org/presentationml/2006/ole">
            <mc:AlternateContent xmlns:mc="http://schemas.openxmlformats.org/markup-compatibility/2006">
              <mc:Choice xmlns:v="urn:schemas-microsoft-com:vml" Requires="v">
                <p:oleObj name="Equation" r:id="rId6" imgW="444240" imgH="253800" progId="Equation.DSMT4">
                  <p:embed/>
                </p:oleObj>
              </mc:Choice>
              <mc:Fallback>
                <p:oleObj name="Equation" r:id="rId6" imgW="444240" imgH="253800" progId="Equation.DSMT4">
                  <p:embed/>
                  <p:pic>
                    <p:nvPicPr>
                      <p:cNvPr id="11" name="对象 10"/>
                      <p:cNvPicPr>
                        <a:picLocks noChangeAspect="1" noChangeArrowheads="1"/>
                      </p:cNvPicPr>
                      <p:nvPr/>
                    </p:nvPicPr>
                    <p:blipFill>
                      <a:blip r:embed="rId7"/>
                      <a:srcRect/>
                      <a:stretch>
                        <a:fillRect/>
                      </a:stretch>
                    </p:blipFill>
                    <p:spPr bwMode="auto">
                      <a:xfrm>
                        <a:off x="2954338" y="3352800"/>
                        <a:ext cx="1022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4419600" y="3200400"/>
          <a:ext cx="1081088" cy="1022350"/>
        </p:xfrm>
        <a:graphic>
          <a:graphicData uri="http://schemas.openxmlformats.org/presentationml/2006/ole">
            <mc:AlternateContent xmlns:mc="http://schemas.openxmlformats.org/markup-compatibility/2006">
              <mc:Choice xmlns:v="urn:schemas-microsoft-com:vml" Requires="v">
                <p:oleObj name="Equation" r:id="rId8" imgW="469800" imgH="444240" progId="Equation.DSMT4">
                  <p:embed/>
                </p:oleObj>
              </mc:Choice>
              <mc:Fallback>
                <p:oleObj name="Equation" r:id="rId8" imgW="469800" imgH="444240" progId="Equation.DSMT4">
                  <p:embed/>
                  <p:pic>
                    <p:nvPicPr>
                      <p:cNvPr id="12" name="对象 11"/>
                      <p:cNvPicPr>
                        <a:picLocks noChangeAspect="1" noChangeArrowheads="1"/>
                      </p:cNvPicPr>
                      <p:nvPr/>
                    </p:nvPicPr>
                    <p:blipFill>
                      <a:blip r:embed="rId9"/>
                      <a:srcRect/>
                      <a:stretch>
                        <a:fillRect/>
                      </a:stretch>
                    </p:blipFill>
                    <p:spPr bwMode="auto">
                      <a:xfrm>
                        <a:off x="4419600" y="3200400"/>
                        <a:ext cx="1081088"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2"/>
          <p:cNvGraphicFramePr>
            <a:graphicFrameLocks noChangeAspect="1"/>
          </p:cNvGraphicFramePr>
          <p:nvPr/>
        </p:nvGraphicFramePr>
        <p:xfrm>
          <a:off x="6096000" y="4473758"/>
          <a:ext cx="2628900" cy="1022350"/>
        </p:xfrm>
        <a:graphic>
          <a:graphicData uri="http://schemas.openxmlformats.org/presentationml/2006/ole">
            <mc:AlternateContent xmlns:mc="http://schemas.openxmlformats.org/markup-compatibility/2006">
              <mc:Choice xmlns:v="urn:schemas-microsoft-com:vml" Requires="v">
                <p:oleObj name="Equation" r:id="rId10" imgW="1143000" imgH="444240" progId="Equation.DSMT4">
                  <p:embed/>
                </p:oleObj>
              </mc:Choice>
              <mc:Fallback>
                <p:oleObj name="Equation" r:id="rId10" imgW="1143000" imgH="444240" progId="Equation.DSMT4">
                  <p:embed/>
                  <p:pic>
                    <p:nvPicPr>
                      <p:cNvPr id="13" name="对象 2"/>
                      <p:cNvPicPr>
                        <a:picLocks noChangeAspect="1" noChangeArrowheads="1"/>
                      </p:cNvPicPr>
                      <p:nvPr/>
                    </p:nvPicPr>
                    <p:blipFill>
                      <a:blip r:embed="rId11"/>
                      <a:srcRect/>
                      <a:stretch>
                        <a:fillRect/>
                      </a:stretch>
                    </p:blipFill>
                    <p:spPr bwMode="auto">
                      <a:xfrm>
                        <a:off x="6096000" y="4473758"/>
                        <a:ext cx="26289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6"/>
          <p:cNvSpPr txBox="1">
            <a:spLocks noChangeArrowheads="1"/>
          </p:cNvSpPr>
          <p:nvPr/>
        </p:nvSpPr>
        <p:spPr bwMode="auto">
          <a:xfrm>
            <a:off x="1847363" y="838200"/>
            <a:ext cx="52392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求                   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变换。</a:t>
            </a:r>
          </a:p>
        </p:txBody>
      </p:sp>
      <p:graphicFrame>
        <p:nvGraphicFramePr>
          <p:cNvPr id="16" name="对象 15"/>
          <p:cNvGraphicFramePr>
            <a:graphicFrameLocks noChangeAspect="1"/>
          </p:cNvGraphicFramePr>
          <p:nvPr/>
        </p:nvGraphicFramePr>
        <p:xfrm>
          <a:off x="2362200" y="816402"/>
          <a:ext cx="1584325" cy="549275"/>
        </p:xfrm>
        <a:graphic>
          <a:graphicData uri="http://schemas.openxmlformats.org/presentationml/2006/ole">
            <mc:AlternateContent xmlns:mc="http://schemas.openxmlformats.org/markup-compatibility/2006">
              <mc:Choice xmlns:v="urn:schemas-microsoft-com:vml" Requires="v">
                <p:oleObj name="Equation" r:id="rId12" imgW="660240" imgH="228600" progId="Equation.DSMT4">
                  <p:embed/>
                </p:oleObj>
              </mc:Choice>
              <mc:Fallback>
                <p:oleObj name="Equation" r:id="rId12" imgW="660240" imgH="228600" progId="Equation.DSMT4">
                  <p:embed/>
                  <p:pic>
                    <p:nvPicPr>
                      <p:cNvPr id="16" name="对象 15"/>
                      <p:cNvPicPr>
                        <a:picLocks noChangeAspect="1" noChangeArrowheads="1"/>
                      </p:cNvPicPr>
                      <p:nvPr/>
                    </p:nvPicPr>
                    <p:blipFill>
                      <a:blip r:embed="rId13"/>
                      <a:srcRect/>
                      <a:stretch>
                        <a:fillRect/>
                      </a:stretch>
                    </p:blipFill>
                    <p:spPr bwMode="auto">
                      <a:xfrm>
                        <a:off x="2362200" y="816402"/>
                        <a:ext cx="1584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p:cNvSpPr/>
          <p:nvPr/>
        </p:nvSpPr>
        <p:spPr>
          <a:xfrm>
            <a:off x="874257" y="1397239"/>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矩形 2"/>
          <p:cNvSpPr/>
          <p:nvPr/>
        </p:nvSpPr>
        <p:spPr>
          <a:xfrm>
            <a:off x="254310" y="471076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panose="02010600030101010101" pitchFamily="2" charset="-122"/>
                <a:cs typeface="Times New Roman" panose="02020603050405020304" pitchFamily="18" charset="0"/>
              </a:rPr>
              <a:t>若</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8" name="对象 2"/>
          <p:cNvGraphicFramePr>
            <a:graphicFrameLocks noChangeAspect="1"/>
          </p:cNvGraphicFramePr>
          <p:nvPr/>
        </p:nvGraphicFramePr>
        <p:xfrm>
          <a:off x="808038" y="4695825"/>
          <a:ext cx="992187" cy="584200"/>
        </p:xfrm>
        <a:graphic>
          <a:graphicData uri="http://schemas.openxmlformats.org/presentationml/2006/ole">
            <mc:AlternateContent xmlns:mc="http://schemas.openxmlformats.org/markup-compatibility/2006">
              <mc:Choice xmlns:v="urn:schemas-microsoft-com:vml" Requires="v">
                <p:oleObj name="Equation" r:id="rId14" imgW="431640" imgH="253800" progId="Equation.DSMT4">
                  <p:embed/>
                </p:oleObj>
              </mc:Choice>
              <mc:Fallback>
                <p:oleObj name="Equation" r:id="rId14" imgW="431640" imgH="253800" progId="Equation.DSMT4">
                  <p:embed/>
                  <p:pic>
                    <p:nvPicPr>
                      <p:cNvPr id="18" name="对象 2"/>
                      <p:cNvPicPr>
                        <a:picLocks noChangeAspect="1" noChangeArrowheads="1"/>
                      </p:cNvPicPr>
                      <p:nvPr/>
                    </p:nvPicPr>
                    <p:blipFill>
                      <a:blip r:embed="rId15"/>
                      <a:srcRect/>
                      <a:stretch>
                        <a:fillRect/>
                      </a:stretch>
                    </p:blipFill>
                    <p:spPr bwMode="auto">
                      <a:xfrm>
                        <a:off x="808038" y="4695825"/>
                        <a:ext cx="9921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2"/>
          <p:cNvGraphicFramePr>
            <a:graphicFrameLocks noChangeAspect="1"/>
          </p:cNvGraphicFramePr>
          <p:nvPr/>
        </p:nvGraphicFramePr>
        <p:xfrm>
          <a:off x="1914526" y="4500554"/>
          <a:ext cx="3854450" cy="1344613"/>
        </p:xfrm>
        <a:graphic>
          <a:graphicData uri="http://schemas.openxmlformats.org/presentationml/2006/ole">
            <mc:AlternateContent xmlns:mc="http://schemas.openxmlformats.org/markup-compatibility/2006">
              <mc:Choice xmlns:v="urn:schemas-microsoft-com:vml" Requires="v">
                <p:oleObj name="Equation" r:id="rId4" imgW="1676160" imgH="583920" progId="Equation.DSMT4">
                  <p:embed/>
                </p:oleObj>
              </mc:Choice>
              <mc:Fallback>
                <p:oleObj name="Equation" r:id="rId4" imgW="1676160" imgH="583920" progId="Equation.DSMT4">
                  <p:embed/>
                  <p:pic>
                    <p:nvPicPr>
                      <p:cNvPr id="19" name="对象 2"/>
                      <p:cNvPicPr>
                        <a:picLocks noChangeAspect="1" noChangeArrowheads="1"/>
                      </p:cNvPicPr>
                      <p:nvPr/>
                    </p:nvPicPr>
                    <p:blipFill>
                      <a:blip r:embed="rId5"/>
                      <a:srcRect/>
                      <a:stretch>
                        <a:fillRect/>
                      </a:stretch>
                    </p:blipFill>
                    <p:spPr bwMode="auto">
                      <a:xfrm>
                        <a:off x="1914526" y="4500554"/>
                        <a:ext cx="3854450"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矩形 19"/>
          <p:cNvSpPr/>
          <p:nvPr/>
        </p:nvSpPr>
        <p:spPr>
          <a:xfrm>
            <a:off x="234359" y="5790603"/>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panose="02010600030101010101" pitchFamily="2" charset="-122"/>
                <a:cs typeface="Times New Roman" panose="02020603050405020304" pitchFamily="18" charset="0"/>
              </a:rPr>
              <a:t>若</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1" name="对象 2"/>
          <p:cNvGraphicFramePr>
            <a:graphicFrameLocks noChangeAspect="1"/>
          </p:cNvGraphicFramePr>
          <p:nvPr/>
        </p:nvGraphicFramePr>
        <p:xfrm>
          <a:off x="788087" y="5775668"/>
          <a:ext cx="992187" cy="584200"/>
        </p:xfrm>
        <a:graphic>
          <a:graphicData uri="http://schemas.openxmlformats.org/presentationml/2006/ole">
            <mc:AlternateContent xmlns:mc="http://schemas.openxmlformats.org/markup-compatibility/2006">
              <mc:Choice xmlns:v="urn:schemas-microsoft-com:vml" Requires="v">
                <p:oleObj name="Equation" r:id="rId16" imgW="431640" imgH="253800" progId="Equation.DSMT4">
                  <p:embed/>
                </p:oleObj>
              </mc:Choice>
              <mc:Fallback>
                <p:oleObj name="Equation" r:id="rId16" imgW="431640" imgH="253800" progId="Equation.DSMT4">
                  <p:embed/>
                  <p:pic>
                    <p:nvPicPr>
                      <p:cNvPr id="21" name="对象 2"/>
                      <p:cNvPicPr>
                        <a:picLocks noChangeAspect="1" noChangeArrowheads="1"/>
                      </p:cNvPicPr>
                      <p:nvPr/>
                    </p:nvPicPr>
                    <p:blipFill>
                      <a:blip r:embed="rId17"/>
                      <a:srcRect/>
                      <a:stretch>
                        <a:fillRect/>
                      </a:stretch>
                    </p:blipFill>
                    <p:spPr bwMode="auto">
                      <a:xfrm>
                        <a:off x="788087" y="5775668"/>
                        <a:ext cx="9921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99389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2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62000" y="1076980"/>
            <a:ext cx="8305800"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图</a:t>
            </a:r>
            <a:r>
              <a:rPr kumimoji="0" lang="en-US" altLang="zh-CN" sz="28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1.6</a:t>
            </a:r>
            <a:r>
              <a:rPr kumimoji="0" lang="zh-CN" altLang="en-US" sz="28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给出了              时的</a:t>
            </a:r>
            <a:r>
              <a:rPr kumimoji="0" lang="en-US" altLang="zh-CN" sz="2800" b="1" i="1"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x</a:t>
            </a:r>
            <a:r>
              <a:rPr kumimoji="0" lang="en-US" altLang="zh-CN" sz="28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a:t>
            </a:r>
            <a:r>
              <a:rPr kumimoji="0" lang="en-US" altLang="zh-CN" sz="2800" b="1" i="1"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n</a:t>
            </a:r>
            <a:r>
              <a:rPr kumimoji="0" lang="en-US" altLang="zh-CN" sz="28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a:t>
            </a:r>
            <a:r>
              <a:rPr kumimoji="0" lang="zh-CN" altLang="en-US" sz="28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 及其</a:t>
            </a:r>
            <a:r>
              <a:rPr kumimoji="0" lang="en-US" altLang="zh-CN" sz="2800" b="1" i="1"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z</a:t>
            </a:r>
            <a:r>
              <a:rPr kumimoji="0" lang="zh-CN" altLang="en-US" sz="28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a:cs typeface="Times New Roman" panose="02020603050405020304" pitchFamily="18" charset="0"/>
              </a:rPr>
              <a:t>变换的收敛域。</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graphicFrame>
        <p:nvGraphicFramePr>
          <p:cNvPr id="11" name="Object 27"/>
          <p:cNvGraphicFramePr>
            <a:graphicFrameLocks noChangeAspect="1"/>
          </p:cNvGraphicFramePr>
          <p:nvPr/>
        </p:nvGraphicFramePr>
        <p:xfrm>
          <a:off x="2743200" y="1153646"/>
          <a:ext cx="1189037" cy="369887"/>
        </p:xfrm>
        <a:graphic>
          <a:graphicData uri="http://schemas.openxmlformats.org/presentationml/2006/ole">
            <mc:AlternateContent xmlns:mc="http://schemas.openxmlformats.org/markup-compatibility/2006">
              <mc:Choice xmlns:v="urn:schemas-microsoft-com:vml" Requires="v">
                <p:oleObj name="Equation" r:id="rId2" imgW="571320" imgH="177480" progId="Equation.DSMT4">
                  <p:embed/>
                </p:oleObj>
              </mc:Choice>
              <mc:Fallback>
                <p:oleObj name="Equation" r:id="rId2" imgW="571320" imgH="177480" progId="Equation.DSMT4">
                  <p:embed/>
                  <p:pic>
                    <p:nvPicPr>
                      <p:cNvPr id="11" name="Object 27"/>
                      <p:cNvPicPr>
                        <a:picLocks noChangeAspect="1" noChangeArrowheads="1"/>
                      </p:cNvPicPr>
                      <p:nvPr/>
                    </p:nvPicPr>
                    <p:blipFill>
                      <a:blip r:embed="rId3"/>
                      <a:srcRect/>
                      <a:stretch>
                        <a:fillRect/>
                      </a:stretch>
                    </p:blipFill>
                    <p:spPr bwMode="auto">
                      <a:xfrm>
                        <a:off x="2743200" y="1153646"/>
                        <a:ext cx="1189037"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4"/>
          <a:stretch>
            <a:fillRect/>
          </a:stretch>
        </p:blipFill>
        <p:spPr>
          <a:xfrm>
            <a:off x="457200" y="2133600"/>
            <a:ext cx="7814310" cy="3647123"/>
          </a:xfrm>
          <a:prstGeom prst="rect">
            <a:avLst/>
          </a:prstGeom>
        </p:spPr>
      </p:pic>
      <p:sp>
        <p:nvSpPr>
          <p:cNvPr id="5"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0425772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28600" y="973359"/>
            <a:ext cx="3810659" cy="55399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0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0" lang="zh-CN" altLang="en-US" sz="3000" b="1" i="0" u="none" strike="noStrike" kern="1200" cap="none" spc="0" normalizeH="0" baseline="0" noProof="0" dirty="0">
                <a:ln>
                  <a:noFill/>
                </a:ln>
                <a:solidFill>
                  <a:srgbClr val="000000"/>
                </a:solidFill>
                <a:effectLst/>
                <a:uLnTx/>
                <a:uFillTx/>
                <a:latin typeface="宋体"/>
                <a:ea typeface="宋体"/>
                <a:cs typeface="Times New Roman" panose="02020603050405020304" pitchFamily="18" charset="0"/>
              </a:rPr>
              <a:t>变换的收敛域的特点</a:t>
            </a:r>
            <a:endPar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矩形 5"/>
          <p:cNvSpPr/>
          <p:nvPr/>
        </p:nvSpPr>
        <p:spPr>
          <a:xfrm>
            <a:off x="152400" y="1655802"/>
            <a:ext cx="9144000" cy="55399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以极点所在圆为边界，不包含任何一个极点</a:t>
            </a:r>
            <a:r>
              <a:rPr kumimoji="0" lang="zh-CN" altLang="en-US" sz="3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的连通域</a:t>
            </a:r>
          </a:p>
        </p:txBody>
      </p:sp>
      <p:sp>
        <p:nvSpPr>
          <p:cNvPr id="8" name="矩形 7"/>
          <p:cNvSpPr/>
          <p:nvPr/>
        </p:nvSpPr>
        <p:spPr>
          <a:xfrm>
            <a:off x="3987557" y="974930"/>
            <a:ext cx="8130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pic>
        <p:nvPicPr>
          <p:cNvPr id="10" name="图片 9"/>
          <p:cNvPicPr>
            <a:picLocks noChangeAspect="1"/>
          </p:cNvPicPr>
          <p:nvPr/>
        </p:nvPicPr>
        <p:blipFill>
          <a:blip r:embed="rId2"/>
          <a:stretch>
            <a:fillRect/>
          </a:stretch>
        </p:blipFill>
        <p:spPr>
          <a:xfrm>
            <a:off x="381000" y="3092489"/>
            <a:ext cx="2731770" cy="2251710"/>
          </a:xfrm>
          <a:prstGeom prst="rect">
            <a:avLst/>
          </a:prstGeom>
        </p:spPr>
      </p:pic>
      <p:pic>
        <p:nvPicPr>
          <p:cNvPr id="11" name="图片 10"/>
          <p:cNvPicPr>
            <a:picLocks noChangeAspect="1"/>
          </p:cNvPicPr>
          <p:nvPr/>
        </p:nvPicPr>
        <p:blipFill>
          <a:blip r:embed="rId3"/>
          <a:stretch>
            <a:fillRect/>
          </a:stretch>
        </p:blipFill>
        <p:spPr>
          <a:xfrm>
            <a:off x="3358515" y="3092489"/>
            <a:ext cx="2731770" cy="2251710"/>
          </a:xfrm>
          <a:prstGeom prst="rect">
            <a:avLst/>
          </a:prstGeom>
        </p:spPr>
      </p:pic>
      <p:pic>
        <p:nvPicPr>
          <p:cNvPr id="12" name="图片 11"/>
          <p:cNvPicPr>
            <a:picLocks noChangeAspect="1"/>
          </p:cNvPicPr>
          <p:nvPr/>
        </p:nvPicPr>
        <p:blipFill>
          <a:blip r:embed="rId4"/>
          <a:stretch>
            <a:fillRect/>
          </a:stretch>
        </p:blipFill>
        <p:spPr>
          <a:xfrm>
            <a:off x="6172200" y="3092489"/>
            <a:ext cx="2731770" cy="2251710"/>
          </a:xfrm>
          <a:prstGeom prst="rect">
            <a:avLst/>
          </a:prstGeom>
        </p:spPr>
      </p:pic>
      <p:sp>
        <p:nvSpPr>
          <p:cNvPr id="13" name="文本框 29"/>
          <p:cNvSpPr txBox="1">
            <a:spLocks noChangeArrowheads="1"/>
          </p:cNvSpPr>
          <p:nvPr/>
        </p:nvSpPr>
        <p:spPr bwMode="auto">
          <a:xfrm>
            <a:off x="685800" y="5562600"/>
            <a:ext cx="16734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右边序列</a:t>
            </a:r>
          </a:p>
        </p:txBody>
      </p:sp>
      <p:sp>
        <p:nvSpPr>
          <p:cNvPr id="14" name="文本框 28"/>
          <p:cNvSpPr txBox="1">
            <a:spLocks noChangeArrowheads="1"/>
          </p:cNvSpPr>
          <p:nvPr/>
        </p:nvSpPr>
        <p:spPr bwMode="auto">
          <a:xfrm>
            <a:off x="3657600" y="5562600"/>
            <a:ext cx="17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双边序列</a:t>
            </a:r>
          </a:p>
        </p:txBody>
      </p:sp>
      <p:sp>
        <p:nvSpPr>
          <p:cNvPr id="15" name="文本框 29"/>
          <p:cNvSpPr txBox="1">
            <a:spLocks noChangeArrowheads="1"/>
          </p:cNvSpPr>
          <p:nvPr/>
        </p:nvSpPr>
        <p:spPr bwMode="auto">
          <a:xfrm>
            <a:off x="6553200" y="5562600"/>
            <a:ext cx="16734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左边序列</a:t>
            </a:r>
          </a:p>
        </p:txBody>
      </p:sp>
      <p:sp>
        <p:nvSpPr>
          <p:cNvPr id="16"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2164794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2.2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
        <p:nvSpPr>
          <p:cNvPr id="6" name="圆角矩形 5"/>
          <p:cNvSpPr/>
          <p:nvPr/>
        </p:nvSpPr>
        <p:spPr>
          <a:xfrm>
            <a:off x="762000" y="3883141"/>
            <a:ext cx="7391400" cy="1790125"/>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Tahoma"/>
              <a:ea typeface="宋体"/>
              <a:cs typeface="+mn-cs"/>
            </a:endParaRPr>
          </a:p>
        </p:txBody>
      </p:sp>
      <p:graphicFrame>
        <p:nvGraphicFramePr>
          <p:cNvPr id="7" name="Object 6">
            <a:extLst>
              <a:ext uri="{FF2B5EF4-FFF2-40B4-BE49-F238E27FC236}">
                <a16:creationId xmlns:a16="http://schemas.microsoft.com/office/drawing/2014/main" id="{DFF5E96B-BC1E-49C5-AFA8-3525B88E3BB0}"/>
              </a:ext>
            </a:extLst>
          </p:cNvPr>
          <p:cNvGraphicFramePr>
            <a:graphicFrameLocks noChangeAspect="1"/>
          </p:cNvGraphicFramePr>
          <p:nvPr>
            <p:extLst>
              <p:ext uri="{D42A27DB-BD31-4B8C-83A1-F6EECF244321}">
                <p14:modId xmlns:p14="http://schemas.microsoft.com/office/powerpoint/2010/main" val="1844107709"/>
              </p:ext>
            </p:extLst>
          </p:nvPr>
        </p:nvGraphicFramePr>
        <p:xfrm>
          <a:off x="1731281" y="1665790"/>
          <a:ext cx="873125" cy="523875"/>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11"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3"/>
                      <a:srcRect/>
                      <a:stretch>
                        <a:fillRect/>
                      </a:stretch>
                    </p:blipFill>
                    <p:spPr bwMode="auto">
                      <a:xfrm>
                        <a:off x="1731281" y="1665790"/>
                        <a:ext cx="873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11">
            <a:extLst>
              <a:ext uri="{FF2B5EF4-FFF2-40B4-BE49-F238E27FC236}">
                <a16:creationId xmlns:a16="http://schemas.microsoft.com/office/drawing/2014/main" id="{C48A6960-2C39-4B36-8F82-B47C3E2AFA7C}"/>
              </a:ext>
            </a:extLst>
          </p:cNvPr>
          <p:cNvSpPr>
            <a:spLocks noChangeArrowheads="1"/>
          </p:cNvSpPr>
          <p:nvPr/>
        </p:nvSpPr>
        <p:spPr bwMode="auto">
          <a:xfrm>
            <a:off x="6049914" y="1675970"/>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收敛域</a:t>
            </a:r>
          </a:p>
        </p:txBody>
      </p:sp>
      <p:graphicFrame>
        <p:nvGraphicFramePr>
          <p:cNvPr id="9" name="Object 6">
            <a:extLst>
              <a:ext uri="{FF2B5EF4-FFF2-40B4-BE49-F238E27FC236}">
                <a16:creationId xmlns:a16="http://schemas.microsoft.com/office/drawing/2014/main" id="{DFF5E96B-BC1E-49C5-AFA8-3525B88E3BB0}"/>
              </a:ext>
            </a:extLst>
          </p:cNvPr>
          <p:cNvGraphicFramePr>
            <a:graphicFrameLocks noChangeAspect="1"/>
          </p:cNvGraphicFramePr>
          <p:nvPr>
            <p:extLst>
              <p:ext uri="{D42A27DB-BD31-4B8C-83A1-F6EECF244321}">
                <p14:modId xmlns:p14="http://schemas.microsoft.com/office/powerpoint/2010/main" val="1421337285"/>
              </p:ext>
            </p:extLst>
          </p:nvPr>
        </p:nvGraphicFramePr>
        <p:xfrm>
          <a:off x="4038600" y="1676726"/>
          <a:ext cx="938212" cy="523875"/>
        </p:xfrm>
        <a:graphic>
          <a:graphicData uri="http://schemas.openxmlformats.org/presentationml/2006/ole">
            <mc:AlternateContent xmlns:mc="http://schemas.openxmlformats.org/markup-compatibility/2006">
              <mc:Choice xmlns:v="urn:schemas-microsoft-com:vml" Requires="v">
                <p:oleObj name="Equation" r:id="rId4" imgW="368280" imgH="203040" progId="Equation.DSMT4">
                  <p:embed/>
                </p:oleObj>
              </mc:Choice>
              <mc:Fallback>
                <p:oleObj name="Equation" r:id="rId4" imgW="368280" imgH="203040" progId="Equation.DSMT4">
                  <p:embed/>
                  <p:pic>
                    <p:nvPicPr>
                      <p:cNvPr id="13"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5"/>
                      <a:srcRect/>
                      <a:stretch>
                        <a:fillRect/>
                      </a:stretch>
                    </p:blipFill>
                    <p:spPr bwMode="auto">
                      <a:xfrm>
                        <a:off x="4038600" y="1676726"/>
                        <a:ext cx="9382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2"/>
          <p:cNvGraphicFramePr>
            <a:graphicFrameLocks noChangeAspect="1"/>
          </p:cNvGraphicFramePr>
          <p:nvPr>
            <p:extLst>
              <p:ext uri="{D42A27DB-BD31-4B8C-83A1-F6EECF244321}">
                <p14:modId xmlns:p14="http://schemas.microsoft.com/office/powerpoint/2010/main" val="3833289554"/>
              </p:ext>
            </p:extLst>
          </p:nvPr>
        </p:nvGraphicFramePr>
        <p:xfrm>
          <a:off x="4343400" y="2388102"/>
          <a:ext cx="251064" cy="362736"/>
        </p:xfrm>
        <a:graphic>
          <a:graphicData uri="http://schemas.openxmlformats.org/presentationml/2006/ole">
            <mc:AlternateContent xmlns:mc="http://schemas.openxmlformats.org/markup-compatibility/2006">
              <mc:Choice xmlns:v="urn:schemas-microsoft-com:vml" Requires="v">
                <p:oleObj name="Equation" r:id="rId6" imgW="114120" imgH="164880" progId="Equation.DSMT4">
                  <p:embed/>
                </p:oleObj>
              </mc:Choice>
              <mc:Fallback>
                <p:oleObj name="Equation" r:id="rId6" imgW="114120" imgH="164880" progId="Equation.DSMT4">
                  <p:embed/>
                  <p:pic>
                    <p:nvPicPr>
                      <p:cNvPr id="14" name="Object 12"/>
                      <p:cNvPicPr>
                        <a:picLocks noChangeAspect="1" noChangeArrowheads="1"/>
                      </p:cNvPicPr>
                      <p:nvPr/>
                    </p:nvPicPr>
                    <p:blipFill>
                      <a:blip r:embed="rId7"/>
                      <a:srcRect/>
                      <a:stretch>
                        <a:fillRect/>
                      </a:stretch>
                    </p:blipFill>
                    <p:spPr bwMode="auto">
                      <a:xfrm>
                        <a:off x="4343400" y="2388102"/>
                        <a:ext cx="251064" cy="362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8"/>
          <p:cNvGraphicFramePr>
            <a:graphicFrameLocks noChangeAspect="1"/>
          </p:cNvGraphicFramePr>
          <p:nvPr>
            <p:extLst>
              <p:ext uri="{D42A27DB-BD31-4B8C-83A1-F6EECF244321}">
                <p14:modId xmlns:p14="http://schemas.microsoft.com/office/powerpoint/2010/main" val="3230227554"/>
              </p:ext>
            </p:extLst>
          </p:nvPr>
        </p:nvGraphicFramePr>
        <p:xfrm>
          <a:off x="6008688" y="2283327"/>
          <a:ext cx="1452528" cy="558360"/>
        </p:xfrm>
        <a:graphic>
          <a:graphicData uri="http://schemas.openxmlformats.org/presentationml/2006/ole">
            <mc:AlternateContent xmlns:mc="http://schemas.openxmlformats.org/markup-compatibility/2006">
              <mc:Choice xmlns:v="urn:schemas-microsoft-com:vml" Requires="v">
                <p:oleObj name="Equation" r:id="rId8" imgW="660240" imgH="253800" progId="Equation.DSMT4">
                  <p:embed/>
                </p:oleObj>
              </mc:Choice>
              <mc:Fallback>
                <p:oleObj name="Equation" r:id="rId8" imgW="660240" imgH="253800" progId="Equation.DSMT4">
                  <p:embed/>
                  <p:pic>
                    <p:nvPicPr>
                      <p:cNvPr id="17" name="Object 8"/>
                      <p:cNvPicPr>
                        <a:picLocks noChangeAspect="1" noChangeArrowheads="1"/>
                      </p:cNvPicPr>
                      <p:nvPr/>
                    </p:nvPicPr>
                    <p:blipFill>
                      <a:blip r:embed="rId9"/>
                      <a:srcRect/>
                      <a:stretch>
                        <a:fillRect/>
                      </a:stretch>
                    </p:blipFill>
                    <p:spPr bwMode="auto">
                      <a:xfrm>
                        <a:off x="6008688" y="2283327"/>
                        <a:ext cx="1452528" cy="55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235550408"/>
              </p:ext>
            </p:extLst>
          </p:nvPr>
        </p:nvGraphicFramePr>
        <p:xfrm>
          <a:off x="1622425" y="2356352"/>
          <a:ext cx="753984" cy="446688"/>
        </p:xfrm>
        <a:graphic>
          <a:graphicData uri="http://schemas.openxmlformats.org/presentationml/2006/ole">
            <mc:AlternateContent xmlns:mc="http://schemas.openxmlformats.org/markup-compatibility/2006">
              <mc:Choice xmlns:v="urn:schemas-microsoft-com:vml" Requires="v">
                <p:oleObj name="Equation" r:id="rId10" imgW="342720" imgH="203040" progId="Equation.DSMT4">
                  <p:embed/>
                </p:oleObj>
              </mc:Choice>
              <mc:Fallback>
                <p:oleObj name="Equation" r:id="rId10" imgW="342720" imgH="203040" progId="Equation.DSMT4">
                  <p:embed/>
                  <p:pic>
                    <p:nvPicPr>
                      <p:cNvPr id="19" name="对象 18"/>
                      <p:cNvPicPr>
                        <a:picLocks noChangeAspect="1" noChangeArrowheads="1"/>
                      </p:cNvPicPr>
                      <p:nvPr/>
                    </p:nvPicPr>
                    <p:blipFill>
                      <a:blip r:embed="rId11"/>
                      <a:srcRect/>
                      <a:stretch>
                        <a:fillRect/>
                      </a:stretch>
                    </p:blipFill>
                    <p:spPr bwMode="auto">
                      <a:xfrm>
                        <a:off x="1622425" y="2356352"/>
                        <a:ext cx="753984"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Line 9"/>
          <p:cNvSpPr>
            <a:spLocks noChangeShapeType="1"/>
          </p:cNvSpPr>
          <p:nvPr/>
        </p:nvSpPr>
        <p:spPr bwMode="auto">
          <a:xfrm>
            <a:off x="938212" y="2280939"/>
            <a:ext cx="6940550" cy="1555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Line 9"/>
          <p:cNvSpPr>
            <a:spLocks noChangeShapeType="1"/>
          </p:cNvSpPr>
          <p:nvPr/>
        </p:nvSpPr>
        <p:spPr bwMode="auto">
          <a:xfrm>
            <a:off x="938212" y="4713790"/>
            <a:ext cx="6940550" cy="793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 name="矩形 14"/>
          <p:cNvSpPr/>
          <p:nvPr/>
        </p:nvSpPr>
        <p:spPr>
          <a:xfrm>
            <a:off x="5602166" y="990600"/>
            <a:ext cx="8130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Rectangle 1032"/>
          <p:cNvSpPr>
            <a:spLocks noChangeArrowheads="1"/>
          </p:cNvSpPr>
          <p:nvPr/>
        </p:nvSpPr>
        <p:spPr bwMode="auto">
          <a:xfrm>
            <a:off x="3109912" y="1012701"/>
            <a:ext cx="2795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a:ea typeface="宋体"/>
                <a:cs typeface="+mn-cs"/>
              </a:rPr>
              <a:t>常用的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1" lang="zh-CN" altLang="en-US" sz="2800" b="1" i="0" u="none" strike="noStrike" kern="1200" cap="none" spc="0" normalizeH="0" baseline="0" noProof="0" dirty="0">
                <a:ln>
                  <a:noFill/>
                </a:ln>
                <a:solidFill>
                  <a:srgbClr val="000000"/>
                </a:solidFill>
                <a:effectLst/>
                <a:uLnTx/>
                <a:uFillTx/>
                <a:latin typeface="宋体"/>
                <a:ea typeface="宋体"/>
                <a:cs typeface="+mn-cs"/>
              </a:rPr>
              <a:t>变换对</a:t>
            </a:r>
          </a:p>
        </p:txBody>
      </p:sp>
      <p:graphicFrame>
        <p:nvGraphicFramePr>
          <p:cNvPr id="17" name="Object 12"/>
          <p:cNvGraphicFramePr>
            <a:graphicFrameLocks noChangeAspect="1"/>
          </p:cNvGraphicFramePr>
          <p:nvPr>
            <p:extLst>
              <p:ext uri="{D42A27DB-BD31-4B8C-83A1-F6EECF244321}">
                <p14:modId xmlns:p14="http://schemas.microsoft.com/office/powerpoint/2010/main" val="2809544236"/>
              </p:ext>
            </p:extLst>
          </p:nvPr>
        </p:nvGraphicFramePr>
        <p:xfrm>
          <a:off x="3930649" y="3828351"/>
          <a:ext cx="1145232" cy="893376"/>
        </p:xfrm>
        <a:graphic>
          <a:graphicData uri="http://schemas.openxmlformats.org/presentationml/2006/ole">
            <mc:AlternateContent xmlns:mc="http://schemas.openxmlformats.org/markup-compatibility/2006">
              <mc:Choice xmlns:v="urn:schemas-microsoft-com:vml" Requires="v">
                <p:oleObj name="Equation" r:id="rId12" imgW="520560" imgH="406080" progId="Equation.DSMT4">
                  <p:embed/>
                </p:oleObj>
              </mc:Choice>
              <mc:Fallback>
                <p:oleObj name="Equation" r:id="rId12" imgW="520560" imgH="406080" progId="Equation.DSMT4">
                  <p:embed/>
                  <p:pic>
                    <p:nvPicPr>
                      <p:cNvPr id="25" name="Object 12"/>
                      <p:cNvPicPr>
                        <a:picLocks noChangeAspect="1" noChangeArrowheads="1"/>
                      </p:cNvPicPr>
                      <p:nvPr/>
                    </p:nvPicPr>
                    <p:blipFill>
                      <a:blip r:embed="rId13"/>
                      <a:srcRect/>
                      <a:stretch>
                        <a:fillRect/>
                      </a:stretch>
                    </p:blipFill>
                    <p:spPr bwMode="auto">
                      <a:xfrm>
                        <a:off x="3930649" y="3828351"/>
                        <a:ext cx="1145232" cy="893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2"/>
          <p:cNvGraphicFramePr>
            <a:graphicFrameLocks noChangeAspect="1"/>
          </p:cNvGraphicFramePr>
          <p:nvPr>
            <p:extLst>
              <p:ext uri="{D42A27DB-BD31-4B8C-83A1-F6EECF244321}">
                <p14:modId xmlns:p14="http://schemas.microsoft.com/office/powerpoint/2010/main" val="968626370"/>
              </p:ext>
            </p:extLst>
          </p:nvPr>
        </p:nvGraphicFramePr>
        <p:xfrm>
          <a:off x="3930649" y="4797927"/>
          <a:ext cx="1145232" cy="893376"/>
        </p:xfrm>
        <a:graphic>
          <a:graphicData uri="http://schemas.openxmlformats.org/presentationml/2006/ole">
            <mc:AlternateContent xmlns:mc="http://schemas.openxmlformats.org/markup-compatibility/2006">
              <mc:Choice xmlns:v="urn:schemas-microsoft-com:vml" Requires="v">
                <p:oleObj name="Equation" r:id="rId12" imgW="520560" imgH="406080" progId="Equation.DSMT4">
                  <p:embed/>
                </p:oleObj>
              </mc:Choice>
              <mc:Fallback>
                <p:oleObj name="Equation" r:id="rId12" imgW="520560" imgH="406080" progId="Equation.DSMT4">
                  <p:embed/>
                  <p:pic>
                    <p:nvPicPr>
                      <p:cNvPr id="26" name="Object 12"/>
                      <p:cNvPicPr>
                        <a:picLocks noChangeAspect="1" noChangeArrowheads="1"/>
                      </p:cNvPicPr>
                      <p:nvPr/>
                    </p:nvPicPr>
                    <p:blipFill>
                      <a:blip r:embed="rId13"/>
                      <a:srcRect/>
                      <a:stretch>
                        <a:fillRect/>
                      </a:stretch>
                    </p:blipFill>
                    <p:spPr bwMode="auto">
                      <a:xfrm>
                        <a:off x="3930649" y="4797927"/>
                        <a:ext cx="1145232" cy="893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4"/>
          <p:cNvGraphicFramePr>
            <a:graphicFrameLocks noChangeAspect="1"/>
          </p:cNvGraphicFramePr>
          <p:nvPr>
            <p:extLst>
              <p:ext uri="{D42A27DB-BD31-4B8C-83A1-F6EECF244321}">
                <p14:modId xmlns:p14="http://schemas.microsoft.com/office/powerpoint/2010/main" val="2523133537"/>
              </p:ext>
            </p:extLst>
          </p:nvPr>
        </p:nvGraphicFramePr>
        <p:xfrm>
          <a:off x="6248400" y="4899527"/>
          <a:ext cx="977328" cy="558360"/>
        </p:xfrm>
        <a:graphic>
          <a:graphicData uri="http://schemas.openxmlformats.org/presentationml/2006/ole">
            <mc:AlternateContent xmlns:mc="http://schemas.openxmlformats.org/markup-compatibility/2006">
              <mc:Choice xmlns:v="urn:schemas-microsoft-com:vml" Requires="v">
                <p:oleObj name="Equation" r:id="rId14" imgW="444240" imgH="253800" progId="Equation.DSMT4">
                  <p:embed/>
                </p:oleObj>
              </mc:Choice>
              <mc:Fallback>
                <p:oleObj name="Equation" r:id="rId14" imgW="444240" imgH="253800" progId="Equation.DSMT4">
                  <p:embed/>
                  <p:pic>
                    <p:nvPicPr>
                      <p:cNvPr id="27" name="Object 14"/>
                      <p:cNvPicPr>
                        <a:picLocks noChangeAspect="1" noChangeArrowheads="1"/>
                      </p:cNvPicPr>
                      <p:nvPr/>
                    </p:nvPicPr>
                    <p:blipFill>
                      <a:blip r:embed="rId15"/>
                      <a:srcRect/>
                      <a:stretch>
                        <a:fillRect/>
                      </a:stretch>
                    </p:blipFill>
                    <p:spPr bwMode="auto">
                      <a:xfrm>
                        <a:off x="6248400" y="4899527"/>
                        <a:ext cx="977328" cy="55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8"/>
          <p:cNvGraphicFramePr>
            <a:graphicFrameLocks noChangeAspect="1"/>
          </p:cNvGraphicFramePr>
          <p:nvPr>
            <p:extLst>
              <p:ext uri="{D42A27DB-BD31-4B8C-83A1-F6EECF244321}">
                <p14:modId xmlns:p14="http://schemas.microsoft.com/office/powerpoint/2010/main" val="3534107950"/>
              </p:ext>
            </p:extLst>
          </p:nvPr>
        </p:nvGraphicFramePr>
        <p:xfrm>
          <a:off x="6256791" y="4010967"/>
          <a:ext cx="977328" cy="558360"/>
        </p:xfrm>
        <a:graphic>
          <a:graphicData uri="http://schemas.openxmlformats.org/presentationml/2006/ole">
            <mc:AlternateContent xmlns:mc="http://schemas.openxmlformats.org/markup-compatibility/2006">
              <mc:Choice xmlns:v="urn:schemas-microsoft-com:vml" Requires="v">
                <p:oleObj name="Equation" r:id="rId16" imgW="444240" imgH="253800" progId="Equation.DSMT4">
                  <p:embed/>
                </p:oleObj>
              </mc:Choice>
              <mc:Fallback>
                <p:oleObj name="Equation" r:id="rId16" imgW="444240" imgH="253800" progId="Equation.DSMT4">
                  <p:embed/>
                  <p:pic>
                    <p:nvPicPr>
                      <p:cNvPr id="28" name="Object 8"/>
                      <p:cNvPicPr>
                        <a:picLocks noChangeAspect="1" noChangeArrowheads="1"/>
                      </p:cNvPicPr>
                      <p:nvPr/>
                    </p:nvPicPr>
                    <p:blipFill>
                      <a:blip r:embed="rId17"/>
                      <a:srcRect/>
                      <a:stretch>
                        <a:fillRect/>
                      </a:stretch>
                    </p:blipFill>
                    <p:spPr bwMode="auto">
                      <a:xfrm>
                        <a:off x="6256791" y="4010967"/>
                        <a:ext cx="977328" cy="55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045399418"/>
              </p:ext>
            </p:extLst>
          </p:nvPr>
        </p:nvGraphicFramePr>
        <p:xfrm>
          <a:off x="1014412" y="4950327"/>
          <a:ext cx="1871496" cy="502920"/>
        </p:xfrm>
        <a:graphic>
          <a:graphicData uri="http://schemas.openxmlformats.org/presentationml/2006/ole">
            <mc:AlternateContent xmlns:mc="http://schemas.openxmlformats.org/markup-compatibility/2006">
              <mc:Choice xmlns:v="urn:schemas-microsoft-com:vml" Requires="v">
                <p:oleObj name="Equation" r:id="rId18" imgW="850680" imgH="228600" progId="Equation.DSMT4">
                  <p:embed/>
                </p:oleObj>
              </mc:Choice>
              <mc:Fallback>
                <p:oleObj name="Equation" r:id="rId18" imgW="850680" imgH="228600" progId="Equation.DSMT4">
                  <p:embed/>
                  <p:pic>
                    <p:nvPicPr>
                      <p:cNvPr id="29" name="对象 28"/>
                      <p:cNvPicPr>
                        <a:picLocks noChangeAspect="1" noChangeArrowheads="1"/>
                      </p:cNvPicPr>
                      <p:nvPr/>
                    </p:nvPicPr>
                    <p:blipFill>
                      <a:blip r:embed="rId19"/>
                      <a:srcRect/>
                      <a:stretch>
                        <a:fillRect/>
                      </a:stretch>
                    </p:blipFill>
                    <p:spPr bwMode="auto">
                      <a:xfrm>
                        <a:off x="1014412" y="4950327"/>
                        <a:ext cx="1871496"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075279324"/>
              </p:ext>
            </p:extLst>
          </p:nvPr>
        </p:nvGraphicFramePr>
        <p:xfrm>
          <a:off x="1471611" y="3963486"/>
          <a:ext cx="1033560" cy="502920"/>
        </p:xfrm>
        <a:graphic>
          <a:graphicData uri="http://schemas.openxmlformats.org/presentationml/2006/ole">
            <mc:AlternateContent xmlns:mc="http://schemas.openxmlformats.org/markup-compatibility/2006">
              <mc:Choice xmlns:v="urn:schemas-microsoft-com:vml" Requires="v">
                <p:oleObj name="Equation" r:id="rId20" imgW="469800" imgH="228600" progId="Equation.DSMT4">
                  <p:embed/>
                </p:oleObj>
              </mc:Choice>
              <mc:Fallback>
                <p:oleObj name="Equation" r:id="rId20" imgW="469800" imgH="228600" progId="Equation.DSMT4">
                  <p:embed/>
                  <p:pic>
                    <p:nvPicPr>
                      <p:cNvPr id="30" name="对象 29"/>
                      <p:cNvPicPr>
                        <a:picLocks noChangeAspect="1" noChangeArrowheads="1"/>
                      </p:cNvPicPr>
                      <p:nvPr/>
                    </p:nvPicPr>
                    <p:blipFill>
                      <a:blip r:embed="rId21"/>
                      <a:srcRect/>
                      <a:stretch>
                        <a:fillRect/>
                      </a:stretch>
                    </p:blipFill>
                    <p:spPr bwMode="auto">
                      <a:xfrm>
                        <a:off x="1471611" y="3963486"/>
                        <a:ext cx="1033560"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Line 9"/>
          <p:cNvSpPr>
            <a:spLocks noChangeShapeType="1"/>
          </p:cNvSpPr>
          <p:nvPr/>
        </p:nvSpPr>
        <p:spPr bwMode="auto">
          <a:xfrm>
            <a:off x="914400" y="2877370"/>
            <a:ext cx="6940550" cy="1555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4" name="Object 12"/>
          <p:cNvGraphicFramePr>
            <a:graphicFrameLocks noChangeAspect="1"/>
          </p:cNvGraphicFramePr>
          <p:nvPr>
            <p:extLst>
              <p:ext uri="{D42A27DB-BD31-4B8C-83A1-F6EECF244321}">
                <p14:modId xmlns:p14="http://schemas.microsoft.com/office/powerpoint/2010/main" val="1660674526"/>
              </p:ext>
            </p:extLst>
          </p:nvPr>
        </p:nvGraphicFramePr>
        <p:xfrm>
          <a:off x="3979863" y="2892927"/>
          <a:ext cx="1005840" cy="893376"/>
        </p:xfrm>
        <a:graphic>
          <a:graphicData uri="http://schemas.openxmlformats.org/presentationml/2006/ole">
            <mc:AlternateContent xmlns:mc="http://schemas.openxmlformats.org/markup-compatibility/2006">
              <mc:Choice xmlns:v="urn:schemas-microsoft-com:vml" Requires="v">
                <p:oleObj name="Equation" r:id="rId22" imgW="457200" imgH="406080" progId="Equation.DSMT4">
                  <p:embed/>
                </p:oleObj>
              </mc:Choice>
              <mc:Fallback>
                <p:oleObj name="Equation" r:id="rId22" imgW="457200" imgH="406080" progId="Equation.DSMT4">
                  <p:embed/>
                  <p:pic>
                    <p:nvPicPr>
                      <p:cNvPr id="34" name="Object 12"/>
                      <p:cNvPicPr>
                        <a:picLocks noChangeAspect="1" noChangeArrowheads="1"/>
                      </p:cNvPicPr>
                      <p:nvPr/>
                    </p:nvPicPr>
                    <p:blipFill>
                      <a:blip r:embed="rId23"/>
                      <a:srcRect/>
                      <a:stretch>
                        <a:fillRect/>
                      </a:stretch>
                    </p:blipFill>
                    <p:spPr bwMode="auto">
                      <a:xfrm>
                        <a:off x="3979863" y="2892927"/>
                        <a:ext cx="1005840" cy="893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8"/>
          <p:cNvGraphicFramePr>
            <a:graphicFrameLocks noChangeAspect="1"/>
          </p:cNvGraphicFramePr>
          <p:nvPr>
            <p:extLst>
              <p:ext uri="{D42A27DB-BD31-4B8C-83A1-F6EECF244321}">
                <p14:modId xmlns:p14="http://schemas.microsoft.com/office/powerpoint/2010/main" val="4229028049"/>
              </p:ext>
            </p:extLst>
          </p:nvPr>
        </p:nvGraphicFramePr>
        <p:xfrm>
          <a:off x="6248400" y="3065965"/>
          <a:ext cx="837936" cy="558360"/>
        </p:xfrm>
        <a:graphic>
          <a:graphicData uri="http://schemas.openxmlformats.org/presentationml/2006/ole">
            <mc:AlternateContent xmlns:mc="http://schemas.openxmlformats.org/markup-compatibility/2006">
              <mc:Choice xmlns:v="urn:schemas-microsoft-com:vml" Requires="v">
                <p:oleObj name="Equation" r:id="rId24" imgW="380880" imgH="253800" progId="Equation.DSMT4">
                  <p:embed/>
                </p:oleObj>
              </mc:Choice>
              <mc:Fallback>
                <p:oleObj name="Equation" r:id="rId24" imgW="380880" imgH="253800" progId="Equation.DSMT4">
                  <p:embed/>
                  <p:pic>
                    <p:nvPicPr>
                      <p:cNvPr id="35" name="Object 8"/>
                      <p:cNvPicPr>
                        <a:picLocks noChangeAspect="1" noChangeArrowheads="1"/>
                      </p:cNvPicPr>
                      <p:nvPr/>
                    </p:nvPicPr>
                    <p:blipFill>
                      <a:blip r:embed="rId25"/>
                      <a:srcRect/>
                      <a:stretch>
                        <a:fillRect/>
                      </a:stretch>
                    </p:blipFill>
                    <p:spPr bwMode="auto">
                      <a:xfrm>
                        <a:off x="6248400" y="3065965"/>
                        <a:ext cx="837936" cy="55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587652122"/>
              </p:ext>
            </p:extLst>
          </p:nvPr>
        </p:nvGraphicFramePr>
        <p:xfrm>
          <a:off x="1614488" y="3138990"/>
          <a:ext cx="726264" cy="446688"/>
        </p:xfrm>
        <a:graphic>
          <a:graphicData uri="http://schemas.openxmlformats.org/presentationml/2006/ole">
            <mc:AlternateContent xmlns:mc="http://schemas.openxmlformats.org/markup-compatibility/2006">
              <mc:Choice xmlns:v="urn:schemas-microsoft-com:vml" Requires="v">
                <p:oleObj name="Equation" r:id="rId26" imgW="330120" imgH="203040" progId="Equation.DSMT4">
                  <p:embed/>
                </p:oleObj>
              </mc:Choice>
              <mc:Fallback>
                <p:oleObj name="Equation" r:id="rId26" imgW="330120" imgH="203040" progId="Equation.DSMT4">
                  <p:embed/>
                  <p:pic>
                    <p:nvPicPr>
                      <p:cNvPr id="36" name="对象 35"/>
                      <p:cNvPicPr>
                        <a:picLocks noChangeAspect="1" noChangeArrowheads="1"/>
                      </p:cNvPicPr>
                      <p:nvPr/>
                    </p:nvPicPr>
                    <p:blipFill>
                      <a:blip r:embed="rId27"/>
                      <a:srcRect/>
                      <a:stretch>
                        <a:fillRect/>
                      </a:stretch>
                    </p:blipFill>
                    <p:spPr bwMode="auto">
                      <a:xfrm>
                        <a:off x="1614488" y="3138990"/>
                        <a:ext cx="726264" cy="44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Line 9"/>
          <p:cNvSpPr>
            <a:spLocks noChangeShapeType="1"/>
          </p:cNvSpPr>
          <p:nvPr/>
        </p:nvSpPr>
        <p:spPr bwMode="auto">
          <a:xfrm>
            <a:off x="914400" y="3791770"/>
            <a:ext cx="6940550" cy="1555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 name="Line 9"/>
          <p:cNvSpPr>
            <a:spLocks noChangeShapeType="1"/>
          </p:cNvSpPr>
          <p:nvPr/>
        </p:nvSpPr>
        <p:spPr bwMode="auto">
          <a:xfrm>
            <a:off x="984250" y="5704390"/>
            <a:ext cx="6940550" cy="7937"/>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33748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
        <p:nvSpPr>
          <p:cNvPr id="7" name="Text Box 6"/>
          <p:cNvSpPr txBox="1">
            <a:spLocks noChangeArrowheads="1"/>
          </p:cNvSpPr>
          <p:nvPr/>
        </p:nvSpPr>
        <p:spPr bwMode="auto">
          <a:xfrm>
            <a:off x="574249" y="1112248"/>
            <a:ext cx="1371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z</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 </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变换</a:t>
            </a:r>
          </a:p>
        </p:txBody>
      </p:sp>
      <p:graphicFrame>
        <p:nvGraphicFramePr>
          <p:cNvPr id="8" name="对象 1"/>
          <p:cNvGraphicFramePr>
            <a:graphicFrameLocks noChangeAspect="1"/>
          </p:cNvGraphicFramePr>
          <p:nvPr/>
        </p:nvGraphicFramePr>
        <p:xfrm>
          <a:off x="2528888" y="912228"/>
          <a:ext cx="2920356" cy="992772"/>
        </p:xfrm>
        <a:graphic>
          <a:graphicData uri="http://schemas.openxmlformats.org/presentationml/2006/ole">
            <mc:AlternateContent xmlns:mc="http://schemas.openxmlformats.org/markup-compatibility/2006">
              <mc:Choice xmlns:v="urn:schemas-microsoft-com:vml" Requires="v">
                <p:oleObj name="Equation" r:id="rId2" imgW="1269720" imgH="431640" progId="Equation.DSMT4">
                  <p:embed/>
                </p:oleObj>
              </mc:Choice>
              <mc:Fallback>
                <p:oleObj name="Equation" r:id="rId2" imgW="1269720" imgH="431640" progId="Equation.DSMT4">
                  <p:embed/>
                  <p:pic>
                    <p:nvPicPr>
                      <p:cNvPr id="8" name="对象 1"/>
                      <p:cNvPicPr>
                        <a:picLocks noChangeAspect="1" noChangeArrowheads="1"/>
                      </p:cNvPicPr>
                      <p:nvPr/>
                    </p:nvPicPr>
                    <p:blipFill>
                      <a:blip r:embed="rId3"/>
                      <a:srcRect/>
                      <a:stretch>
                        <a:fillRect/>
                      </a:stretch>
                    </p:blipFill>
                    <p:spPr bwMode="auto">
                      <a:xfrm>
                        <a:off x="2528888" y="912228"/>
                        <a:ext cx="2920356" cy="992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1"/>
          <p:cNvSpPr txBox="1">
            <a:spLocks noChangeArrowheads="1"/>
          </p:cNvSpPr>
          <p:nvPr/>
        </p:nvSpPr>
        <p:spPr bwMode="auto">
          <a:xfrm>
            <a:off x="542925" y="2169260"/>
            <a:ext cx="1752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a:cs typeface="Times New Roman" panose="02020603050405020304" pitchFamily="18" charset="0"/>
              </a:rPr>
              <a:t>逆 </a:t>
            </a:r>
            <a:r>
              <a:rPr kumimoji="1" lang="en-US" altLang="zh-CN" sz="2800" b="1" i="1" u="none" strike="noStrike" kern="1200" cap="none" spc="0" normalizeH="0" baseline="0" noProof="0" dirty="0">
                <a:ln>
                  <a:noFill/>
                </a:ln>
                <a:solidFill>
                  <a:srgbClr val="3333CC"/>
                </a:solidFill>
                <a:effectLst/>
                <a:uLnTx/>
                <a:uFillTx/>
                <a:latin typeface="Times New Roman" panose="02020603050405020304" pitchFamily="18" charset="0"/>
                <a:ea typeface="宋体"/>
                <a:cs typeface="Times New Roman" panose="02020603050405020304" pitchFamily="18" charset="0"/>
              </a:rPr>
              <a:t>z</a:t>
            </a:r>
            <a:r>
              <a:rPr kumimoji="1" lang="en-US" altLang="zh-CN" sz="2800" b="1" i="0" u="none" strike="noStrike" kern="1200" cap="none" spc="0" normalizeH="0" baseline="0" noProof="0" dirty="0">
                <a:ln>
                  <a:noFill/>
                </a:ln>
                <a:solidFill>
                  <a:srgbClr val="3333CC"/>
                </a:solidFill>
                <a:effectLst/>
                <a:uLnTx/>
                <a:uFillTx/>
                <a:latin typeface="Times New Roman" panose="02020603050405020304" pitchFamily="18" charset="0"/>
                <a:ea typeface="宋体"/>
                <a:cs typeface="Times New Roman" panose="02020603050405020304" pitchFamily="18" charset="0"/>
              </a:rPr>
              <a:t> </a:t>
            </a:r>
            <a:r>
              <a:rPr kumimoji="1"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a:cs typeface="Times New Roman" panose="02020603050405020304" pitchFamily="18" charset="0"/>
              </a:rPr>
              <a:t>变换</a:t>
            </a:r>
          </a:p>
        </p:txBody>
      </p:sp>
      <p:graphicFrame>
        <p:nvGraphicFramePr>
          <p:cNvPr id="10" name="对象 9"/>
          <p:cNvGraphicFramePr>
            <a:graphicFrameLocks noChangeAspect="1"/>
          </p:cNvGraphicFramePr>
          <p:nvPr/>
        </p:nvGraphicFramePr>
        <p:xfrm>
          <a:off x="2525713" y="1981200"/>
          <a:ext cx="3709440" cy="1021752"/>
        </p:xfrm>
        <a:graphic>
          <a:graphicData uri="http://schemas.openxmlformats.org/presentationml/2006/ole">
            <mc:AlternateContent xmlns:mc="http://schemas.openxmlformats.org/markup-compatibility/2006">
              <mc:Choice xmlns:v="urn:schemas-microsoft-com:vml" Requires="v">
                <p:oleObj name="Equation" r:id="rId4" imgW="1612800" imgH="444240" progId="Equation.DSMT4">
                  <p:embed/>
                </p:oleObj>
              </mc:Choice>
              <mc:Fallback>
                <p:oleObj name="Equation" r:id="rId4" imgW="1612800" imgH="444240" progId="Equation.DSMT4">
                  <p:embed/>
                  <p:pic>
                    <p:nvPicPr>
                      <p:cNvPr id="10" name="对象 9"/>
                      <p:cNvPicPr>
                        <a:picLocks noChangeAspect="1" noChangeArrowheads="1"/>
                      </p:cNvPicPr>
                      <p:nvPr/>
                    </p:nvPicPr>
                    <p:blipFill>
                      <a:blip r:embed="rId5"/>
                      <a:srcRect/>
                      <a:stretch>
                        <a:fillRect/>
                      </a:stretch>
                    </p:blipFill>
                    <p:spPr bwMode="auto">
                      <a:xfrm>
                        <a:off x="2525713" y="1981200"/>
                        <a:ext cx="3709440" cy="102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7"/>
          <p:cNvSpPr txBox="1">
            <a:spLocks noChangeArrowheads="1"/>
          </p:cNvSpPr>
          <p:nvPr/>
        </p:nvSpPr>
        <p:spPr bwMode="auto">
          <a:xfrm>
            <a:off x="1945849" y="3148355"/>
            <a:ext cx="732790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5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积分路径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C</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a:p>
            <a:pPr marL="0" marR="0" lvl="0" indent="0" algn="l" defTabSz="914400" rtl="0" eaLnBrk="1" fontAlgn="base" latinLnBrk="0" hangingPunct="1">
              <a:lnSpc>
                <a:spcPct val="125000"/>
              </a:lnSpc>
              <a:spcBef>
                <a:spcPts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收敛域内逆时针环绕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的一条闭合曲线</a:t>
            </a:r>
          </a:p>
        </p:txBody>
      </p:sp>
      <p:sp>
        <p:nvSpPr>
          <p:cNvPr id="12" name="TextBox 1"/>
          <p:cNvSpPr txBox="1"/>
          <p:nvPr/>
        </p:nvSpPr>
        <p:spPr>
          <a:xfrm>
            <a:off x="517787" y="4542999"/>
            <a:ext cx="5747994" cy="181588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66FF"/>
                </a:solidFill>
                <a:effectLst/>
                <a:uLnTx/>
                <a:uFillTx/>
                <a:latin typeface="Times New Roman" panose="02020603050405020304" pitchFamily="18" charset="0"/>
                <a:ea typeface="宋体" charset="-122"/>
                <a:cs typeface="+mn-cs"/>
              </a:rPr>
              <a:t>求解逆</a:t>
            </a:r>
            <a:r>
              <a:rPr kumimoji="0" lang="en-US" altLang="zh-CN" sz="2800" b="1" i="0" u="none" strike="noStrike" kern="1200" cap="none" spc="0" normalizeH="0" baseline="0" noProof="0" dirty="0">
                <a:ln>
                  <a:noFill/>
                </a:ln>
                <a:solidFill>
                  <a:srgbClr val="0066FF"/>
                </a:solidFill>
                <a:effectLst/>
                <a:uLnTx/>
                <a:uFillTx/>
                <a:latin typeface="Times New Roman" panose="02020603050405020304" pitchFamily="18" charset="0"/>
                <a:ea typeface="宋体" charset="-122"/>
                <a:cs typeface="+mn-cs"/>
              </a:rPr>
              <a:t>z</a:t>
            </a:r>
            <a:r>
              <a:rPr kumimoji="0" lang="zh-CN" altLang="en-US" sz="2800" b="1" i="0" u="none" strike="noStrike" kern="1200" cap="none" spc="0" normalizeH="0" baseline="0" noProof="0" dirty="0">
                <a:ln>
                  <a:noFill/>
                </a:ln>
                <a:solidFill>
                  <a:srgbClr val="0066FF"/>
                </a:solidFill>
                <a:effectLst/>
                <a:uLnTx/>
                <a:uFillTx/>
                <a:latin typeface="Times New Roman" panose="02020603050405020304" pitchFamily="18" charset="0"/>
                <a:ea typeface="宋体" charset="-122"/>
                <a:cs typeface="+mn-cs"/>
              </a:rPr>
              <a:t>变换的三种常用方法：</a:t>
            </a:r>
            <a:endParaRPr kumimoji="0" lang="en-US" altLang="zh-CN" sz="2800" b="1" i="0" u="none" strike="noStrike" kern="1200" cap="none" spc="0" normalizeH="0" baseline="0" noProof="0" dirty="0">
              <a:ln>
                <a:noFill/>
              </a:ln>
              <a:solidFill>
                <a:srgbClr val="0066FF"/>
              </a:solidFill>
              <a:effectLst/>
              <a:uLnTx/>
              <a:uFillTx/>
              <a:latin typeface="Times New Roman" panose="02020603050405020304" pitchFamily="18" charset="0"/>
              <a:ea typeface="宋体" charset="-122"/>
              <a:cs typeface="+mn-cs"/>
            </a:endParaRPr>
          </a:p>
          <a:p>
            <a:pPr marL="457200" marR="0" lvl="0" indent="-457200" algn="l" defTabSz="914400" rtl="0" eaLnBrk="0" fontAlgn="base" latinLnBrk="0" hangingPunct="0">
              <a:lnSpc>
                <a:spcPct val="100000"/>
              </a:lnSpc>
              <a:spcBef>
                <a:spcPct val="0"/>
              </a:spcBef>
              <a:spcAft>
                <a:spcPct val="0"/>
              </a:spcAft>
              <a:buClrTx/>
              <a:buSzTx/>
              <a:buFontTx/>
              <a:buAutoNum type="arabicPeriod"/>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长除法</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endParaRPr>
          </a:p>
          <a:p>
            <a:pPr marL="457200" marR="0" lvl="0" indent="-457200" algn="l" defTabSz="914400" rtl="0" eaLnBrk="0" fontAlgn="base" latinLnBrk="0" hangingPunct="0">
              <a:lnSpc>
                <a:spcPct val="100000"/>
              </a:lnSpc>
              <a:spcBef>
                <a:spcPct val="0"/>
              </a:spcBef>
              <a:spcAft>
                <a:spcPct val="0"/>
              </a:spcAft>
              <a:buClrTx/>
              <a:buSzTx/>
              <a:buFontTx/>
              <a:buAutoNum type="arabicPeriod"/>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留数法</a:t>
            </a:r>
            <a:endPar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endParaRPr>
          </a:p>
          <a:p>
            <a:pPr marL="457200" marR="0" lvl="0" indent="-457200" algn="l" defTabSz="914400" rtl="0" eaLnBrk="0" fontAlgn="base" latinLnBrk="0" hangingPunct="0">
              <a:lnSpc>
                <a:spcPct val="100000"/>
              </a:lnSpc>
              <a:spcBef>
                <a:spcPct val="0"/>
              </a:spcBef>
              <a:spcAft>
                <a:spcPct val="0"/>
              </a:spcAft>
              <a:buClrTx/>
              <a:buSzTx/>
              <a:buFontTx/>
              <a:buAutoNum type="arabicPeriod"/>
              <a:tabLst/>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mn-cs"/>
              </a:rPr>
              <a:t>部分分式展开法</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rPr>
              <a:t> </a:t>
            </a:r>
            <a:endPar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mn-cs"/>
            </a:endParaRPr>
          </a:p>
        </p:txBody>
      </p:sp>
      <p:sp>
        <p:nvSpPr>
          <p:cNvPr id="14" name="矩形 13"/>
          <p:cNvSpPr/>
          <p:nvPr/>
        </p:nvSpPr>
        <p:spPr>
          <a:xfrm>
            <a:off x="3647261" y="5835661"/>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97376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a:xfrm>
            <a:off x="685800" y="919162"/>
            <a:ext cx="4140200" cy="604838"/>
          </a:xfrm>
          <a:prstGeom prst="rect">
            <a:avLst/>
          </a:prstGeom>
        </p:spPr>
        <p:txBody>
          <a:bodyPr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j-cs"/>
              </a:rPr>
              <a:t>1. </a:t>
            </a: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j-cs"/>
              </a:rPr>
              <a:t>长除法</a:t>
            </a:r>
          </a:p>
        </p:txBody>
      </p:sp>
      <p:graphicFrame>
        <p:nvGraphicFramePr>
          <p:cNvPr id="20" name="Object 3"/>
          <p:cNvGraphicFramePr>
            <a:graphicFrameLocks noChangeAspect="1"/>
          </p:cNvGraphicFramePr>
          <p:nvPr/>
        </p:nvGraphicFramePr>
        <p:xfrm>
          <a:off x="609600" y="1690367"/>
          <a:ext cx="2765664" cy="949608"/>
        </p:xfrm>
        <a:graphic>
          <a:graphicData uri="http://schemas.openxmlformats.org/presentationml/2006/ole">
            <mc:AlternateContent xmlns:mc="http://schemas.openxmlformats.org/markup-compatibility/2006">
              <mc:Choice xmlns:v="urn:schemas-microsoft-com:vml" Requires="v">
                <p:oleObj name="Equation" r:id="rId2" imgW="1257120" imgH="431640" progId="Equation.DSMT4">
                  <p:embed/>
                </p:oleObj>
              </mc:Choice>
              <mc:Fallback>
                <p:oleObj name="Equation" r:id="rId2" imgW="1257120" imgH="431640" progId="Equation.DSMT4">
                  <p:embed/>
                  <p:pic>
                    <p:nvPicPr>
                      <p:cNvPr id="20" name="Object 3"/>
                      <p:cNvPicPr>
                        <a:picLocks noChangeAspect="1" noChangeArrowheads="1"/>
                      </p:cNvPicPr>
                      <p:nvPr/>
                    </p:nvPicPr>
                    <p:blipFill>
                      <a:blip r:embed="rId3"/>
                      <a:srcRect/>
                      <a:stretch>
                        <a:fillRect/>
                      </a:stretch>
                    </p:blipFill>
                    <p:spPr bwMode="auto">
                      <a:xfrm>
                        <a:off x="609600" y="1690367"/>
                        <a:ext cx="2765664"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
          <p:cNvGraphicFramePr>
            <a:graphicFrameLocks noChangeAspect="1"/>
          </p:cNvGraphicFramePr>
          <p:nvPr/>
        </p:nvGraphicFramePr>
        <p:xfrm>
          <a:off x="1371600" y="2742962"/>
          <a:ext cx="7307496" cy="480060"/>
        </p:xfrm>
        <a:graphic>
          <a:graphicData uri="http://schemas.openxmlformats.org/presentationml/2006/ole">
            <mc:AlternateContent xmlns:mc="http://schemas.openxmlformats.org/markup-compatibility/2006">
              <mc:Choice xmlns:v="urn:schemas-microsoft-com:vml" Requires="v">
                <p:oleObj name="Equation" r:id="rId4" imgW="3479760" imgH="228600" progId="Equation.DSMT4">
                  <p:embed/>
                </p:oleObj>
              </mc:Choice>
              <mc:Fallback>
                <p:oleObj name="Equation" r:id="rId4" imgW="3479760" imgH="228600" progId="Equation.DSMT4">
                  <p:embed/>
                  <p:pic>
                    <p:nvPicPr>
                      <p:cNvPr id="21" name="Object 4"/>
                      <p:cNvPicPr>
                        <a:picLocks noChangeAspect="1" noChangeArrowheads="1"/>
                      </p:cNvPicPr>
                      <p:nvPr/>
                    </p:nvPicPr>
                    <p:blipFill>
                      <a:blip r:embed="rId5"/>
                      <a:srcRect/>
                      <a:stretch>
                        <a:fillRect/>
                      </a:stretch>
                    </p:blipFill>
                    <p:spPr bwMode="auto">
                      <a:xfrm>
                        <a:off x="1371600" y="2742962"/>
                        <a:ext cx="7307496"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608029" y="3733562"/>
            <a:ext cx="7961296" cy="1600438"/>
          </a:xfrm>
          <a:prstGeom prst="rect">
            <a:avLst/>
          </a:prstGeom>
        </p:spPr>
        <p:txBody>
          <a:bodyPr wrap="square">
            <a:spAutoFit/>
          </a:body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一般地，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为有理分式形式，可通过长除把它展开为幂级数。</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sp>
        <p:nvSpPr>
          <p:cNvPr id="7"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592034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a:xfrm>
            <a:off x="810419" y="809038"/>
            <a:ext cx="4140200" cy="604838"/>
          </a:xfrm>
          <a:prstGeom prst="rect">
            <a:avLst/>
          </a:prstGeom>
        </p:spPr>
        <p:txBody>
          <a:bodyPr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j-cs"/>
              </a:rPr>
              <a:t>1. </a:t>
            </a: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j-cs"/>
              </a:rPr>
              <a:t>长除法</a:t>
            </a:r>
          </a:p>
        </p:txBody>
      </p:sp>
      <p:sp>
        <p:nvSpPr>
          <p:cNvPr id="8" name="矩形 7"/>
          <p:cNvSpPr/>
          <p:nvPr/>
        </p:nvSpPr>
        <p:spPr>
          <a:xfrm>
            <a:off x="747162" y="146994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9" name="对象 2"/>
          <p:cNvGraphicFramePr>
            <a:graphicFrameLocks noChangeAspect="1"/>
          </p:cNvGraphicFramePr>
          <p:nvPr/>
        </p:nvGraphicFramePr>
        <p:xfrm>
          <a:off x="1676400" y="1296903"/>
          <a:ext cx="2717800" cy="935037"/>
        </p:xfrm>
        <a:graphic>
          <a:graphicData uri="http://schemas.openxmlformats.org/presentationml/2006/ole">
            <mc:AlternateContent xmlns:mc="http://schemas.openxmlformats.org/markup-compatibility/2006">
              <mc:Choice xmlns:v="urn:schemas-microsoft-com:vml" Requires="v">
                <p:oleObj name="Equation" r:id="rId2" imgW="1180800" imgH="406080" progId="Equation.DSMT4">
                  <p:embed/>
                </p:oleObj>
              </mc:Choice>
              <mc:Fallback>
                <p:oleObj name="Equation" r:id="rId2" imgW="1180800" imgH="406080" progId="Equation.DSMT4">
                  <p:embed/>
                  <p:pic>
                    <p:nvPicPr>
                      <p:cNvPr id="9" name="对象 2"/>
                      <p:cNvPicPr>
                        <a:picLocks noChangeAspect="1" noChangeArrowheads="1"/>
                      </p:cNvPicPr>
                      <p:nvPr/>
                    </p:nvPicPr>
                    <p:blipFill>
                      <a:blip r:embed="rId3"/>
                      <a:srcRect/>
                      <a:stretch>
                        <a:fillRect/>
                      </a:stretch>
                    </p:blipFill>
                    <p:spPr bwMode="auto">
                      <a:xfrm>
                        <a:off x="1676400" y="1296903"/>
                        <a:ext cx="271780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4607962" y="1472321"/>
          <a:ext cx="1168400" cy="584200"/>
        </p:xfrm>
        <a:graphic>
          <a:graphicData uri="http://schemas.openxmlformats.org/presentationml/2006/ole">
            <mc:AlternateContent xmlns:mc="http://schemas.openxmlformats.org/markup-compatibility/2006">
              <mc:Choice xmlns:v="urn:schemas-microsoft-com:vml" Requires="v">
                <p:oleObj name="Equation" r:id="rId4" imgW="507960" imgH="253800" progId="Equation.DSMT4">
                  <p:embed/>
                </p:oleObj>
              </mc:Choice>
              <mc:Fallback>
                <p:oleObj name="Equation" r:id="rId4" imgW="507960" imgH="253800" progId="Equation.DSMT4">
                  <p:embed/>
                  <p:pic>
                    <p:nvPicPr>
                      <p:cNvPr id="10" name="对象 9"/>
                      <p:cNvPicPr>
                        <a:picLocks noChangeAspect="1" noChangeArrowheads="1"/>
                      </p:cNvPicPr>
                      <p:nvPr/>
                    </p:nvPicPr>
                    <p:blipFill>
                      <a:blip r:embed="rId5"/>
                      <a:srcRect/>
                      <a:stretch>
                        <a:fillRect/>
                      </a:stretch>
                    </p:blipFill>
                    <p:spPr bwMode="auto">
                      <a:xfrm>
                        <a:off x="4607962" y="1472321"/>
                        <a:ext cx="1168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2"/>
          <p:cNvGraphicFramePr>
            <a:graphicFrameLocks noChangeAspect="1"/>
          </p:cNvGraphicFramePr>
          <p:nvPr/>
        </p:nvGraphicFramePr>
        <p:xfrm>
          <a:off x="1292504" y="2362200"/>
          <a:ext cx="4825440" cy="3860640"/>
        </p:xfrm>
        <a:graphic>
          <a:graphicData uri="http://schemas.openxmlformats.org/presentationml/2006/ole">
            <mc:AlternateContent xmlns:mc="http://schemas.openxmlformats.org/markup-compatibility/2006">
              <mc:Choice xmlns:v="urn:schemas-microsoft-com:vml" Requires="v">
                <p:oleObj name="Equation" r:id="rId6" imgW="2412720" imgH="1930320" progId="Equation.DSMT4">
                  <p:embed/>
                </p:oleObj>
              </mc:Choice>
              <mc:Fallback>
                <p:oleObj name="Equation" r:id="rId6" imgW="2412720" imgH="1930320" progId="Equation.DSMT4">
                  <p:embed/>
                  <p:pic>
                    <p:nvPicPr>
                      <p:cNvPr id="12" name="对象 2"/>
                      <p:cNvPicPr>
                        <a:picLocks noChangeAspect="1" noChangeArrowheads="1"/>
                      </p:cNvPicPr>
                      <p:nvPr/>
                    </p:nvPicPr>
                    <p:blipFill>
                      <a:blip r:embed="rId7"/>
                      <a:srcRect/>
                      <a:stretch>
                        <a:fillRect/>
                      </a:stretch>
                    </p:blipFill>
                    <p:spPr bwMode="auto">
                      <a:xfrm>
                        <a:off x="1292504" y="2362200"/>
                        <a:ext cx="4825440" cy="38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2"/>
          <p:cNvGraphicFramePr>
            <a:graphicFrameLocks noChangeAspect="1"/>
          </p:cNvGraphicFramePr>
          <p:nvPr/>
        </p:nvGraphicFramePr>
        <p:xfrm>
          <a:off x="1219200" y="5960109"/>
          <a:ext cx="2397125" cy="525462"/>
        </p:xfrm>
        <a:graphic>
          <a:graphicData uri="http://schemas.openxmlformats.org/presentationml/2006/ole">
            <mc:AlternateContent xmlns:mc="http://schemas.openxmlformats.org/markup-compatibility/2006">
              <mc:Choice xmlns:v="urn:schemas-microsoft-com:vml" Requires="v">
                <p:oleObj name="Equation" r:id="rId8" imgW="1041120" imgH="228600" progId="Equation.DSMT4">
                  <p:embed/>
                </p:oleObj>
              </mc:Choice>
              <mc:Fallback>
                <p:oleObj name="Equation" r:id="rId8" imgW="1041120" imgH="228600" progId="Equation.DSMT4">
                  <p:embed/>
                  <p:pic>
                    <p:nvPicPr>
                      <p:cNvPr id="13" name="对象 2"/>
                      <p:cNvPicPr>
                        <a:picLocks noChangeAspect="1" noChangeArrowheads="1"/>
                      </p:cNvPicPr>
                      <p:nvPr/>
                    </p:nvPicPr>
                    <p:blipFill>
                      <a:blip r:embed="rId9"/>
                      <a:srcRect/>
                      <a:stretch>
                        <a:fillRect/>
                      </a:stretch>
                    </p:blipFill>
                    <p:spPr bwMode="auto">
                      <a:xfrm>
                        <a:off x="1219200" y="5960109"/>
                        <a:ext cx="239712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16921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685800" y="919162"/>
            <a:ext cx="4140200" cy="604838"/>
          </a:xfrm>
          <a:prstGeom prst="rect">
            <a:avLst/>
          </a:prstGeom>
        </p:spPr>
        <p:txBody>
          <a:bodyPr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j-cs"/>
              </a:rPr>
              <a:t>2. </a:t>
            </a:r>
            <a:r>
              <a:rPr kumimoji="0" lang="zh-CN" altLang="en-US" sz="2800" b="1" i="0" u="none" strike="noStrike" kern="1200" cap="none" spc="0" normalizeH="0" baseline="0" noProof="0" dirty="0">
                <a:ln>
                  <a:noFill/>
                </a:ln>
                <a:solidFill>
                  <a:srgbClr val="000000"/>
                </a:solidFill>
                <a:effectLst/>
                <a:uLnTx/>
                <a:uFillTx/>
                <a:latin typeface="Times New Roman"/>
                <a:ea typeface="宋体" charset="-122"/>
                <a:cs typeface="+mj-cs"/>
              </a:rPr>
              <a:t>留数</a:t>
            </a: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j-cs"/>
              </a:rPr>
              <a:t>法</a:t>
            </a:r>
          </a:p>
        </p:txBody>
      </p:sp>
      <p:sp>
        <p:nvSpPr>
          <p:cNvPr id="7" name="Text Box 3"/>
          <p:cNvSpPr txBox="1">
            <a:spLocks noChangeArrowheads="1"/>
          </p:cNvSpPr>
          <p:nvPr/>
        </p:nvSpPr>
        <p:spPr bwMode="auto">
          <a:xfrm>
            <a:off x="990600" y="1525505"/>
            <a:ext cx="49632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可利用留数定理计算围线积分 </a:t>
            </a:r>
          </a:p>
        </p:txBody>
      </p:sp>
      <p:graphicFrame>
        <p:nvGraphicFramePr>
          <p:cNvPr id="9" name="Object 5"/>
          <p:cNvGraphicFramePr>
            <a:graphicFrameLocks noChangeAspect="1"/>
          </p:cNvGraphicFramePr>
          <p:nvPr/>
        </p:nvGraphicFramePr>
        <p:xfrm>
          <a:off x="1828800" y="3136768"/>
          <a:ext cx="2190060" cy="583740"/>
        </p:xfrm>
        <a:graphic>
          <a:graphicData uri="http://schemas.openxmlformats.org/presentationml/2006/ole">
            <mc:AlternateContent xmlns:mc="http://schemas.openxmlformats.org/markup-compatibility/2006">
              <mc:Choice xmlns:v="urn:schemas-microsoft-com:vml" Requires="v">
                <p:oleObj name="Equation" r:id="rId2" imgW="952200" imgH="253800" progId="Equation.DSMT4">
                  <p:embed/>
                </p:oleObj>
              </mc:Choice>
              <mc:Fallback>
                <p:oleObj name="Equation" r:id="rId2" imgW="952200" imgH="253800" progId="Equation.DSMT4">
                  <p:embed/>
                  <p:pic>
                    <p:nvPicPr>
                      <p:cNvPr id="9" name="Object 5"/>
                      <p:cNvPicPr>
                        <a:picLocks noChangeAspect="1" noChangeArrowheads="1"/>
                      </p:cNvPicPr>
                      <p:nvPr/>
                    </p:nvPicPr>
                    <p:blipFill>
                      <a:blip r:embed="rId3"/>
                      <a:srcRect/>
                      <a:stretch>
                        <a:fillRect/>
                      </a:stretch>
                    </p:blipFill>
                    <p:spPr bwMode="auto">
                      <a:xfrm>
                        <a:off x="1828800" y="3136768"/>
                        <a:ext cx="2190060" cy="58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1"/>
          <p:cNvSpPr>
            <a:spLocks noChangeArrowheads="1"/>
          </p:cNvSpPr>
          <p:nvPr/>
        </p:nvSpPr>
        <p:spPr bwMode="auto">
          <a:xfrm>
            <a:off x="3886200" y="3072825"/>
            <a:ext cx="38892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在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内的极点上的留数</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1" name="对象 10"/>
          <p:cNvGraphicFramePr>
            <a:graphicFrameLocks noChangeAspect="1"/>
          </p:cNvGraphicFramePr>
          <p:nvPr/>
        </p:nvGraphicFramePr>
        <p:xfrm>
          <a:off x="1066800" y="2012557"/>
          <a:ext cx="4002087" cy="1103313"/>
        </p:xfrm>
        <a:graphic>
          <a:graphicData uri="http://schemas.openxmlformats.org/presentationml/2006/ole">
            <mc:AlternateContent xmlns:mc="http://schemas.openxmlformats.org/markup-compatibility/2006">
              <mc:Choice xmlns:v="urn:schemas-microsoft-com:vml" Requires="v">
                <p:oleObj name="Equation" r:id="rId4" imgW="1612800" imgH="444240" progId="Equation.DSMT4">
                  <p:embed/>
                </p:oleObj>
              </mc:Choice>
              <mc:Fallback>
                <p:oleObj name="Equation" r:id="rId4" imgW="1612800" imgH="444240" progId="Equation.DSMT4">
                  <p:embed/>
                  <p:pic>
                    <p:nvPicPr>
                      <p:cNvPr id="11" name="对象 10"/>
                      <p:cNvPicPr>
                        <a:picLocks noChangeAspect="1" noChangeArrowheads="1"/>
                      </p:cNvPicPr>
                      <p:nvPr/>
                    </p:nvPicPr>
                    <p:blipFill>
                      <a:blip r:embed="rId5"/>
                      <a:srcRect/>
                      <a:stretch>
                        <a:fillRect/>
                      </a:stretch>
                    </p:blipFill>
                    <p:spPr bwMode="auto">
                      <a:xfrm>
                        <a:off x="1066800" y="2012557"/>
                        <a:ext cx="4002087" cy="11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
          <p:cNvGraphicFramePr>
            <a:graphicFrameLocks noChangeAspect="1"/>
          </p:cNvGraphicFramePr>
          <p:nvPr/>
        </p:nvGraphicFramePr>
        <p:xfrm>
          <a:off x="7491413" y="3136768"/>
          <a:ext cx="204787" cy="438150"/>
        </p:xfrm>
        <a:graphic>
          <a:graphicData uri="http://schemas.openxmlformats.org/presentationml/2006/ole">
            <mc:AlternateContent xmlns:mc="http://schemas.openxmlformats.org/markup-compatibility/2006">
              <mc:Choice xmlns:v="urn:schemas-microsoft-com:vml" Requires="v">
                <p:oleObj name="Equation" r:id="rId6" imgW="88560" imgH="190440" progId="Equation.DSMT4">
                  <p:embed/>
                </p:oleObj>
              </mc:Choice>
              <mc:Fallback>
                <p:oleObj name="Equation" r:id="rId6" imgW="88560" imgH="190440" progId="Equation.DSMT4">
                  <p:embed/>
                  <p:pic>
                    <p:nvPicPr>
                      <p:cNvPr id="13" name="Object 5"/>
                      <p:cNvPicPr>
                        <a:picLocks noChangeAspect="1" noChangeArrowheads="1"/>
                      </p:cNvPicPr>
                      <p:nvPr/>
                    </p:nvPicPr>
                    <p:blipFill>
                      <a:blip r:embed="rId7"/>
                      <a:srcRect/>
                      <a:stretch>
                        <a:fillRect/>
                      </a:stretch>
                    </p:blipFill>
                    <p:spPr bwMode="auto">
                      <a:xfrm>
                        <a:off x="7491413" y="3136768"/>
                        <a:ext cx="20478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 Box 7"/>
          <p:cNvSpPr txBox="1">
            <a:spLocks noChangeArrowheads="1"/>
          </p:cNvSpPr>
          <p:nvPr/>
        </p:nvSpPr>
        <p:spPr bwMode="auto">
          <a:xfrm>
            <a:off x="958392" y="3823712"/>
            <a:ext cx="31037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一阶极点的留数 </a:t>
            </a:r>
          </a:p>
        </p:txBody>
      </p:sp>
      <p:graphicFrame>
        <p:nvGraphicFramePr>
          <p:cNvPr id="15" name="Object 15"/>
          <p:cNvGraphicFramePr>
            <a:graphicFrameLocks noChangeAspect="1"/>
          </p:cNvGraphicFramePr>
          <p:nvPr/>
        </p:nvGraphicFramePr>
        <p:xfrm>
          <a:off x="1181100" y="4429125"/>
          <a:ext cx="5811838" cy="700088"/>
        </p:xfrm>
        <a:graphic>
          <a:graphicData uri="http://schemas.openxmlformats.org/presentationml/2006/ole">
            <mc:AlternateContent xmlns:mc="http://schemas.openxmlformats.org/markup-compatibility/2006">
              <mc:Choice xmlns:v="urn:schemas-microsoft-com:vml" Requires="v">
                <p:oleObj name="Equation" r:id="rId8" imgW="2527200" imgH="304560" progId="Equation.DSMT4">
                  <p:embed/>
                </p:oleObj>
              </mc:Choice>
              <mc:Fallback>
                <p:oleObj name="Equation" r:id="rId8" imgW="2527200" imgH="304560" progId="Equation.DSMT4">
                  <p:embed/>
                  <p:pic>
                    <p:nvPicPr>
                      <p:cNvPr id="15" name="Object 15"/>
                      <p:cNvPicPr>
                        <a:picLocks noChangeAspect="1" noChangeArrowheads="1"/>
                      </p:cNvPicPr>
                      <p:nvPr/>
                    </p:nvPicPr>
                    <p:blipFill>
                      <a:blip r:embed="rId9"/>
                      <a:srcRect/>
                      <a:stretch>
                        <a:fillRect/>
                      </a:stretch>
                    </p:blipFill>
                    <p:spPr bwMode="auto">
                      <a:xfrm>
                        <a:off x="1181100" y="4429125"/>
                        <a:ext cx="5811838" cy="70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8"/>
          <p:cNvGraphicFramePr>
            <a:graphicFrameLocks noChangeAspect="1"/>
          </p:cNvGraphicFramePr>
          <p:nvPr/>
        </p:nvGraphicFramePr>
        <p:xfrm>
          <a:off x="1135716" y="5713740"/>
          <a:ext cx="7627284" cy="932904"/>
        </p:xfrm>
        <a:graphic>
          <a:graphicData uri="http://schemas.openxmlformats.org/presentationml/2006/ole">
            <mc:AlternateContent xmlns:mc="http://schemas.openxmlformats.org/markup-compatibility/2006">
              <mc:Choice xmlns:v="urn:schemas-microsoft-com:vml" Requires="v">
                <p:oleObj name="Equation" r:id="rId10" imgW="3632040" imgH="444240" progId="Equation.DSMT4">
                  <p:embed/>
                </p:oleObj>
              </mc:Choice>
              <mc:Fallback>
                <p:oleObj name="Equation" r:id="rId10" imgW="3632040" imgH="444240" progId="Equation.DSMT4">
                  <p:embed/>
                  <p:pic>
                    <p:nvPicPr>
                      <p:cNvPr id="16" name="Object 18"/>
                      <p:cNvPicPr>
                        <a:picLocks noChangeAspect="1" noChangeArrowheads="1"/>
                      </p:cNvPicPr>
                      <p:nvPr/>
                    </p:nvPicPr>
                    <p:blipFill>
                      <a:blip r:embed="rId11"/>
                      <a:srcRect/>
                      <a:stretch>
                        <a:fillRect/>
                      </a:stretch>
                    </p:blipFill>
                    <p:spPr bwMode="auto">
                      <a:xfrm>
                        <a:off x="1135716" y="5713740"/>
                        <a:ext cx="7627284" cy="9329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7"/>
          <p:cNvSpPr txBox="1">
            <a:spLocks noChangeArrowheads="1"/>
          </p:cNvSpPr>
          <p:nvPr/>
        </p:nvSpPr>
        <p:spPr bwMode="auto">
          <a:xfrm>
            <a:off x="915125" y="5210256"/>
            <a:ext cx="31037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阶极点的留数 </a:t>
            </a:r>
          </a:p>
        </p:txBody>
      </p:sp>
      <p:sp>
        <p:nvSpPr>
          <p:cNvPr id="18"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263821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822325" y="838200"/>
            <a:ext cx="4140200" cy="604837"/>
          </a:xfrm>
          <a:prstGeom prst="rect">
            <a:avLst/>
          </a:prstGeom>
        </p:spPr>
        <p:txBody>
          <a:bodyPr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3. </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部分分式展开法</a:t>
            </a:r>
          </a:p>
        </p:txBody>
      </p:sp>
      <p:sp>
        <p:nvSpPr>
          <p:cNvPr id="4" name="Rectangle 3"/>
          <p:cNvSpPr>
            <a:spLocks noChangeArrowheads="1"/>
          </p:cNvSpPr>
          <p:nvPr/>
        </p:nvSpPr>
        <p:spPr bwMode="auto">
          <a:xfrm>
            <a:off x="1015608" y="1579705"/>
            <a:ext cx="1828800" cy="523220"/>
          </a:xfrm>
          <a:prstGeom prst="rect">
            <a:avLst/>
          </a:prstGeom>
          <a:noFill/>
          <a:ln>
            <a:noFill/>
          </a:ln>
          <a:effectLst/>
          <a:extLst>
            <a:ext uri="{909E8E84-426E-40DD-AFC4-6F175D3DCCD1}">
              <a14:hiddenFill xmlns:a14="http://schemas.microsoft.com/office/drawing/2010/main">
                <a:solidFill>
                  <a:srgbClr val="F0A22E"/>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有理分式</a:t>
            </a:r>
          </a:p>
        </p:txBody>
      </p:sp>
      <p:sp>
        <p:nvSpPr>
          <p:cNvPr id="5" name="Rectangle 4"/>
          <p:cNvSpPr>
            <a:spLocks noChangeArrowheads="1"/>
          </p:cNvSpPr>
          <p:nvPr/>
        </p:nvSpPr>
        <p:spPr bwMode="auto">
          <a:xfrm>
            <a:off x="1015608" y="2633866"/>
            <a:ext cx="3124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求逆变换的思路：</a:t>
            </a:r>
          </a:p>
        </p:txBody>
      </p:sp>
      <p:sp>
        <p:nvSpPr>
          <p:cNvPr id="6" name="Rectangle 5"/>
          <p:cNvSpPr>
            <a:spLocks noChangeArrowheads="1"/>
          </p:cNvSpPr>
          <p:nvPr/>
        </p:nvSpPr>
        <p:spPr bwMode="auto">
          <a:xfrm>
            <a:off x="1015608" y="3200400"/>
            <a:ext cx="804188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Times New Roman" panose="02020603050405020304" pitchFamily="18" charset="0"/>
              </a:rPr>
              <a:t>将</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Times New Roman" panose="02020603050405020304" pitchFamily="18" charset="0"/>
              </a:rPr>
              <a:t>X</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Times New Roman" panose="02020603050405020304" pitchFamily="18" charset="0"/>
              </a:rPr>
              <a:t>(</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Times New Roman" panose="02020603050405020304" pitchFamily="18" charset="0"/>
              </a:rPr>
              <a:t>z</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Times New Roman" panose="02020603050405020304" pitchFamily="18" charset="0"/>
              </a:rPr>
              <a:t>)</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Times New Roman" panose="02020603050405020304" pitchFamily="18" charset="0"/>
              </a:rPr>
              <a:t>展开成简单常用的部分分式之和，</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求出各个简单低阶的部分分式的逆</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变换，并相加。</a:t>
            </a:r>
          </a:p>
        </p:txBody>
      </p:sp>
      <p:graphicFrame>
        <p:nvGraphicFramePr>
          <p:cNvPr id="7" name="Object 4"/>
          <p:cNvGraphicFramePr>
            <a:graphicFrameLocks noChangeAspect="1"/>
          </p:cNvGraphicFramePr>
          <p:nvPr/>
        </p:nvGraphicFramePr>
        <p:xfrm>
          <a:off x="2892425" y="1198787"/>
          <a:ext cx="3767400" cy="1285056"/>
        </p:xfrm>
        <a:graphic>
          <a:graphicData uri="http://schemas.openxmlformats.org/presentationml/2006/ole">
            <mc:AlternateContent xmlns:mc="http://schemas.openxmlformats.org/markup-compatibility/2006">
              <mc:Choice xmlns:v="urn:schemas-microsoft-com:vml" Requires="v">
                <p:oleObj name="Equation" r:id="rId2" imgW="1638000" imgH="558720" progId="Equation.DSMT4">
                  <p:embed/>
                </p:oleObj>
              </mc:Choice>
              <mc:Fallback>
                <p:oleObj name="Equation" r:id="rId2" imgW="1638000" imgH="558720" progId="Equation.DSMT4">
                  <p:embed/>
                  <p:pic>
                    <p:nvPicPr>
                      <p:cNvPr id="7" name="Object 4"/>
                      <p:cNvPicPr>
                        <a:picLocks noChangeAspect="1" noChangeArrowheads="1"/>
                      </p:cNvPicPr>
                      <p:nvPr/>
                    </p:nvPicPr>
                    <p:blipFill>
                      <a:blip r:embed="rId3"/>
                      <a:srcRect/>
                      <a:stretch>
                        <a:fillRect/>
                      </a:stretch>
                    </p:blipFill>
                    <p:spPr bwMode="auto">
                      <a:xfrm>
                        <a:off x="2892425" y="1198787"/>
                        <a:ext cx="3767400" cy="1285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
          <p:cNvGraphicFramePr>
            <a:graphicFrameLocks noChangeAspect="1"/>
          </p:cNvGraphicFramePr>
          <p:nvPr/>
        </p:nvGraphicFramePr>
        <p:xfrm>
          <a:off x="1131887" y="5199934"/>
          <a:ext cx="2830513" cy="1022350"/>
        </p:xfrm>
        <a:graphic>
          <a:graphicData uri="http://schemas.openxmlformats.org/presentationml/2006/ole">
            <mc:AlternateContent xmlns:mc="http://schemas.openxmlformats.org/markup-compatibility/2006">
              <mc:Choice xmlns:v="urn:schemas-microsoft-com:vml" Requires="v">
                <p:oleObj name="Equation" r:id="rId4" imgW="1231560" imgH="444240" progId="Equation.DSMT4">
                  <p:embed/>
                </p:oleObj>
              </mc:Choice>
              <mc:Fallback>
                <p:oleObj name="Equation" r:id="rId4" imgW="1231560" imgH="444240" progId="Equation.DSMT4">
                  <p:embed/>
                  <p:pic>
                    <p:nvPicPr>
                      <p:cNvPr id="8" name="Object 4"/>
                      <p:cNvPicPr>
                        <a:picLocks noChangeAspect="1" noChangeArrowheads="1"/>
                      </p:cNvPicPr>
                      <p:nvPr/>
                    </p:nvPicPr>
                    <p:blipFill>
                      <a:blip r:embed="rId5"/>
                      <a:srcRect/>
                      <a:stretch>
                        <a:fillRect/>
                      </a:stretch>
                    </p:blipFill>
                    <p:spPr bwMode="auto">
                      <a:xfrm>
                        <a:off x="1131887" y="5199934"/>
                        <a:ext cx="2830513"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nvGraphicFramePr>
        <p:xfrm>
          <a:off x="5486400" y="5439888"/>
          <a:ext cx="3446136" cy="642528"/>
        </p:xfrm>
        <a:graphic>
          <a:graphicData uri="http://schemas.openxmlformats.org/presentationml/2006/ole">
            <mc:AlternateContent xmlns:mc="http://schemas.openxmlformats.org/markup-compatibility/2006">
              <mc:Choice xmlns:v="urn:schemas-microsoft-com:vml" Requires="v">
                <p:oleObj name="Equation" r:id="rId6" imgW="1498320" imgH="279360" progId="Equation.DSMT4">
                  <p:embed/>
                </p:oleObj>
              </mc:Choice>
              <mc:Fallback>
                <p:oleObj name="Equation" r:id="rId6" imgW="1498320" imgH="279360" progId="Equation.DSMT4">
                  <p:embed/>
                  <p:pic>
                    <p:nvPicPr>
                      <p:cNvPr id="9" name="Object 4"/>
                      <p:cNvPicPr>
                        <a:picLocks noChangeAspect="1" noChangeArrowheads="1"/>
                      </p:cNvPicPr>
                      <p:nvPr/>
                    </p:nvPicPr>
                    <p:blipFill>
                      <a:blip r:embed="rId7"/>
                      <a:srcRect/>
                      <a:stretch>
                        <a:fillRect/>
                      </a:stretch>
                    </p:blipFill>
                    <p:spPr bwMode="auto">
                      <a:xfrm>
                        <a:off x="5486400" y="5439888"/>
                        <a:ext cx="3446136" cy="64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矩形 8"/>
          <p:cNvSpPr>
            <a:spLocks noChangeArrowheads="1"/>
          </p:cNvSpPr>
          <p:nvPr/>
        </p:nvSpPr>
        <p:spPr bwMode="auto">
          <a:xfrm>
            <a:off x="1060255" y="4572000"/>
            <a:ext cx="658385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如果</a:t>
            </a:r>
            <a:r>
              <a:rPr kumimoji="0"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M</a:t>
            </a:r>
            <a:r>
              <a:rPr kumimoji="0"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&lt;</a:t>
            </a:r>
            <a:r>
              <a:rPr kumimoji="0"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 ，且</a:t>
            </a:r>
            <a:r>
              <a:rPr kumimoji="0"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个极点都为</a:t>
            </a:r>
            <a:r>
              <a:rPr kumimoji="0"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一阶极点</a:t>
            </a:r>
            <a:r>
              <a:rPr kumimoji="0"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p>
        </p:txBody>
      </p:sp>
      <p:sp>
        <p:nvSpPr>
          <p:cNvPr id="11" name="矩形 10"/>
          <p:cNvSpPr/>
          <p:nvPr/>
        </p:nvSpPr>
        <p:spPr>
          <a:xfrm>
            <a:off x="4659789" y="5439888"/>
            <a:ext cx="902811"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系数</a:t>
            </a:r>
          </a:p>
        </p:txBody>
      </p:sp>
      <p:sp>
        <p:nvSpPr>
          <p:cNvPr id="12"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11715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822325" y="838200"/>
            <a:ext cx="4140200" cy="604837"/>
          </a:xfrm>
          <a:prstGeom prst="rect">
            <a:avLst/>
          </a:prstGeom>
        </p:spPr>
        <p:txBody>
          <a:bodyPr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3. </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a:cs typeface="Times New Roman" panose="02020603050405020304" pitchFamily="18" charset="0"/>
              </a:rPr>
              <a:t>部分分式展开法</a:t>
            </a:r>
          </a:p>
        </p:txBody>
      </p:sp>
      <p:graphicFrame>
        <p:nvGraphicFramePr>
          <p:cNvPr id="8" name="Object 4"/>
          <p:cNvGraphicFramePr>
            <a:graphicFrameLocks noChangeAspect="1"/>
          </p:cNvGraphicFramePr>
          <p:nvPr/>
        </p:nvGraphicFramePr>
        <p:xfrm>
          <a:off x="1531620" y="1371600"/>
          <a:ext cx="3971916" cy="1021752"/>
        </p:xfrm>
        <a:graphic>
          <a:graphicData uri="http://schemas.openxmlformats.org/presentationml/2006/ole">
            <mc:AlternateContent xmlns:mc="http://schemas.openxmlformats.org/markup-compatibility/2006">
              <mc:Choice xmlns:v="urn:schemas-microsoft-com:vml" Requires="v">
                <p:oleObj name="Equation" r:id="rId2" imgW="1726920" imgH="444240" progId="Equation.DSMT4">
                  <p:embed/>
                </p:oleObj>
              </mc:Choice>
              <mc:Fallback>
                <p:oleObj name="Equation" r:id="rId2" imgW="1726920" imgH="444240" progId="Equation.DSMT4">
                  <p:embed/>
                  <p:pic>
                    <p:nvPicPr>
                      <p:cNvPr id="8" name="Object 4"/>
                      <p:cNvPicPr>
                        <a:picLocks noChangeAspect="1" noChangeArrowheads="1"/>
                      </p:cNvPicPr>
                      <p:nvPr/>
                    </p:nvPicPr>
                    <p:blipFill>
                      <a:blip r:embed="rId3"/>
                      <a:srcRect/>
                      <a:stretch>
                        <a:fillRect/>
                      </a:stretch>
                    </p:blipFill>
                    <p:spPr bwMode="auto">
                      <a:xfrm>
                        <a:off x="1531620" y="1371600"/>
                        <a:ext cx="3971916" cy="1021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4"/>
          <p:cNvGraphicFramePr>
            <a:graphicFrameLocks noChangeAspect="1"/>
          </p:cNvGraphicFramePr>
          <p:nvPr/>
        </p:nvGraphicFramePr>
        <p:xfrm>
          <a:off x="1219200" y="3061992"/>
          <a:ext cx="5978808" cy="2011680"/>
        </p:xfrm>
        <a:graphic>
          <a:graphicData uri="http://schemas.openxmlformats.org/presentationml/2006/ole">
            <mc:AlternateContent xmlns:mc="http://schemas.openxmlformats.org/markup-compatibility/2006">
              <mc:Choice xmlns:v="urn:schemas-microsoft-com:vml" Requires="v">
                <p:oleObj name="Equation" r:id="rId4" imgW="2717640" imgH="914400" progId="Equation.DSMT4">
                  <p:embed/>
                </p:oleObj>
              </mc:Choice>
              <mc:Fallback>
                <p:oleObj name="Equation" r:id="rId4" imgW="2717640" imgH="914400" progId="Equation.DSMT4">
                  <p:embed/>
                  <p:pic>
                    <p:nvPicPr>
                      <p:cNvPr id="16" name="Object 4"/>
                      <p:cNvPicPr>
                        <a:picLocks noChangeAspect="1" noChangeArrowheads="1"/>
                      </p:cNvPicPr>
                      <p:nvPr/>
                    </p:nvPicPr>
                    <p:blipFill>
                      <a:blip r:embed="rId5"/>
                      <a:srcRect/>
                      <a:stretch>
                        <a:fillRect/>
                      </a:stretch>
                    </p:blipFill>
                    <p:spPr bwMode="auto">
                      <a:xfrm>
                        <a:off x="1219200" y="3061992"/>
                        <a:ext cx="5978808" cy="2011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矩形 16"/>
          <p:cNvSpPr/>
          <p:nvPr/>
        </p:nvSpPr>
        <p:spPr>
          <a:xfrm>
            <a:off x="489391" y="1600200"/>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矩形 17"/>
          <p:cNvSpPr/>
          <p:nvPr/>
        </p:nvSpPr>
        <p:spPr>
          <a:xfrm>
            <a:off x="1034733" y="1598815"/>
            <a:ext cx="66175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求                                              的逆</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变换。</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矩形 8"/>
          <p:cNvSpPr>
            <a:spLocks noChangeArrowheads="1"/>
          </p:cNvSpPr>
          <p:nvPr/>
        </p:nvSpPr>
        <p:spPr bwMode="auto">
          <a:xfrm>
            <a:off x="1133742" y="5281693"/>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极点</a:t>
            </a:r>
          </a:p>
        </p:txBody>
      </p:sp>
      <p:graphicFrame>
        <p:nvGraphicFramePr>
          <p:cNvPr id="20" name="Object 6">
            <a:extLst>
              <a:ext uri="{FF2B5EF4-FFF2-40B4-BE49-F238E27FC236}">
                <a16:creationId xmlns:a16="http://schemas.microsoft.com/office/drawing/2014/main" id="{DFF5E96B-BC1E-49C5-AFA8-3525B88E3BB0}"/>
              </a:ext>
            </a:extLst>
          </p:cNvPr>
          <p:cNvGraphicFramePr>
            <a:graphicFrameLocks noChangeAspect="1"/>
          </p:cNvGraphicFramePr>
          <p:nvPr/>
        </p:nvGraphicFramePr>
        <p:xfrm>
          <a:off x="1989142" y="5308089"/>
          <a:ext cx="2346696" cy="418968"/>
        </p:xfrm>
        <a:graphic>
          <a:graphicData uri="http://schemas.openxmlformats.org/presentationml/2006/ole">
            <mc:AlternateContent xmlns:mc="http://schemas.openxmlformats.org/markup-compatibility/2006">
              <mc:Choice xmlns:v="urn:schemas-microsoft-com:vml" Requires="v">
                <p:oleObj name="Equation" r:id="rId6" imgW="1066680" imgH="190440" progId="Equation.DSMT4">
                  <p:embed/>
                </p:oleObj>
              </mc:Choice>
              <mc:Fallback>
                <p:oleObj name="Equation" r:id="rId6" imgW="1066680" imgH="190440" progId="Equation.DSMT4">
                  <p:embed/>
                  <p:pic>
                    <p:nvPicPr>
                      <p:cNvPr id="20" name="Object 6">
                        <a:extLst>
                          <a:ext uri="{FF2B5EF4-FFF2-40B4-BE49-F238E27FC236}">
                            <a16:creationId xmlns:a16="http://schemas.microsoft.com/office/drawing/2014/main" id="{DFF5E96B-BC1E-49C5-AFA8-3525B88E3BB0}"/>
                          </a:ext>
                        </a:extLst>
                      </p:cNvPr>
                      <p:cNvPicPr>
                        <a:picLocks noChangeAspect="1" noChangeArrowheads="1"/>
                      </p:cNvPicPr>
                      <p:nvPr/>
                    </p:nvPicPr>
                    <p:blipFill>
                      <a:blip r:embed="rId7"/>
                      <a:srcRect/>
                      <a:stretch>
                        <a:fillRect/>
                      </a:stretch>
                    </p:blipFill>
                    <p:spPr bwMode="auto">
                      <a:xfrm>
                        <a:off x="1989142" y="5308089"/>
                        <a:ext cx="2346696" cy="41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p:cNvSpPr/>
          <p:nvPr/>
        </p:nvSpPr>
        <p:spPr>
          <a:xfrm>
            <a:off x="489391" y="2538772"/>
            <a:ext cx="8468576"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a:cs typeface="+mn-cs"/>
              </a:rPr>
              <a:t>该例题没有给定收敛域，需列出所有可能的收敛域。</a:t>
            </a:r>
          </a:p>
        </p:txBody>
      </p:sp>
      <p:graphicFrame>
        <p:nvGraphicFramePr>
          <p:cNvPr id="22" name="对象 21"/>
          <p:cNvGraphicFramePr>
            <a:graphicFrameLocks noChangeAspect="1"/>
          </p:cNvGraphicFramePr>
          <p:nvPr/>
        </p:nvGraphicFramePr>
        <p:xfrm>
          <a:off x="3124200" y="5999184"/>
          <a:ext cx="5671512" cy="558360"/>
        </p:xfrm>
        <a:graphic>
          <a:graphicData uri="http://schemas.openxmlformats.org/presentationml/2006/ole">
            <mc:AlternateContent xmlns:mc="http://schemas.openxmlformats.org/markup-compatibility/2006">
              <mc:Choice xmlns:v="urn:schemas-microsoft-com:vml" Requires="v">
                <p:oleObj name="Equation" r:id="rId8" imgW="2577960" imgH="253800" progId="Equation.DSMT4">
                  <p:embed/>
                </p:oleObj>
              </mc:Choice>
              <mc:Fallback>
                <p:oleObj name="Equation" r:id="rId8" imgW="2577960" imgH="253800" progId="Equation.DSMT4">
                  <p:embed/>
                  <p:pic>
                    <p:nvPicPr>
                      <p:cNvPr id="22" name="对象 21"/>
                      <p:cNvPicPr>
                        <a:picLocks noChangeAspect="1" noChangeArrowheads="1"/>
                      </p:cNvPicPr>
                      <p:nvPr/>
                    </p:nvPicPr>
                    <p:blipFill>
                      <a:blip r:embed="rId9"/>
                      <a:srcRect/>
                      <a:stretch>
                        <a:fillRect/>
                      </a:stretch>
                    </p:blipFill>
                    <p:spPr bwMode="auto">
                      <a:xfrm>
                        <a:off x="3124200" y="5999184"/>
                        <a:ext cx="5671512" cy="55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矩形 22"/>
          <p:cNvSpPr/>
          <p:nvPr/>
        </p:nvSpPr>
        <p:spPr>
          <a:xfrm>
            <a:off x="109237" y="5973860"/>
            <a:ext cx="3070071"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宋体"/>
                <a:ea typeface="宋体" panose="02010600030101010101" pitchFamily="2" charset="-122"/>
                <a:cs typeface="+mn-cs"/>
              </a:rPr>
              <a:t>三种可能的收敛域</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矩形 23"/>
          <p:cNvSpPr/>
          <p:nvPr/>
        </p:nvSpPr>
        <p:spPr>
          <a:xfrm>
            <a:off x="490177" y="3241977"/>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61482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nvGraphicFramePr>
        <p:xfrm>
          <a:off x="628320" y="828974"/>
          <a:ext cx="7655472" cy="977328"/>
        </p:xfrm>
        <a:graphic>
          <a:graphicData uri="http://schemas.openxmlformats.org/presentationml/2006/ole">
            <mc:AlternateContent xmlns:mc="http://schemas.openxmlformats.org/markup-compatibility/2006">
              <mc:Choice xmlns:v="urn:schemas-microsoft-com:vml" Requires="v">
                <p:oleObj name="Equation" r:id="rId2" imgW="3479760" imgH="444240" progId="Equation.DSMT4">
                  <p:embed/>
                </p:oleObj>
              </mc:Choice>
              <mc:Fallback>
                <p:oleObj name="Equation" r:id="rId2" imgW="3479760" imgH="444240" progId="Equation.DSMT4">
                  <p:embed/>
                  <p:pic>
                    <p:nvPicPr>
                      <p:cNvPr id="3" name="Object 5"/>
                      <p:cNvPicPr>
                        <a:picLocks noChangeAspect="1" noChangeArrowheads="1"/>
                      </p:cNvPicPr>
                      <p:nvPr/>
                    </p:nvPicPr>
                    <p:blipFill>
                      <a:blip r:embed="rId3"/>
                      <a:srcRect/>
                      <a:stretch>
                        <a:fillRect/>
                      </a:stretch>
                    </p:blipFill>
                    <p:spPr bwMode="auto">
                      <a:xfrm>
                        <a:off x="628320" y="828974"/>
                        <a:ext cx="7655472" cy="9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矩形 2"/>
          <p:cNvSpPr>
            <a:spLocks noChangeArrowheads="1"/>
          </p:cNvSpPr>
          <p:nvPr/>
        </p:nvSpPr>
        <p:spPr bwMode="auto">
          <a:xfrm>
            <a:off x="461168" y="4006164"/>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pitchFamily="34" charset="0"/>
                <a:ea typeface="宋体" pitchFamily="2" charset="-122"/>
                <a:cs typeface="+mn-cs"/>
              </a:rPr>
              <a:t>或者</a:t>
            </a:r>
          </a:p>
        </p:txBody>
      </p:sp>
      <p:graphicFrame>
        <p:nvGraphicFramePr>
          <p:cNvPr id="11" name="对象 10"/>
          <p:cNvGraphicFramePr>
            <a:graphicFrameLocks noChangeAspect="1"/>
          </p:cNvGraphicFramePr>
          <p:nvPr/>
        </p:nvGraphicFramePr>
        <p:xfrm>
          <a:off x="914400" y="1812240"/>
          <a:ext cx="6789024" cy="1089000"/>
        </p:xfrm>
        <a:graphic>
          <a:graphicData uri="http://schemas.openxmlformats.org/presentationml/2006/ole">
            <mc:AlternateContent xmlns:mc="http://schemas.openxmlformats.org/markup-compatibility/2006">
              <mc:Choice xmlns:v="urn:schemas-microsoft-com:vml" Requires="v">
                <p:oleObj name="Equation" r:id="rId4" imgW="3085920" imgH="495000" progId="Equation.DSMT4">
                  <p:embed/>
                </p:oleObj>
              </mc:Choice>
              <mc:Fallback>
                <p:oleObj name="Equation" r:id="rId4" imgW="3085920" imgH="495000" progId="Equation.DSMT4">
                  <p:embed/>
                  <p:pic>
                    <p:nvPicPr>
                      <p:cNvPr id="11" name="对象 10"/>
                      <p:cNvPicPr>
                        <a:picLocks noChangeAspect="1" noChangeArrowheads="1"/>
                      </p:cNvPicPr>
                      <p:nvPr/>
                    </p:nvPicPr>
                    <p:blipFill>
                      <a:blip r:embed="rId5"/>
                      <a:srcRect/>
                      <a:stretch>
                        <a:fillRect/>
                      </a:stretch>
                    </p:blipFill>
                    <p:spPr bwMode="auto">
                      <a:xfrm>
                        <a:off x="914400" y="1812240"/>
                        <a:ext cx="6789024" cy="10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对象 11"/>
          <p:cNvGraphicFramePr>
            <a:graphicFrameLocks noChangeAspect="1"/>
          </p:cNvGraphicFramePr>
          <p:nvPr/>
        </p:nvGraphicFramePr>
        <p:xfrm>
          <a:off x="838200" y="2909202"/>
          <a:ext cx="7235712" cy="1089000"/>
        </p:xfrm>
        <a:graphic>
          <a:graphicData uri="http://schemas.openxmlformats.org/presentationml/2006/ole">
            <mc:AlternateContent xmlns:mc="http://schemas.openxmlformats.org/markup-compatibility/2006">
              <mc:Choice xmlns:v="urn:schemas-microsoft-com:vml" Requires="v">
                <p:oleObj name="Equation" r:id="rId6" imgW="3288960" imgH="495000" progId="Equation.DSMT4">
                  <p:embed/>
                </p:oleObj>
              </mc:Choice>
              <mc:Fallback>
                <p:oleObj name="Equation" r:id="rId6" imgW="3288960" imgH="495000" progId="Equation.DSMT4">
                  <p:embed/>
                  <p:pic>
                    <p:nvPicPr>
                      <p:cNvPr id="12" name="对象 11"/>
                      <p:cNvPicPr>
                        <a:picLocks noChangeAspect="1" noChangeArrowheads="1"/>
                      </p:cNvPicPr>
                      <p:nvPr/>
                    </p:nvPicPr>
                    <p:blipFill>
                      <a:blip r:embed="rId7"/>
                      <a:srcRect/>
                      <a:stretch>
                        <a:fillRect/>
                      </a:stretch>
                    </p:blipFill>
                    <p:spPr bwMode="auto">
                      <a:xfrm>
                        <a:off x="838200" y="2909202"/>
                        <a:ext cx="7235712" cy="10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nvGraphicFramePr>
        <p:xfrm>
          <a:off x="1423988" y="5567363"/>
          <a:ext cx="2655887" cy="1062037"/>
        </p:xfrm>
        <a:graphic>
          <a:graphicData uri="http://schemas.openxmlformats.org/presentationml/2006/ole">
            <mc:AlternateContent xmlns:mc="http://schemas.openxmlformats.org/markup-compatibility/2006">
              <mc:Choice xmlns:v="urn:schemas-microsoft-com:vml" Requires="v">
                <p:oleObj name="Equation" r:id="rId8" imgW="1206360" imgH="482400" progId="Equation.DSMT4">
                  <p:embed/>
                </p:oleObj>
              </mc:Choice>
              <mc:Fallback>
                <p:oleObj name="Equation" r:id="rId8" imgW="1206360" imgH="482400" progId="Equation.DSMT4">
                  <p:embed/>
                  <p:pic>
                    <p:nvPicPr>
                      <p:cNvPr id="13" name="对象 12"/>
                      <p:cNvPicPr>
                        <a:picLocks noChangeAspect="1" noChangeArrowheads="1"/>
                      </p:cNvPicPr>
                      <p:nvPr/>
                    </p:nvPicPr>
                    <p:blipFill>
                      <a:blip r:embed="rId9"/>
                      <a:srcRect/>
                      <a:stretch>
                        <a:fillRect/>
                      </a:stretch>
                    </p:blipFill>
                    <p:spPr bwMode="auto">
                      <a:xfrm>
                        <a:off x="1423988" y="5567363"/>
                        <a:ext cx="265588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4533900" y="5913438"/>
          <a:ext cx="447675" cy="334962"/>
        </p:xfrm>
        <a:graphic>
          <a:graphicData uri="http://schemas.openxmlformats.org/presentationml/2006/ole">
            <mc:AlternateContent xmlns:mc="http://schemas.openxmlformats.org/markup-compatibility/2006">
              <mc:Choice xmlns:v="urn:schemas-microsoft-com:vml" Requires="v">
                <p:oleObj name="Equation" r:id="rId10" imgW="203040" imgH="152280" progId="Equation.DSMT4">
                  <p:embed/>
                </p:oleObj>
              </mc:Choice>
              <mc:Fallback>
                <p:oleObj name="Equation" r:id="rId10" imgW="203040" imgH="152280" progId="Equation.DSMT4">
                  <p:embed/>
                  <p:pic>
                    <p:nvPicPr>
                      <p:cNvPr id="14" name="对象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33900" y="5913438"/>
                        <a:ext cx="4476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5327650" y="5567363"/>
          <a:ext cx="1758950" cy="1060450"/>
        </p:xfrm>
        <a:graphic>
          <a:graphicData uri="http://schemas.openxmlformats.org/presentationml/2006/ole">
            <mc:AlternateContent xmlns:mc="http://schemas.openxmlformats.org/markup-compatibility/2006">
              <mc:Choice xmlns:v="urn:schemas-microsoft-com:vml" Requires="v">
                <p:oleObj name="Equation" r:id="rId12" imgW="799920" imgH="482400" progId="Equation.DSMT4">
                  <p:embed/>
                </p:oleObj>
              </mc:Choice>
              <mc:Fallback>
                <p:oleObj name="Equation" r:id="rId12" imgW="799920" imgH="482400" progId="Equation.DSMT4">
                  <p:embed/>
                  <p:pic>
                    <p:nvPicPr>
                      <p:cNvPr id="15" name="对象 14"/>
                      <p:cNvPicPr>
                        <a:picLocks noChangeAspect="1" noChangeArrowheads="1"/>
                      </p:cNvPicPr>
                      <p:nvPr/>
                    </p:nvPicPr>
                    <p:blipFill>
                      <a:blip r:embed="rId13"/>
                      <a:srcRect/>
                      <a:stretch>
                        <a:fillRect/>
                      </a:stretch>
                    </p:blipFill>
                    <p:spPr bwMode="auto">
                      <a:xfrm>
                        <a:off x="5327650" y="5567363"/>
                        <a:ext cx="175895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461168" y="4526921"/>
          <a:ext cx="8320536" cy="932904"/>
        </p:xfrm>
        <a:graphic>
          <a:graphicData uri="http://schemas.openxmlformats.org/presentationml/2006/ole">
            <mc:AlternateContent xmlns:mc="http://schemas.openxmlformats.org/markup-compatibility/2006">
              <mc:Choice xmlns:v="urn:schemas-microsoft-com:vml" Requires="v">
                <p:oleObj name="Equation" r:id="rId14" imgW="3962160" imgH="444240" progId="Equation.DSMT4">
                  <p:embed/>
                </p:oleObj>
              </mc:Choice>
              <mc:Fallback>
                <p:oleObj name="Equation" r:id="rId14" imgW="3962160" imgH="444240" progId="Equation.DSMT4">
                  <p:embed/>
                  <p:pic>
                    <p:nvPicPr>
                      <p:cNvPr id="16" name="对象 15"/>
                      <p:cNvPicPr>
                        <a:picLocks noChangeAspect="1" noChangeArrowheads="1"/>
                      </p:cNvPicPr>
                      <p:nvPr/>
                    </p:nvPicPr>
                    <p:blipFill>
                      <a:blip r:embed="rId15"/>
                      <a:srcRect/>
                      <a:stretch>
                        <a:fillRect/>
                      </a:stretch>
                    </p:blipFill>
                    <p:spPr bwMode="auto">
                      <a:xfrm>
                        <a:off x="461168" y="4526921"/>
                        <a:ext cx="8320536" cy="932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60640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
          <p:cNvSpPr>
            <a:spLocks noChangeArrowheads="1"/>
          </p:cNvSpPr>
          <p:nvPr/>
        </p:nvSpPr>
        <p:spPr bwMode="auto">
          <a:xfrm>
            <a:off x="381000" y="1012208"/>
            <a:ext cx="36102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Arial" charset="0"/>
                <a:ea typeface="宋体" charset="-122"/>
                <a:cs typeface="+mn-cs"/>
              </a:rPr>
              <a:t>若</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z</a:t>
            </a:r>
            <a:r>
              <a:rPr kumimoji="0" lang="zh-CN" altLang="en-US" sz="2800" b="1" i="0" u="none" strike="noStrike" kern="1200" cap="none" spc="0" normalizeH="0" baseline="0" noProof="0" dirty="0">
                <a:ln>
                  <a:noFill/>
                </a:ln>
                <a:solidFill>
                  <a:srgbClr val="000000"/>
                </a:solidFill>
                <a:effectLst/>
                <a:uLnTx/>
                <a:uFillTx/>
                <a:latin typeface="Arial" charset="0"/>
                <a:ea typeface="宋体" charset="-122"/>
                <a:cs typeface="+mn-cs"/>
              </a:rPr>
              <a:t>的正次幂进行展开</a:t>
            </a:r>
          </a:p>
        </p:txBody>
      </p:sp>
      <p:graphicFrame>
        <p:nvGraphicFramePr>
          <p:cNvPr id="5" name="对象 4"/>
          <p:cNvGraphicFramePr>
            <a:graphicFrameLocks noChangeAspect="1"/>
          </p:cNvGraphicFramePr>
          <p:nvPr/>
        </p:nvGraphicFramePr>
        <p:xfrm>
          <a:off x="706296" y="1933575"/>
          <a:ext cx="6035040" cy="921888"/>
        </p:xfrm>
        <a:graphic>
          <a:graphicData uri="http://schemas.openxmlformats.org/presentationml/2006/ole">
            <mc:AlternateContent xmlns:mc="http://schemas.openxmlformats.org/markup-compatibility/2006">
              <mc:Choice xmlns:v="urn:schemas-microsoft-com:vml" Requires="v">
                <p:oleObj name="Equation" r:id="rId2" imgW="2743200" imgH="419040" progId="Equation.DSMT4">
                  <p:embed/>
                </p:oleObj>
              </mc:Choice>
              <mc:Fallback>
                <p:oleObj name="Equation" r:id="rId2" imgW="2743200" imgH="419040" progId="Equation.DSMT4">
                  <p:embed/>
                  <p:pic>
                    <p:nvPicPr>
                      <p:cNvPr id="5" name="对象 4"/>
                      <p:cNvPicPr>
                        <a:picLocks noChangeAspect="1" noChangeArrowheads="1"/>
                      </p:cNvPicPr>
                      <p:nvPr/>
                    </p:nvPicPr>
                    <p:blipFill>
                      <a:blip r:embed="rId3"/>
                      <a:srcRect/>
                      <a:stretch>
                        <a:fillRect/>
                      </a:stretch>
                    </p:blipFill>
                    <p:spPr bwMode="auto">
                      <a:xfrm>
                        <a:off x="706296" y="1933575"/>
                        <a:ext cx="6035040" cy="92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741221" y="3168650"/>
          <a:ext cx="4190472" cy="977328"/>
        </p:xfrm>
        <a:graphic>
          <a:graphicData uri="http://schemas.openxmlformats.org/presentationml/2006/ole">
            <mc:AlternateContent xmlns:mc="http://schemas.openxmlformats.org/markup-compatibility/2006">
              <mc:Choice xmlns:v="urn:schemas-microsoft-com:vml" Requires="v">
                <p:oleObj name="Equation" r:id="rId4" imgW="1904760" imgH="444240" progId="Equation.DSMT4">
                  <p:embed/>
                </p:oleObj>
              </mc:Choice>
              <mc:Fallback>
                <p:oleObj name="Equation" r:id="rId4" imgW="1904760" imgH="444240" progId="Equation.DSMT4">
                  <p:embed/>
                  <p:pic>
                    <p:nvPicPr>
                      <p:cNvPr id="6" name="对象 5"/>
                      <p:cNvPicPr>
                        <a:picLocks noChangeAspect="1" noChangeArrowheads="1"/>
                      </p:cNvPicPr>
                      <p:nvPr/>
                    </p:nvPicPr>
                    <p:blipFill>
                      <a:blip r:embed="rId5"/>
                      <a:srcRect/>
                      <a:stretch>
                        <a:fillRect/>
                      </a:stretch>
                    </p:blipFill>
                    <p:spPr bwMode="auto">
                      <a:xfrm>
                        <a:off x="741221" y="3168650"/>
                        <a:ext cx="4190472" cy="9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nvGraphicFramePr>
        <p:xfrm>
          <a:off x="688834" y="4310063"/>
          <a:ext cx="4526280" cy="977328"/>
        </p:xfrm>
        <a:graphic>
          <a:graphicData uri="http://schemas.openxmlformats.org/presentationml/2006/ole">
            <mc:AlternateContent xmlns:mc="http://schemas.openxmlformats.org/markup-compatibility/2006">
              <mc:Choice xmlns:v="urn:schemas-microsoft-com:vml" Requires="v">
                <p:oleObj name="Equation" r:id="rId6" imgW="2057400" imgH="444240" progId="Equation.DSMT4">
                  <p:embed/>
                </p:oleObj>
              </mc:Choice>
              <mc:Fallback>
                <p:oleObj name="Equation" r:id="rId6" imgW="2057400" imgH="444240" progId="Equation.DSMT4">
                  <p:embed/>
                  <p:pic>
                    <p:nvPicPr>
                      <p:cNvPr id="7" name="对象 6"/>
                      <p:cNvPicPr>
                        <a:picLocks noChangeAspect="1" noChangeArrowheads="1"/>
                      </p:cNvPicPr>
                      <p:nvPr/>
                    </p:nvPicPr>
                    <p:blipFill>
                      <a:blip r:embed="rId7"/>
                      <a:srcRect/>
                      <a:stretch>
                        <a:fillRect/>
                      </a:stretch>
                    </p:blipFill>
                    <p:spPr bwMode="auto">
                      <a:xfrm>
                        <a:off x="688834" y="4310063"/>
                        <a:ext cx="4526280" cy="9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nvGraphicFramePr>
        <p:xfrm>
          <a:off x="706296" y="5591175"/>
          <a:ext cx="6761304" cy="921888"/>
        </p:xfrm>
        <a:graphic>
          <a:graphicData uri="http://schemas.openxmlformats.org/presentationml/2006/ole">
            <mc:AlternateContent xmlns:mc="http://schemas.openxmlformats.org/markup-compatibility/2006">
              <mc:Choice xmlns:v="urn:schemas-microsoft-com:vml" Requires="v">
                <p:oleObj name="Equation" r:id="rId8" imgW="3073320" imgH="419040" progId="Equation.DSMT4">
                  <p:embed/>
                </p:oleObj>
              </mc:Choice>
              <mc:Fallback>
                <p:oleObj name="Equation" r:id="rId8" imgW="3073320" imgH="419040" progId="Equation.DSMT4">
                  <p:embed/>
                  <p:pic>
                    <p:nvPicPr>
                      <p:cNvPr id="8" name="对象 7"/>
                      <p:cNvPicPr>
                        <a:picLocks noChangeAspect="1" noChangeArrowheads="1"/>
                      </p:cNvPicPr>
                      <p:nvPr/>
                    </p:nvPicPr>
                    <p:blipFill>
                      <a:blip r:embed="rId9"/>
                      <a:srcRect/>
                      <a:stretch>
                        <a:fillRect/>
                      </a:stretch>
                    </p:blipFill>
                    <p:spPr bwMode="auto">
                      <a:xfrm>
                        <a:off x="706296" y="5591175"/>
                        <a:ext cx="6761304" cy="92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4176712" y="760412"/>
          <a:ext cx="3475944" cy="1021752"/>
        </p:xfrm>
        <a:graphic>
          <a:graphicData uri="http://schemas.openxmlformats.org/presentationml/2006/ole">
            <mc:AlternateContent xmlns:mc="http://schemas.openxmlformats.org/markup-compatibility/2006">
              <mc:Choice xmlns:v="urn:schemas-microsoft-com:vml" Requires="v">
                <p:oleObj name="Equation" r:id="rId10" imgW="1511280" imgH="444240" progId="Equation.DSMT4">
                  <p:embed/>
                </p:oleObj>
              </mc:Choice>
              <mc:Fallback>
                <p:oleObj name="Equation" r:id="rId10" imgW="1511280" imgH="444240" progId="Equation.DSMT4">
                  <p:embed/>
                  <p:pic>
                    <p:nvPicPr>
                      <p:cNvPr id="9" name="对象 8"/>
                      <p:cNvPicPr>
                        <a:picLocks noChangeAspect="1" noChangeArrowheads="1"/>
                      </p:cNvPicPr>
                      <p:nvPr/>
                    </p:nvPicPr>
                    <p:blipFill>
                      <a:blip r:embed="rId11"/>
                      <a:srcRect/>
                      <a:stretch>
                        <a:fillRect/>
                      </a:stretch>
                    </p:blipFill>
                    <p:spPr bwMode="auto">
                      <a:xfrm>
                        <a:off x="4176712" y="760412"/>
                        <a:ext cx="3475944" cy="1021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42181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1066800" y="928688"/>
          <a:ext cx="4351338" cy="965200"/>
        </p:xfrm>
        <a:graphic>
          <a:graphicData uri="http://schemas.openxmlformats.org/presentationml/2006/ole">
            <mc:AlternateContent xmlns:mc="http://schemas.openxmlformats.org/markup-compatibility/2006">
              <mc:Choice xmlns:v="urn:schemas-microsoft-com:vml" Requires="v">
                <p:oleObj name="Equation" r:id="rId2" imgW="1892160" imgH="419040" progId="Equation.DSMT4">
                  <p:embed/>
                </p:oleObj>
              </mc:Choice>
              <mc:Fallback>
                <p:oleObj name="Equation" r:id="rId2" imgW="1892160" imgH="419040" progId="Equation.DSMT4">
                  <p:embed/>
                  <p:pic>
                    <p:nvPicPr>
                      <p:cNvPr id="4" name="对象 3"/>
                      <p:cNvPicPr>
                        <a:picLocks noChangeAspect="1" noChangeArrowheads="1"/>
                      </p:cNvPicPr>
                      <p:nvPr/>
                    </p:nvPicPr>
                    <p:blipFill>
                      <a:blip r:embed="rId3"/>
                      <a:srcRect/>
                      <a:stretch>
                        <a:fillRect/>
                      </a:stretch>
                    </p:blipFill>
                    <p:spPr bwMode="auto">
                      <a:xfrm>
                        <a:off x="1066800" y="928688"/>
                        <a:ext cx="4351338"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995911" y="5075237"/>
          <a:ext cx="7448550" cy="1166813"/>
        </p:xfrm>
        <a:graphic>
          <a:graphicData uri="http://schemas.openxmlformats.org/presentationml/2006/ole">
            <mc:AlternateContent xmlns:mc="http://schemas.openxmlformats.org/markup-compatibility/2006">
              <mc:Choice xmlns:v="urn:schemas-microsoft-com:vml" Requires="v">
                <p:oleObj name="Equation" r:id="rId4" imgW="3238200" imgH="507960" progId="Equation.DSMT4">
                  <p:embed/>
                </p:oleObj>
              </mc:Choice>
              <mc:Fallback>
                <p:oleObj name="Equation" r:id="rId4" imgW="3238200" imgH="507960" progId="Equation.DSMT4">
                  <p:embed/>
                  <p:pic>
                    <p:nvPicPr>
                      <p:cNvPr id="5" name="对象 4"/>
                      <p:cNvPicPr>
                        <a:picLocks noChangeAspect="1" noChangeArrowheads="1"/>
                      </p:cNvPicPr>
                      <p:nvPr/>
                    </p:nvPicPr>
                    <p:blipFill>
                      <a:blip r:embed="rId5"/>
                      <a:srcRect/>
                      <a:stretch>
                        <a:fillRect/>
                      </a:stretch>
                    </p:blipFill>
                    <p:spPr bwMode="auto">
                      <a:xfrm>
                        <a:off x="995911" y="5075237"/>
                        <a:ext cx="7448550"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995911" y="3609975"/>
          <a:ext cx="6570662" cy="1168400"/>
        </p:xfrm>
        <a:graphic>
          <a:graphicData uri="http://schemas.openxmlformats.org/presentationml/2006/ole">
            <mc:AlternateContent xmlns:mc="http://schemas.openxmlformats.org/markup-compatibility/2006">
              <mc:Choice xmlns:v="urn:schemas-microsoft-com:vml" Requires="v">
                <p:oleObj name="Equation" r:id="rId6" imgW="2857320" imgH="507960" progId="Equation.DSMT4">
                  <p:embed/>
                </p:oleObj>
              </mc:Choice>
              <mc:Fallback>
                <p:oleObj name="Equation" r:id="rId6" imgW="2857320" imgH="507960" progId="Equation.DSMT4">
                  <p:embed/>
                  <p:pic>
                    <p:nvPicPr>
                      <p:cNvPr id="6" name="对象 5"/>
                      <p:cNvPicPr>
                        <a:picLocks noChangeAspect="1" noChangeArrowheads="1"/>
                      </p:cNvPicPr>
                      <p:nvPr/>
                    </p:nvPicPr>
                    <p:blipFill>
                      <a:blip r:embed="rId7"/>
                      <a:srcRect/>
                      <a:stretch>
                        <a:fillRect/>
                      </a:stretch>
                    </p:blipFill>
                    <p:spPr bwMode="auto">
                      <a:xfrm>
                        <a:off x="995911" y="3609975"/>
                        <a:ext cx="6570662"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1020763" y="2144713"/>
          <a:ext cx="5900737" cy="1168400"/>
        </p:xfrm>
        <a:graphic>
          <a:graphicData uri="http://schemas.openxmlformats.org/presentationml/2006/ole">
            <mc:AlternateContent xmlns:mc="http://schemas.openxmlformats.org/markup-compatibility/2006">
              <mc:Choice xmlns:v="urn:schemas-microsoft-com:vml" Requires="v">
                <p:oleObj name="Equation" r:id="rId8" imgW="2565360" imgH="507960" progId="Equation.DSMT4">
                  <p:embed/>
                </p:oleObj>
              </mc:Choice>
              <mc:Fallback>
                <p:oleObj name="Equation" r:id="rId8" imgW="2565360" imgH="507960" progId="Equation.DSMT4">
                  <p:embed/>
                  <p:pic>
                    <p:nvPicPr>
                      <p:cNvPr id="7" name="对象 6"/>
                      <p:cNvPicPr>
                        <a:picLocks noChangeAspect="1" noChangeArrowheads="1"/>
                      </p:cNvPicPr>
                      <p:nvPr/>
                    </p:nvPicPr>
                    <p:blipFill>
                      <a:blip r:embed="rId9"/>
                      <a:srcRect/>
                      <a:stretch>
                        <a:fillRect/>
                      </a:stretch>
                    </p:blipFill>
                    <p:spPr bwMode="auto">
                      <a:xfrm>
                        <a:off x="1020763" y="2144713"/>
                        <a:ext cx="5900737"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2.3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逆</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a:t>
            </a:r>
          </a:p>
        </p:txBody>
      </p:sp>
    </p:spTree>
    <p:extLst>
      <p:ext uri="{BB962C8B-B14F-4D97-AF65-F5344CB8AC3E}">
        <p14:creationId xmlns:p14="http://schemas.microsoft.com/office/powerpoint/2010/main" val="327448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2"/>
          <p:cNvSpPr>
            <a:spLocks noChangeArrowheads="1"/>
          </p:cNvSpPr>
          <p:nvPr/>
        </p:nvSpPr>
        <p:spPr bwMode="auto">
          <a:xfrm>
            <a:off x="763588"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2.4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变换的性质</a:t>
            </a:r>
          </a:p>
        </p:txBody>
      </p:sp>
      <p:sp>
        <p:nvSpPr>
          <p:cNvPr id="2" name="矩形 1"/>
          <p:cNvSpPr/>
          <p:nvPr/>
        </p:nvSpPr>
        <p:spPr>
          <a:xfrm>
            <a:off x="2533208" y="838200"/>
            <a:ext cx="3195105" cy="523220"/>
          </a:xfrm>
          <a:prstGeom prst="rect">
            <a:avLst/>
          </a:prstGeom>
        </p:spPr>
        <p:txBody>
          <a:bodyPr wrap="non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表</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1.2  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变换特性</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endParaRPr>
          </a:p>
        </p:txBody>
      </p:sp>
      <p:sp>
        <p:nvSpPr>
          <p:cNvPr id="10" name="Rectangle 5"/>
          <p:cNvSpPr>
            <a:spLocks noChangeArrowheads="1"/>
          </p:cNvSpPr>
          <p:nvPr/>
        </p:nvSpPr>
        <p:spPr bwMode="auto">
          <a:xfrm>
            <a:off x="407033" y="1815617"/>
            <a:ext cx="8229600" cy="741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zh-CN" altLang="zh-CN" sz="2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6"/>
          <p:cNvSpPr>
            <a:spLocks noChangeArrowheads="1"/>
          </p:cNvSpPr>
          <p:nvPr/>
        </p:nvSpPr>
        <p:spPr bwMode="auto">
          <a:xfrm>
            <a:off x="407033" y="1371600"/>
            <a:ext cx="8229600" cy="444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性质           序列                  </a:t>
            </a:r>
            <a:r>
              <a:rPr kumimoji="0" lang="zh-CN" altLang="en-US" sz="2400" b="1"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 </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变换                  收敛域</a:t>
            </a:r>
          </a:p>
        </p:txBody>
      </p:sp>
      <p:sp>
        <p:nvSpPr>
          <p:cNvPr id="12" name="Line 7"/>
          <p:cNvSpPr>
            <a:spLocks noChangeShapeType="1"/>
          </p:cNvSpPr>
          <p:nvPr/>
        </p:nvSpPr>
        <p:spPr bwMode="auto">
          <a:xfrm>
            <a:off x="238824" y="1371600"/>
            <a:ext cx="8397809"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 name="Line 8"/>
          <p:cNvSpPr>
            <a:spLocks noChangeShapeType="1"/>
          </p:cNvSpPr>
          <p:nvPr/>
        </p:nvSpPr>
        <p:spPr bwMode="auto">
          <a:xfrm>
            <a:off x="238824" y="1815617"/>
            <a:ext cx="8397809"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Line 9"/>
          <p:cNvSpPr>
            <a:spLocks noChangeShapeType="1"/>
          </p:cNvSpPr>
          <p:nvPr/>
        </p:nvSpPr>
        <p:spPr bwMode="auto">
          <a:xfrm>
            <a:off x="238824" y="2740482"/>
            <a:ext cx="8397809" cy="2718"/>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 name="Line 10"/>
          <p:cNvSpPr>
            <a:spLocks noChangeShapeType="1"/>
          </p:cNvSpPr>
          <p:nvPr/>
        </p:nvSpPr>
        <p:spPr bwMode="auto">
          <a:xfrm flipV="1">
            <a:off x="238824" y="5257800"/>
            <a:ext cx="8441466" cy="8982"/>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Line 12"/>
          <p:cNvSpPr>
            <a:spLocks noChangeShapeType="1"/>
          </p:cNvSpPr>
          <p:nvPr/>
        </p:nvSpPr>
        <p:spPr bwMode="auto">
          <a:xfrm>
            <a:off x="407033" y="1371600"/>
            <a:ext cx="0" cy="4440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Line 13"/>
          <p:cNvSpPr>
            <a:spLocks noChangeShapeType="1"/>
          </p:cNvSpPr>
          <p:nvPr/>
        </p:nvSpPr>
        <p:spPr bwMode="auto">
          <a:xfrm>
            <a:off x="8636633" y="1371600"/>
            <a:ext cx="0" cy="4440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Line 14"/>
          <p:cNvSpPr>
            <a:spLocks noChangeShapeType="1"/>
          </p:cNvSpPr>
          <p:nvPr/>
        </p:nvSpPr>
        <p:spPr bwMode="auto">
          <a:xfrm>
            <a:off x="407033" y="1815617"/>
            <a:ext cx="0" cy="7411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Line 15"/>
          <p:cNvSpPr>
            <a:spLocks noChangeShapeType="1"/>
          </p:cNvSpPr>
          <p:nvPr/>
        </p:nvSpPr>
        <p:spPr bwMode="auto">
          <a:xfrm>
            <a:off x="8636633" y="1815617"/>
            <a:ext cx="0" cy="7411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Line 16"/>
          <p:cNvSpPr>
            <a:spLocks noChangeShapeType="1"/>
          </p:cNvSpPr>
          <p:nvPr/>
        </p:nvSpPr>
        <p:spPr bwMode="auto">
          <a:xfrm>
            <a:off x="407033" y="2895600"/>
            <a:ext cx="0" cy="283550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2" name="Object 20"/>
          <p:cNvGraphicFramePr>
            <a:graphicFrameLocks noChangeAspect="1"/>
          </p:cNvGraphicFramePr>
          <p:nvPr/>
        </p:nvGraphicFramePr>
        <p:xfrm>
          <a:off x="2020390" y="1868603"/>
          <a:ext cx="719712" cy="426384"/>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22" name="Object 20"/>
                      <p:cNvPicPr>
                        <a:picLocks noChangeAspect="1" noChangeArrowheads="1"/>
                      </p:cNvPicPr>
                      <p:nvPr/>
                    </p:nvPicPr>
                    <p:blipFill>
                      <a:blip r:embed="rId3"/>
                      <a:srcRect/>
                      <a:stretch>
                        <a:fillRect/>
                      </a:stretch>
                    </p:blipFill>
                    <p:spPr bwMode="auto">
                      <a:xfrm>
                        <a:off x="2020390" y="1868603"/>
                        <a:ext cx="719712"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1"/>
          <p:cNvGraphicFramePr>
            <a:graphicFrameLocks noChangeAspect="1"/>
          </p:cNvGraphicFramePr>
          <p:nvPr/>
        </p:nvGraphicFramePr>
        <p:xfrm>
          <a:off x="4194357" y="1828800"/>
          <a:ext cx="773388" cy="426384"/>
        </p:xfrm>
        <a:graphic>
          <a:graphicData uri="http://schemas.openxmlformats.org/presentationml/2006/ole">
            <mc:AlternateContent xmlns:mc="http://schemas.openxmlformats.org/markup-compatibility/2006">
              <mc:Choice xmlns:v="urn:schemas-microsoft-com:vml" Requires="v">
                <p:oleObj name="Equation" r:id="rId4" imgW="368280" imgH="203040" progId="Equation.DSMT4">
                  <p:embed/>
                </p:oleObj>
              </mc:Choice>
              <mc:Fallback>
                <p:oleObj name="Equation" r:id="rId4" imgW="368280" imgH="203040" progId="Equation.DSMT4">
                  <p:embed/>
                  <p:pic>
                    <p:nvPicPr>
                      <p:cNvPr id="23" name="Object 21"/>
                      <p:cNvPicPr>
                        <a:picLocks noChangeAspect="1" noChangeArrowheads="1"/>
                      </p:cNvPicPr>
                      <p:nvPr/>
                    </p:nvPicPr>
                    <p:blipFill>
                      <a:blip r:embed="rId5"/>
                      <a:srcRect/>
                      <a:stretch>
                        <a:fillRect/>
                      </a:stretch>
                    </p:blipFill>
                    <p:spPr bwMode="auto">
                      <a:xfrm>
                        <a:off x="4194357" y="1828800"/>
                        <a:ext cx="773388"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 name="矩形 51"/>
          <p:cNvSpPr/>
          <p:nvPr/>
        </p:nvSpPr>
        <p:spPr>
          <a:xfrm>
            <a:off x="6061970" y="4171890"/>
            <a:ext cx="2803973"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可能增加或去除</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或∞</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53" name="Object 24"/>
          <p:cNvGraphicFramePr>
            <a:graphicFrameLocks noChangeAspect="1"/>
          </p:cNvGraphicFramePr>
          <p:nvPr/>
        </p:nvGraphicFramePr>
        <p:xfrm>
          <a:off x="6214370" y="1757905"/>
          <a:ext cx="1866564" cy="559440"/>
        </p:xfrm>
        <a:graphic>
          <a:graphicData uri="http://schemas.openxmlformats.org/presentationml/2006/ole">
            <mc:AlternateContent xmlns:mc="http://schemas.openxmlformats.org/markup-compatibility/2006">
              <mc:Choice xmlns:v="urn:schemas-microsoft-com:vml" Requires="v">
                <p:oleObj name="Equation" r:id="rId6" imgW="888840" imgH="266400" progId="Equation.DSMT4">
                  <p:embed/>
                </p:oleObj>
              </mc:Choice>
              <mc:Fallback>
                <p:oleObj name="Equation" r:id="rId6" imgW="888840" imgH="266400" progId="Equation.DSMT4">
                  <p:embed/>
                  <p:pic>
                    <p:nvPicPr>
                      <p:cNvPr id="53" name="Object 24"/>
                      <p:cNvPicPr>
                        <a:picLocks noChangeAspect="1" noChangeArrowheads="1"/>
                      </p:cNvPicPr>
                      <p:nvPr/>
                    </p:nvPicPr>
                    <p:blipFill>
                      <a:blip r:embed="rId7"/>
                      <a:srcRect/>
                      <a:stretch>
                        <a:fillRect/>
                      </a:stretch>
                    </p:blipFill>
                    <p:spPr bwMode="auto">
                      <a:xfrm>
                        <a:off x="6214370" y="1757905"/>
                        <a:ext cx="1866564" cy="55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Object 20"/>
          <p:cNvGraphicFramePr>
            <a:graphicFrameLocks noChangeAspect="1"/>
          </p:cNvGraphicFramePr>
          <p:nvPr/>
        </p:nvGraphicFramePr>
        <p:xfrm>
          <a:off x="2057378" y="2307959"/>
          <a:ext cx="692150" cy="427037"/>
        </p:xfrm>
        <a:graphic>
          <a:graphicData uri="http://schemas.openxmlformats.org/presentationml/2006/ole">
            <mc:AlternateContent xmlns:mc="http://schemas.openxmlformats.org/markup-compatibility/2006">
              <mc:Choice xmlns:v="urn:schemas-microsoft-com:vml" Requires="v">
                <p:oleObj name="Equation" r:id="rId8" imgW="330120" imgH="203040" progId="Equation.DSMT4">
                  <p:embed/>
                </p:oleObj>
              </mc:Choice>
              <mc:Fallback>
                <p:oleObj name="Equation" r:id="rId8" imgW="330120" imgH="203040" progId="Equation.DSMT4">
                  <p:embed/>
                  <p:pic>
                    <p:nvPicPr>
                      <p:cNvPr id="54" name="Object 20"/>
                      <p:cNvPicPr>
                        <a:picLocks noChangeAspect="1" noChangeArrowheads="1"/>
                      </p:cNvPicPr>
                      <p:nvPr/>
                    </p:nvPicPr>
                    <p:blipFill>
                      <a:blip r:embed="rId9"/>
                      <a:srcRect/>
                      <a:stretch>
                        <a:fillRect/>
                      </a:stretch>
                    </p:blipFill>
                    <p:spPr bwMode="auto">
                      <a:xfrm>
                        <a:off x="2057378" y="2307959"/>
                        <a:ext cx="6921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21"/>
          <p:cNvGraphicFramePr>
            <a:graphicFrameLocks noChangeAspect="1"/>
          </p:cNvGraphicFramePr>
          <p:nvPr/>
        </p:nvGraphicFramePr>
        <p:xfrm>
          <a:off x="4234758" y="2317750"/>
          <a:ext cx="693737" cy="425450"/>
        </p:xfrm>
        <a:graphic>
          <a:graphicData uri="http://schemas.openxmlformats.org/presentationml/2006/ole">
            <mc:AlternateContent xmlns:mc="http://schemas.openxmlformats.org/markup-compatibility/2006">
              <mc:Choice xmlns:v="urn:schemas-microsoft-com:vml" Requires="v">
                <p:oleObj name="Equation" r:id="rId10" imgW="330120" imgH="203040" progId="Equation.DSMT4">
                  <p:embed/>
                </p:oleObj>
              </mc:Choice>
              <mc:Fallback>
                <p:oleObj name="Equation" r:id="rId10" imgW="330120" imgH="203040" progId="Equation.DSMT4">
                  <p:embed/>
                  <p:pic>
                    <p:nvPicPr>
                      <p:cNvPr id="55" name="Object 21"/>
                      <p:cNvPicPr>
                        <a:picLocks noChangeAspect="1" noChangeArrowheads="1"/>
                      </p:cNvPicPr>
                      <p:nvPr/>
                    </p:nvPicPr>
                    <p:blipFill>
                      <a:blip r:embed="rId11"/>
                      <a:srcRect/>
                      <a:stretch>
                        <a:fillRect/>
                      </a:stretch>
                    </p:blipFill>
                    <p:spPr bwMode="auto">
                      <a:xfrm>
                        <a:off x="4234758" y="2317750"/>
                        <a:ext cx="693737"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24"/>
          <p:cNvGraphicFramePr>
            <a:graphicFrameLocks noChangeAspect="1"/>
          </p:cNvGraphicFramePr>
          <p:nvPr/>
        </p:nvGraphicFramePr>
        <p:xfrm>
          <a:off x="6227070" y="2184400"/>
          <a:ext cx="1841500" cy="558800"/>
        </p:xfrm>
        <a:graphic>
          <a:graphicData uri="http://schemas.openxmlformats.org/presentationml/2006/ole">
            <mc:AlternateContent xmlns:mc="http://schemas.openxmlformats.org/markup-compatibility/2006">
              <mc:Choice xmlns:v="urn:schemas-microsoft-com:vml" Requires="v">
                <p:oleObj name="Equation" r:id="rId12" imgW="876240" imgH="266400" progId="Equation.DSMT4">
                  <p:embed/>
                </p:oleObj>
              </mc:Choice>
              <mc:Fallback>
                <p:oleObj name="Equation" r:id="rId12" imgW="876240" imgH="266400" progId="Equation.DSMT4">
                  <p:embed/>
                  <p:pic>
                    <p:nvPicPr>
                      <p:cNvPr id="56" name="Object 24"/>
                      <p:cNvPicPr>
                        <a:picLocks noChangeAspect="1" noChangeArrowheads="1"/>
                      </p:cNvPicPr>
                      <p:nvPr/>
                    </p:nvPicPr>
                    <p:blipFill>
                      <a:blip r:embed="rId13"/>
                      <a:srcRect/>
                      <a:stretch>
                        <a:fillRect/>
                      </a:stretch>
                    </p:blipFill>
                    <p:spPr bwMode="auto">
                      <a:xfrm>
                        <a:off x="6227070" y="2184400"/>
                        <a:ext cx="18415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矩形 58"/>
          <p:cNvSpPr/>
          <p:nvPr/>
        </p:nvSpPr>
        <p:spPr>
          <a:xfrm>
            <a:off x="423170" y="2812396"/>
            <a:ext cx="88036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线性 </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 name="矩形 59"/>
          <p:cNvSpPr/>
          <p:nvPr/>
        </p:nvSpPr>
        <p:spPr>
          <a:xfrm>
            <a:off x="407032" y="3733190"/>
            <a:ext cx="803425"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时移</a:t>
            </a:r>
          </a:p>
        </p:txBody>
      </p:sp>
      <p:sp>
        <p:nvSpPr>
          <p:cNvPr id="61" name="矩形 60"/>
          <p:cNvSpPr/>
          <p:nvPr/>
        </p:nvSpPr>
        <p:spPr>
          <a:xfrm>
            <a:off x="145940" y="4708681"/>
            <a:ext cx="1475084" cy="40011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乘指数序列</a:t>
            </a:r>
          </a:p>
        </p:txBody>
      </p:sp>
      <p:sp>
        <p:nvSpPr>
          <p:cNvPr id="62" name="矩形 61"/>
          <p:cNvSpPr/>
          <p:nvPr/>
        </p:nvSpPr>
        <p:spPr>
          <a:xfrm>
            <a:off x="258952" y="5405735"/>
            <a:ext cx="1249060"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域微分</a:t>
            </a:r>
          </a:p>
        </p:txBody>
      </p:sp>
      <p:graphicFrame>
        <p:nvGraphicFramePr>
          <p:cNvPr id="65" name="Object 42"/>
          <p:cNvGraphicFramePr>
            <a:graphicFrameLocks noChangeAspect="1"/>
          </p:cNvGraphicFramePr>
          <p:nvPr/>
        </p:nvGraphicFramePr>
        <p:xfrm>
          <a:off x="1566170" y="2819400"/>
          <a:ext cx="1866564" cy="426384"/>
        </p:xfrm>
        <a:graphic>
          <a:graphicData uri="http://schemas.openxmlformats.org/presentationml/2006/ole">
            <mc:AlternateContent xmlns:mc="http://schemas.openxmlformats.org/markup-compatibility/2006">
              <mc:Choice xmlns:v="urn:schemas-microsoft-com:vml" Requires="v">
                <p:oleObj name="Equation" r:id="rId14" imgW="888840" imgH="203040" progId="Equation.DSMT4">
                  <p:embed/>
                </p:oleObj>
              </mc:Choice>
              <mc:Fallback>
                <p:oleObj name="Equation" r:id="rId14" imgW="888840" imgH="203040" progId="Equation.DSMT4">
                  <p:embed/>
                  <p:pic>
                    <p:nvPicPr>
                      <p:cNvPr id="65" name="Object 42"/>
                      <p:cNvPicPr>
                        <a:picLocks noChangeAspect="1" noChangeArrowheads="1"/>
                      </p:cNvPicPr>
                      <p:nvPr/>
                    </p:nvPicPr>
                    <p:blipFill>
                      <a:blip r:embed="rId15"/>
                      <a:srcRect/>
                      <a:stretch>
                        <a:fillRect/>
                      </a:stretch>
                    </p:blipFill>
                    <p:spPr bwMode="auto">
                      <a:xfrm>
                        <a:off x="1566170" y="2819400"/>
                        <a:ext cx="1866564"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 name="Object 43"/>
          <p:cNvGraphicFramePr>
            <a:graphicFrameLocks noChangeAspect="1"/>
          </p:cNvGraphicFramePr>
          <p:nvPr/>
        </p:nvGraphicFramePr>
        <p:xfrm>
          <a:off x="3775970" y="2819400"/>
          <a:ext cx="1999620" cy="426384"/>
        </p:xfrm>
        <a:graphic>
          <a:graphicData uri="http://schemas.openxmlformats.org/presentationml/2006/ole">
            <mc:AlternateContent xmlns:mc="http://schemas.openxmlformats.org/markup-compatibility/2006">
              <mc:Choice xmlns:v="urn:schemas-microsoft-com:vml" Requires="v">
                <p:oleObj name="Equation" r:id="rId16" imgW="952200" imgH="203040" progId="Equation.DSMT4">
                  <p:embed/>
                </p:oleObj>
              </mc:Choice>
              <mc:Fallback>
                <p:oleObj name="Equation" r:id="rId16" imgW="952200" imgH="203040" progId="Equation.DSMT4">
                  <p:embed/>
                  <p:pic>
                    <p:nvPicPr>
                      <p:cNvPr id="66" name="Object 43"/>
                      <p:cNvPicPr>
                        <a:picLocks noChangeAspect="1" noChangeArrowheads="1"/>
                      </p:cNvPicPr>
                      <p:nvPr/>
                    </p:nvPicPr>
                    <p:blipFill>
                      <a:blip r:embed="rId17"/>
                      <a:srcRect/>
                      <a:stretch>
                        <a:fillRect/>
                      </a:stretch>
                    </p:blipFill>
                    <p:spPr bwMode="auto">
                      <a:xfrm>
                        <a:off x="3775970" y="2819400"/>
                        <a:ext cx="1999620"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 name="Object 44"/>
          <p:cNvGraphicFramePr>
            <a:graphicFrameLocks noChangeAspect="1"/>
          </p:cNvGraphicFramePr>
          <p:nvPr/>
        </p:nvGraphicFramePr>
        <p:xfrm>
          <a:off x="6614620" y="2795910"/>
          <a:ext cx="2073275" cy="854075"/>
        </p:xfrm>
        <a:graphic>
          <a:graphicData uri="http://schemas.openxmlformats.org/presentationml/2006/ole">
            <mc:AlternateContent xmlns:mc="http://schemas.openxmlformats.org/markup-compatibility/2006">
              <mc:Choice xmlns:v="urn:schemas-microsoft-com:vml" Requires="v">
                <p:oleObj name="Equation" r:id="rId18" imgW="1295280" imgH="533160" progId="Equation.DSMT4">
                  <p:embed/>
                </p:oleObj>
              </mc:Choice>
              <mc:Fallback>
                <p:oleObj name="Equation" r:id="rId18" imgW="1295280" imgH="533160" progId="Equation.DSMT4">
                  <p:embed/>
                  <p:pic>
                    <p:nvPicPr>
                      <p:cNvPr id="67" name="Object 44"/>
                      <p:cNvPicPr>
                        <a:picLocks noChangeAspect="1" noChangeArrowheads="1"/>
                      </p:cNvPicPr>
                      <p:nvPr/>
                    </p:nvPicPr>
                    <p:blipFill>
                      <a:blip r:embed="rId19"/>
                      <a:srcRect/>
                      <a:stretch>
                        <a:fillRect/>
                      </a:stretch>
                    </p:blipFill>
                    <p:spPr bwMode="auto">
                      <a:xfrm>
                        <a:off x="6614620" y="2795910"/>
                        <a:ext cx="20732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 name="矩形 67"/>
          <p:cNvSpPr/>
          <p:nvPr/>
        </p:nvSpPr>
        <p:spPr>
          <a:xfrm>
            <a:off x="6019800" y="2782321"/>
            <a:ext cx="700833" cy="40011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包括</a:t>
            </a:r>
          </a:p>
        </p:txBody>
      </p:sp>
      <p:sp>
        <p:nvSpPr>
          <p:cNvPr id="69" name="Line 9"/>
          <p:cNvSpPr>
            <a:spLocks noChangeShapeType="1"/>
          </p:cNvSpPr>
          <p:nvPr/>
        </p:nvSpPr>
        <p:spPr bwMode="auto">
          <a:xfrm>
            <a:off x="238824" y="3633609"/>
            <a:ext cx="8413946" cy="16376"/>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70" name="Object 12"/>
          <p:cNvGraphicFramePr>
            <a:graphicFrameLocks noChangeAspect="1"/>
          </p:cNvGraphicFramePr>
          <p:nvPr/>
        </p:nvGraphicFramePr>
        <p:xfrm>
          <a:off x="1693698" y="3686599"/>
          <a:ext cx="1279908" cy="480060"/>
        </p:xfrm>
        <a:graphic>
          <a:graphicData uri="http://schemas.openxmlformats.org/presentationml/2006/ole">
            <mc:AlternateContent xmlns:mc="http://schemas.openxmlformats.org/markup-compatibility/2006">
              <mc:Choice xmlns:v="urn:schemas-microsoft-com:vml" Requires="v">
                <p:oleObj name="Equation" r:id="rId20" imgW="609480" imgH="228600" progId="Equation.DSMT4">
                  <p:embed/>
                </p:oleObj>
              </mc:Choice>
              <mc:Fallback>
                <p:oleObj name="Equation" r:id="rId20" imgW="609480" imgH="228600" progId="Equation.DSMT4">
                  <p:embed/>
                  <p:pic>
                    <p:nvPicPr>
                      <p:cNvPr id="70" name="Object 12"/>
                      <p:cNvPicPr>
                        <a:picLocks noChangeAspect="1" noChangeArrowheads="1"/>
                      </p:cNvPicPr>
                      <p:nvPr/>
                    </p:nvPicPr>
                    <p:blipFill>
                      <a:blip r:embed="rId21"/>
                      <a:srcRect/>
                      <a:stretch>
                        <a:fillRect/>
                      </a:stretch>
                    </p:blipFill>
                    <p:spPr bwMode="auto">
                      <a:xfrm>
                        <a:off x="1693698" y="3686599"/>
                        <a:ext cx="1279908"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 name="Object 13"/>
          <p:cNvGraphicFramePr>
            <a:graphicFrameLocks noChangeAspect="1"/>
          </p:cNvGraphicFramePr>
          <p:nvPr/>
        </p:nvGraphicFramePr>
        <p:xfrm>
          <a:off x="4079183" y="3660775"/>
          <a:ext cx="1227137" cy="506413"/>
        </p:xfrm>
        <a:graphic>
          <a:graphicData uri="http://schemas.openxmlformats.org/presentationml/2006/ole">
            <mc:AlternateContent xmlns:mc="http://schemas.openxmlformats.org/markup-compatibility/2006">
              <mc:Choice xmlns:v="urn:schemas-microsoft-com:vml" Requires="v">
                <p:oleObj name="Equation" r:id="rId22" imgW="583920" imgH="241200" progId="Equation.DSMT4">
                  <p:embed/>
                </p:oleObj>
              </mc:Choice>
              <mc:Fallback>
                <p:oleObj name="Equation" r:id="rId22" imgW="583920" imgH="241200" progId="Equation.DSMT4">
                  <p:embed/>
                  <p:pic>
                    <p:nvPicPr>
                      <p:cNvPr id="71" name="Object 13"/>
                      <p:cNvPicPr>
                        <a:picLocks noChangeAspect="1" noChangeArrowheads="1"/>
                      </p:cNvPicPr>
                      <p:nvPr/>
                    </p:nvPicPr>
                    <p:blipFill>
                      <a:blip r:embed="rId23"/>
                      <a:srcRect/>
                      <a:stretch>
                        <a:fillRect/>
                      </a:stretch>
                    </p:blipFill>
                    <p:spPr bwMode="auto">
                      <a:xfrm>
                        <a:off x="4079183" y="3660775"/>
                        <a:ext cx="12271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 name="Object 14"/>
          <p:cNvGraphicFramePr>
            <a:graphicFrameLocks noChangeAspect="1"/>
          </p:cNvGraphicFramePr>
          <p:nvPr/>
        </p:nvGraphicFramePr>
        <p:xfrm>
          <a:off x="6238499" y="3660139"/>
          <a:ext cx="1866564" cy="559440"/>
        </p:xfrm>
        <a:graphic>
          <a:graphicData uri="http://schemas.openxmlformats.org/presentationml/2006/ole">
            <mc:AlternateContent xmlns:mc="http://schemas.openxmlformats.org/markup-compatibility/2006">
              <mc:Choice xmlns:v="urn:schemas-microsoft-com:vml" Requires="v">
                <p:oleObj name="Equation" r:id="rId24" imgW="888840" imgH="266400" progId="Equation.DSMT4">
                  <p:embed/>
                </p:oleObj>
              </mc:Choice>
              <mc:Fallback>
                <p:oleObj name="Equation" r:id="rId24" imgW="888840" imgH="266400" progId="Equation.DSMT4">
                  <p:embed/>
                  <p:pic>
                    <p:nvPicPr>
                      <p:cNvPr id="72" name="Object 14"/>
                      <p:cNvPicPr>
                        <a:picLocks noChangeAspect="1" noChangeArrowheads="1"/>
                      </p:cNvPicPr>
                      <p:nvPr/>
                    </p:nvPicPr>
                    <p:blipFill>
                      <a:blip r:embed="rId25"/>
                      <a:srcRect/>
                      <a:stretch>
                        <a:fillRect/>
                      </a:stretch>
                    </p:blipFill>
                    <p:spPr bwMode="auto">
                      <a:xfrm>
                        <a:off x="6238499" y="3660139"/>
                        <a:ext cx="1866564" cy="55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 name="Line 9"/>
          <p:cNvSpPr>
            <a:spLocks noChangeShapeType="1"/>
          </p:cNvSpPr>
          <p:nvPr/>
        </p:nvSpPr>
        <p:spPr bwMode="auto">
          <a:xfrm flipV="1">
            <a:off x="238824" y="4590324"/>
            <a:ext cx="8457027" cy="16415"/>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74" name="Object 17"/>
          <p:cNvGraphicFramePr>
            <a:graphicFrameLocks noChangeAspect="1"/>
          </p:cNvGraphicFramePr>
          <p:nvPr/>
        </p:nvGraphicFramePr>
        <p:xfrm>
          <a:off x="1902329" y="4701540"/>
          <a:ext cx="986580" cy="480060"/>
        </p:xfrm>
        <a:graphic>
          <a:graphicData uri="http://schemas.openxmlformats.org/presentationml/2006/ole">
            <mc:AlternateContent xmlns:mc="http://schemas.openxmlformats.org/markup-compatibility/2006">
              <mc:Choice xmlns:v="urn:schemas-microsoft-com:vml" Requires="v">
                <p:oleObj name="Equation" r:id="rId26" imgW="469800" imgH="228600" progId="Equation.DSMT4">
                  <p:embed/>
                </p:oleObj>
              </mc:Choice>
              <mc:Fallback>
                <p:oleObj name="Equation" r:id="rId26" imgW="469800" imgH="228600" progId="Equation.DSMT4">
                  <p:embed/>
                  <p:pic>
                    <p:nvPicPr>
                      <p:cNvPr id="74" name="Object 17"/>
                      <p:cNvPicPr>
                        <a:picLocks noChangeAspect="1" noChangeArrowheads="1"/>
                      </p:cNvPicPr>
                      <p:nvPr/>
                    </p:nvPicPr>
                    <p:blipFill>
                      <a:blip r:embed="rId27"/>
                      <a:srcRect/>
                      <a:stretch>
                        <a:fillRect/>
                      </a:stretch>
                    </p:blipFill>
                    <p:spPr bwMode="auto">
                      <a:xfrm>
                        <a:off x="1902329" y="4701540"/>
                        <a:ext cx="986580"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 name="Object 18"/>
          <p:cNvGraphicFramePr>
            <a:graphicFrameLocks noChangeAspect="1"/>
          </p:cNvGraphicFramePr>
          <p:nvPr/>
        </p:nvGraphicFramePr>
        <p:xfrm>
          <a:off x="4062127" y="4701540"/>
          <a:ext cx="1146096" cy="480060"/>
        </p:xfrm>
        <a:graphic>
          <a:graphicData uri="http://schemas.openxmlformats.org/presentationml/2006/ole">
            <mc:AlternateContent xmlns:mc="http://schemas.openxmlformats.org/markup-compatibility/2006">
              <mc:Choice xmlns:v="urn:schemas-microsoft-com:vml" Requires="v">
                <p:oleObj name="Equation" r:id="rId28" imgW="545760" imgH="228600" progId="Equation.DSMT4">
                  <p:embed/>
                </p:oleObj>
              </mc:Choice>
              <mc:Fallback>
                <p:oleObj name="Equation" r:id="rId28" imgW="545760" imgH="228600" progId="Equation.DSMT4">
                  <p:embed/>
                  <p:pic>
                    <p:nvPicPr>
                      <p:cNvPr id="75" name="Object 18"/>
                      <p:cNvPicPr>
                        <a:picLocks noChangeAspect="1" noChangeArrowheads="1"/>
                      </p:cNvPicPr>
                      <p:nvPr/>
                    </p:nvPicPr>
                    <p:blipFill>
                      <a:blip r:embed="rId29"/>
                      <a:srcRect/>
                      <a:stretch>
                        <a:fillRect/>
                      </a:stretch>
                    </p:blipFill>
                    <p:spPr bwMode="auto">
                      <a:xfrm>
                        <a:off x="4062127" y="4701540"/>
                        <a:ext cx="1146096"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 name="Object 19"/>
          <p:cNvGraphicFramePr>
            <a:graphicFrameLocks noChangeAspect="1"/>
          </p:cNvGraphicFramePr>
          <p:nvPr/>
        </p:nvGraphicFramePr>
        <p:xfrm>
          <a:off x="5943600" y="4698360"/>
          <a:ext cx="2453220" cy="559440"/>
        </p:xfrm>
        <a:graphic>
          <a:graphicData uri="http://schemas.openxmlformats.org/presentationml/2006/ole">
            <mc:AlternateContent xmlns:mc="http://schemas.openxmlformats.org/markup-compatibility/2006">
              <mc:Choice xmlns:v="urn:schemas-microsoft-com:vml" Requires="v">
                <p:oleObj name="Equation" r:id="rId30" imgW="1168200" imgH="266400" progId="Equation.DSMT4">
                  <p:embed/>
                </p:oleObj>
              </mc:Choice>
              <mc:Fallback>
                <p:oleObj name="Equation" r:id="rId30" imgW="1168200" imgH="266400" progId="Equation.DSMT4">
                  <p:embed/>
                  <p:pic>
                    <p:nvPicPr>
                      <p:cNvPr id="76" name="Object 19"/>
                      <p:cNvPicPr>
                        <a:picLocks noChangeAspect="1" noChangeArrowheads="1"/>
                      </p:cNvPicPr>
                      <p:nvPr/>
                    </p:nvPicPr>
                    <p:blipFill>
                      <a:blip r:embed="rId31"/>
                      <a:srcRect/>
                      <a:stretch>
                        <a:fillRect/>
                      </a:stretch>
                    </p:blipFill>
                    <p:spPr bwMode="auto">
                      <a:xfrm>
                        <a:off x="5943600" y="4698360"/>
                        <a:ext cx="2453220" cy="55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 name="Object 22"/>
          <p:cNvGraphicFramePr>
            <a:graphicFrameLocks noChangeAspect="1"/>
          </p:cNvGraphicFramePr>
          <p:nvPr/>
        </p:nvGraphicFramePr>
        <p:xfrm>
          <a:off x="1932602" y="5441016"/>
          <a:ext cx="852768" cy="426384"/>
        </p:xfrm>
        <a:graphic>
          <a:graphicData uri="http://schemas.openxmlformats.org/presentationml/2006/ole">
            <mc:AlternateContent xmlns:mc="http://schemas.openxmlformats.org/markup-compatibility/2006">
              <mc:Choice xmlns:v="urn:schemas-microsoft-com:vml" Requires="v">
                <p:oleObj name="Equation" r:id="rId32" imgW="406080" imgH="203040" progId="Equation.DSMT4">
                  <p:embed/>
                </p:oleObj>
              </mc:Choice>
              <mc:Fallback>
                <p:oleObj name="Equation" r:id="rId32" imgW="406080" imgH="203040" progId="Equation.DSMT4">
                  <p:embed/>
                  <p:pic>
                    <p:nvPicPr>
                      <p:cNvPr id="77" name="Object 22"/>
                      <p:cNvPicPr>
                        <a:picLocks noChangeAspect="1" noChangeArrowheads="1"/>
                      </p:cNvPicPr>
                      <p:nvPr/>
                    </p:nvPicPr>
                    <p:blipFill>
                      <a:blip r:embed="rId33"/>
                      <a:srcRect/>
                      <a:stretch>
                        <a:fillRect/>
                      </a:stretch>
                    </p:blipFill>
                    <p:spPr bwMode="auto">
                      <a:xfrm>
                        <a:off x="1932602" y="5441016"/>
                        <a:ext cx="852768"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 name="Object 23"/>
          <p:cNvGraphicFramePr>
            <a:graphicFrameLocks noChangeAspect="1"/>
          </p:cNvGraphicFramePr>
          <p:nvPr/>
        </p:nvGraphicFramePr>
        <p:xfrm>
          <a:off x="3900488" y="5254625"/>
          <a:ext cx="1333500" cy="852488"/>
        </p:xfrm>
        <a:graphic>
          <a:graphicData uri="http://schemas.openxmlformats.org/presentationml/2006/ole">
            <mc:AlternateContent xmlns:mc="http://schemas.openxmlformats.org/markup-compatibility/2006">
              <mc:Choice xmlns:v="urn:schemas-microsoft-com:vml" Requires="v">
                <p:oleObj name="Equation" r:id="rId34" imgW="634680" imgH="406080" progId="Equation.DSMT4">
                  <p:embed/>
                </p:oleObj>
              </mc:Choice>
              <mc:Fallback>
                <p:oleObj name="Equation" r:id="rId34" imgW="634680" imgH="406080" progId="Equation.DSMT4">
                  <p:embed/>
                  <p:pic>
                    <p:nvPicPr>
                      <p:cNvPr id="78" name="Object 23"/>
                      <p:cNvPicPr>
                        <a:picLocks noChangeAspect="1" noChangeArrowheads="1"/>
                      </p:cNvPicPr>
                      <p:nvPr/>
                    </p:nvPicPr>
                    <p:blipFill>
                      <a:blip r:embed="rId35"/>
                      <a:srcRect/>
                      <a:stretch>
                        <a:fillRect/>
                      </a:stretch>
                    </p:blipFill>
                    <p:spPr bwMode="auto">
                      <a:xfrm>
                        <a:off x="3900488" y="5254625"/>
                        <a:ext cx="13335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 name="Object 24"/>
          <p:cNvGraphicFramePr>
            <a:graphicFrameLocks noChangeAspect="1"/>
          </p:cNvGraphicFramePr>
          <p:nvPr/>
        </p:nvGraphicFramePr>
        <p:xfrm>
          <a:off x="6248400" y="5384160"/>
          <a:ext cx="1866564" cy="559440"/>
        </p:xfrm>
        <a:graphic>
          <a:graphicData uri="http://schemas.openxmlformats.org/presentationml/2006/ole">
            <mc:AlternateContent xmlns:mc="http://schemas.openxmlformats.org/markup-compatibility/2006">
              <mc:Choice xmlns:v="urn:schemas-microsoft-com:vml" Requires="v">
                <p:oleObj name="Equation" r:id="rId6" imgW="888840" imgH="266400" progId="Equation.DSMT4">
                  <p:embed/>
                </p:oleObj>
              </mc:Choice>
              <mc:Fallback>
                <p:oleObj name="Equation" r:id="rId6" imgW="888840" imgH="266400" progId="Equation.DSMT4">
                  <p:embed/>
                  <p:pic>
                    <p:nvPicPr>
                      <p:cNvPr id="79" name="Object 24"/>
                      <p:cNvPicPr>
                        <a:picLocks noChangeAspect="1" noChangeArrowheads="1"/>
                      </p:cNvPicPr>
                      <p:nvPr/>
                    </p:nvPicPr>
                    <p:blipFill>
                      <a:blip r:embed="rId7"/>
                      <a:srcRect/>
                      <a:stretch>
                        <a:fillRect/>
                      </a:stretch>
                    </p:blipFill>
                    <p:spPr bwMode="auto">
                      <a:xfrm>
                        <a:off x="6248400" y="5384160"/>
                        <a:ext cx="1866564" cy="55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 name="矩形 79"/>
          <p:cNvSpPr/>
          <p:nvPr/>
        </p:nvSpPr>
        <p:spPr>
          <a:xfrm>
            <a:off x="381000" y="6167735"/>
            <a:ext cx="803425"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共轭</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1" name="Line 10"/>
          <p:cNvSpPr>
            <a:spLocks noChangeShapeType="1"/>
          </p:cNvSpPr>
          <p:nvPr/>
        </p:nvSpPr>
        <p:spPr bwMode="auto">
          <a:xfrm flipV="1">
            <a:off x="238824" y="6071298"/>
            <a:ext cx="8441466" cy="8982"/>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2" name="Object 27"/>
          <p:cNvGraphicFramePr>
            <a:graphicFrameLocks noChangeAspect="1"/>
          </p:cNvGraphicFramePr>
          <p:nvPr/>
        </p:nvGraphicFramePr>
        <p:xfrm>
          <a:off x="1963406" y="6149340"/>
          <a:ext cx="826308" cy="480060"/>
        </p:xfrm>
        <a:graphic>
          <a:graphicData uri="http://schemas.openxmlformats.org/presentationml/2006/ole">
            <mc:AlternateContent xmlns:mc="http://schemas.openxmlformats.org/markup-compatibility/2006">
              <mc:Choice xmlns:v="urn:schemas-microsoft-com:vml" Requires="v">
                <p:oleObj name="Equation" r:id="rId36" imgW="393480" imgH="228600" progId="Equation.DSMT4">
                  <p:embed/>
                </p:oleObj>
              </mc:Choice>
              <mc:Fallback>
                <p:oleObj name="Equation" r:id="rId36" imgW="393480" imgH="228600" progId="Equation.DSMT4">
                  <p:embed/>
                  <p:pic>
                    <p:nvPicPr>
                      <p:cNvPr id="82" name="Object 27"/>
                      <p:cNvPicPr>
                        <a:picLocks noChangeAspect="1" noChangeArrowheads="1"/>
                      </p:cNvPicPr>
                      <p:nvPr/>
                    </p:nvPicPr>
                    <p:blipFill>
                      <a:blip r:embed="rId37"/>
                      <a:srcRect/>
                      <a:stretch>
                        <a:fillRect/>
                      </a:stretch>
                    </p:blipFill>
                    <p:spPr bwMode="auto">
                      <a:xfrm>
                        <a:off x="1963406" y="6149340"/>
                        <a:ext cx="826308"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 name="Object 28"/>
          <p:cNvGraphicFramePr>
            <a:graphicFrameLocks noChangeAspect="1"/>
          </p:cNvGraphicFramePr>
          <p:nvPr/>
        </p:nvGraphicFramePr>
        <p:xfrm>
          <a:off x="4038600" y="6164480"/>
          <a:ext cx="1013040" cy="480060"/>
        </p:xfrm>
        <a:graphic>
          <a:graphicData uri="http://schemas.openxmlformats.org/presentationml/2006/ole">
            <mc:AlternateContent xmlns:mc="http://schemas.openxmlformats.org/markup-compatibility/2006">
              <mc:Choice xmlns:v="urn:schemas-microsoft-com:vml" Requires="v">
                <p:oleObj name="Equation" r:id="rId38" imgW="482400" imgH="228600" progId="Equation.DSMT4">
                  <p:embed/>
                </p:oleObj>
              </mc:Choice>
              <mc:Fallback>
                <p:oleObj name="Equation" r:id="rId38" imgW="482400" imgH="228600" progId="Equation.DSMT4">
                  <p:embed/>
                  <p:pic>
                    <p:nvPicPr>
                      <p:cNvPr id="83" name="Object 28"/>
                      <p:cNvPicPr>
                        <a:picLocks noChangeAspect="1" noChangeArrowheads="1"/>
                      </p:cNvPicPr>
                      <p:nvPr/>
                    </p:nvPicPr>
                    <p:blipFill>
                      <a:blip r:embed="rId39"/>
                      <a:srcRect/>
                      <a:stretch>
                        <a:fillRect/>
                      </a:stretch>
                    </p:blipFill>
                    <p:spPr bwMode="auto">
                      <a:xfrm>
                        <a:off x="4038600" y="6164480"/>
                        <a:ext cx="1013040"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 name="Object 29"/>
          <p:cNvGraphicFramePr>
            <a:graphicFrameLocks noChangeAspect="1"/>
          </p:cNvGraphicFramePr>
          <p:nvPr/>
        </p:nvGraphicFramePr>
        <p:xfrm>
          <a:off x="6286836" y="6146160"/>
          <a:ext cx="1866564" cy="559440"/>
        </p:xfrm>
        <a:graphic>
          <a:graphicData uri="http://schemas.openxmlformats.org/presentationml/2006/ole">
            <mc:AlternateContent xmlns:mc="http://schemas.openxmlformats.org/markup-compatibility/2006">
              <mc:Choice xmlns:v="urn:schemas-microsoft-com:vml" Requires="v">
                <p:oleObj name="Equation" r:id="rId40" imgW="888840" imgH="266400" progId="Equation.DSMT4">
                  <p:embed/>
                </p:oleObj>
              </mc:Choice>
              <mc:Fallback>
                <p:oleObj name="Equation" r:id="rId40" imgW="888840" imgH="266400" progId="Equation.DSMT4">
                  <p:embed/>
                  <p:pic>
                    <p:nvPicPr>
                      <p:cNvPr id="84" name="Object 29"/>
                      <p:cNvPicPr>
                        <a:picLocks noChangeAspect="1" noChangeArrowheads="1"/>
                      </p:cNvPicPr>
                      <p:nvPr/>
                    </p:nvPicPr>
                    <p:blipFill>
                      <a:blip r:embed="rId41"/>
                      <a:srcRect/>
                      <a:stretch>
                        <a:fillRect/>
                      </a:stretch>
                    </p:blipFill>
                    <p:spPr bwMode="auto">
                      <a:xfrm>
                        <a:off x="6286836" y="6146160"/>
                        <a:ext cx="1866564" cy="55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 name="矩形 84"/>
          <p:cNvSpPr/>
          <p:nvPr/>
        </p:nvSpPr>
        <p:spPr>
          <a:xfrm>
            <a:off x="19985" y="2734996"/>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6" name="矩形 85"/>
          <p:cNvSpPr/>
          <p:nvPr/>
        </p:nvSpPr>
        <p:spPr>
          <a:xfrm>
            <a:off x="0" y="3667310"/>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6446186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33207" y="838200"/>
            <a:ext cx="3195105" cy="523220"/>
          </a:xfrm>
          <a:prstGeom prst="rect">
            <a:avLst/>
          </a:prstGeom>
        </p:spPr>
        <p:txBody>
          <a:bodyPr wrap="non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表</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1.2  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变换特性</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Rectangle 5"/>
          <p:cNvSpPr>
            <a:spLocks noChangeArrowheads="1"/>
          </p:cNvSpPr>
          <p:nvPr/>
        </p:nvSpPr>
        <p:spPr bwMode="auto">
          <a:xfrm>
            <a:off x="364863" y="1815617"/>
            <a:ext cx="8229600" cy="741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zh-CN" altLang="zh-CN" sz="2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 name="Rectangle 6"/>
          <p:cNvSpPr>
            <a:spLocks noChangeArrowheads="1"/>
          </p:cNvSpPr>
          <p:nvPr/>
        </p:nvSpPr>
        <p:spPr bwMode="auto">
          <a:xfrm>
            <a:off x="364863" y="1371600"/>
            <a:ext cx="8229600" cy="444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性质          序列                   </a:t>
            </a:r>
            <a:r>
              <a:rPr kumimoji="0" lang="zh-CN" altLang="en-US"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变换                    收敛域</a:t>
            </a:r>
          </a:p>
        </p:txBody>
      </p:sp>
      <p:sp>
        <p:nvSpPr>
          <p:cNvPr id="12" name="Line 7"/>
          <p:cNvSpPr>
            <a:spLocks noChangeShapeType="1"/>
          </p:cNvSpPr>
          <p:nvPr/>
        </p:nvSpPr>
        <p:spPr bwMode="auto">
          <a:xfrm>
            <a:off x="364863" y="1371600"/>
            <a:ext cx="82296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 name="Line 8"/>
          <p:cNvSpPr>
            <a:spLocks noChangeShapeType="1"/>
          </p:cNvSpPr>
          <p:nvPr/>
        </p:nvSpPr>
        <p:spPr bwMode="auto">
          <a:xfrm>
            <a:off x="364863" y="1815617"/>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Line 9"/>
          <p:cNvSpPr>
            <a:spLocks noChangeShapeType="1"/>
          </p:cNvSpPr>
          <p:nvPr/>
        </p:nvSpPr>
        <p:spPr bwMode="auto">
          <a:xfrm>
            <a:off x="364863" y="274320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 name="Line 10"/>
          <p:cNvSpPr>
            <a:spLocks noChangeShapeType="1"/>
          </p:cNvSpPr>
          <p:nvPr/>
        </p:nvSpPr>
        <p:spPr bwMode="auto">
          <a:xfrm>
            <a:off x="408520" y="5192739"/>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Line 12"/>
          <p:cNvSpPr>
            <a:spLocks noChangeShapeType="1"/>
          </p:cNvSpPr>
          <p:nvPr/>
        </p:nvSpPr>
        <p:spPr bwMode="auto">
          <a:xfrm>
            <a:off x="364863" y="1371600"/>
            <a:ext cx="0" cy="4440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Line 13"/>
          <p:cNvSpPr>
            <a:spLocks noChangeShapeType="1"/>
          </p:cNvSpPr>
          <p:nvPr/>
        </p:nvSpPr>
        <p:spPr bwMode="auto">
          <a:xfrm>
            <a:off x="8594463" y="1371600"/>
            <a:ext cx="0" cy="4440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Line 14"/>
          <p:cNvSpPr>
            <a:spLocks noChangeShapeType="1"/>
          </p:cNvSpPr>
          <p:nvPr/>
        </p:nvSpPr>
        <p:spPr bwMode="auto">
          <a:xfrm>
            <a:off x="364863" y="1815617"/>
            <a:ext cx="0" cy="7411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Line 15"/>
          <p:cNvSpPr>
            <a:spLocks noChangeShapeType="1"/>
          </p:cNvSpPr>
          <p:nvPr/>
        </p:nvSpPr>
        <p:spPr bwMode="auto">
          <a:xfrm>
            <a:off x="8594463" y="1815617"/>
            <a:ext cx="0" cy="74111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Line 16"/>
          <p:cNvSpPr>
            <a:spLocks noChangeShapeType="1"/>
          </p:cNvSpPr>
          <p:nvPr/>
        </p:nvSpPr>
        <p:spPr bwMode="auto">
          <a:xfrm>
            <a:off x="364863" y="2895600"/>
            <a:ext cx="0" cy="283550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2" name="Object 20"/>
          <p:cNvGraphicFramePr>
            <a:graphicFrameLocks noChangeAspect="1"/>
          </p:cNvGraphicFramePr>
          <p:nvPr/>
        </p:nvGraphicFramePr>
        <p:xfrm>
          <a:off x="1803044" y="1868603"/>
          <a:ext cx="719712" cy="426384"/>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22" name="Object 20"/>
                      <p:cNvPicPr>
                        <a:picLocks noChangeAspect="1" noChangeArrowheads="1"/>
                      </p:cNvPicPr>
                      <p:nvPr/>
                    </p:nvPicPr>
                    <p:blipFill>
                      <a:blip r:embed="rId3"/>
                      <a:srcRect/>
                      <a:stretch>
                        <a:fillRect/>
                      </a:stretch>
                    </p:blipFill>
                    <p:spPr bwMode="auto">
                      <a:xfrm>
                        <a:off x="1803044" y="1868603"/>
                        <a:ext cx="719712"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1"/>
          <p:cNvGraphicFramePr>
            <a:graphicFrameLocks noChangeAspect="1"/>
          </p:cNvGraphicFramePr>
          <p:nvPr/>
        </p:nvGraphicFramePr>
        <p:xfrm>
          <a:off x="4152187" y="1828800"/>
          <a:ext cx="773388" cy="426384"/>
        </p:xfrm>
        <a:graphic>
          <a:graphicData uri="http://schemas.openxmlformats.org/presentationml/2006/ole">
            <mc:AlternateContent xmlns:mc="http://schemas.openxmlformats.org/markup-compatibility/2006">
              <mc:Choice xmlns:v="urn:schemas-microsoft-com:vml" Requires="v">
                <p:oleObj name="Equation" r:id="rId4" imgW="368280" imgH="203040" progId="Equation.DSMT4">
                  <p:embed/>
                </p:oleObj>
              </mc:Choice>
              <mc:Fallback>
                <p:oleObj name="Equation" r:id="rId4" imgW="368280" imgH="203040" progId="Equation.DSMT4">
                  <p:embed/>
                  <p:pic>
                    <p:nvPicPr>
                      <p:cNvPr id="23" name="Object 21"/>
                      <p:cNvPicPr>
                        <a:picLocks noChangeAspect="1" noChangeArrowheads="1"/>
                      </p:cNvPicPr>
                      <p:nvPr/>
                    </p:nvPicPr>
                    <p:blipFill>
                      <a:blip r:embed="rId5"/>
                      <a:srcRect/>
                      <a:stretch>
                        <a:fillRect/>
                      </a:stretch>
                    </p:blipFill>
                    <p:spPr bwMode="auto">
                      <a:xfrm>
                        <a:off x="4152187" y="1828800"/>
                        <a:ext cx="773388"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 name="Object 24"/>
          <p:cNvGraphicFramePr>
            <a:graphicFrameLocks noChangeAspect="1"/>
          </p:cNvGraphicFramePr>
          <p:nvPr/>
        </p:nvGraphicFramePr>
        <p:xfrm>
          <a:off x="6172200" y="1757905"/>
          <a:ext cx="1866564" cy="559440"/>
        </p:xfrm>
        <a:graphic>
          <a:graphicData uri="http://schemas.openxmlformats.org/presentationml/2006/ole">
            <mc:AlternateContent xmlns:mc="http://schemas.openxmlformats.org/markup-compatibility/2006">
              <mc:Choice xmlns:v="urn:schemas-microsoft-com:vml" Requires="v">
                <p:oleObj name="Equation" r:id="rId6" imgW="888840" imgH="266400" progId="Equation.DSMT4">
                  <p:embed/>
                </p:oleObj>
              </mc:Choice>
              <mc:Fallback>
                <p:oleObj name="Equation" r:id="rId6" imgW="888840" imgH="266400" progId="Equation.DSMT4">
                  <p:embed/>
                  <p:pic>
                    <p:nvPicPr>
                      <p:cNvPr id="53" name="Object 24"/>
                      <p:cNvPicPr>
                        <a:picLocks noChangeAspect="1" noChangeArrowheads="1"/>
                      </p:cNvPicPr>
                      <p:nvPr/>
                    </p:nvPicPr>
                    <p:blipFill>
                      <a:blip r:embed="rId7"/>
                      <a:srcRect/>
                      <a:stretch>
                        <a:fillRect/>
                      </a:stretch>
                    </p:blipFill>
                    <p:spPr bwMode="auto">
                      <a:xfrm>
                        <a:off x="6172200" y="1757905"/>
                        <a:ext cx="1866564" cy="55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 name="Object 20"/>
          <p:cNvGraphicFramePr>
            <a:graphicFrameLocks noChangeAspect="1"/>
          </p:cNvGraphicFramePr>
          <p:nvPr/>
        </p:nvGraphicFramePr>
        <p:xfrm>
          <a:off x="1840032" y="2307959"/>
          <a:ext cx="692150" cy="427037"/>
        </p:xfrm>
        <a:graphic>
          <a:graphicData uri="http://schemas.openxmlformats.org/presentationml/2006/ole">
            <mc:AlternateContent xmlns:mc="http://schemas.openxmlformats.org/markup-compatibility/2006">
              <mc:Choice xmlns:v="urn:schemas-microsoft-com:vml" Requires="v">
                <p:oleObj name="Equation" r:id="rId8" imgW="330120" imgH="203040" progId="Equation.DSMT4">
                  <p:embed/>
                </p:oleObj>
              </mc:Choice>
              <mc:Fallback>
                <p:oleObj name="Equation" r:id="rId8" imgW="330120" imgH="203040" progId="Equation.DSMT4">
                  <p:embed/>
                  <p:pic>
                    <p:nvPicPr>
                      <p:cNvPr id="54" name="Object 20"/>
                      <p:cNvPicPr>
                        <a:picLocks noChangeAspect="1" noChangeArrowheads="1"/>
                      </p:cNvPicPr>
                      <p:nvPr/>
                    </p:nvPicPr>
                    <p:blipFill>
                      <a:blip r:embed="rId9"/>
                      <a:srcRect/>
                      <a:stretch>
                        <a:fillRect/>
                      </a:stretch>
                    </p:blipFill>
                    <p:spPr bwMode="auto">
                      <a:xfrm>
                        <a:off x="1840032" y="2307959"/>
                        <a:ext cx="6921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 name="Object 21"/>
          <p:cNvGraphicFramePr>
            <a:graphicFrameLocks noChangeAspect="1"/>
          </p:cNvGraphicFramePr>
          <p:nvPr/>
        </p:nvGraphicFramePr>
        <p:xfrm>
          <a:off x="4192588" y="2317750"/>
          <a:ext cx="693737" cy="425450"/>
        </p:xfrm>
        <a:graphic>
          <a:graphicData uri="http://schemas.openxmlformats.org/presentationml/2006/ole">
            <mc:AlternateContent xmlns:mc="http://schemas.openxmlformats.org/markup-compatibility/2006">
              <mc:Choice xmlns:v="urn:schemas-microsoft-com:vml" Requires="v">
                <p:oleObj name="Equation" r:id="rId10" imgW="330120" imgH="203040" progId="Equation.DSMT4">
                  <p:embed/>
                </p:oleObj>
              </mc:Choice>
              <mc:Fallback>
                <p:oleObj name="Equation" r:id="rId10" imgW="330120" imgH="203040" progId="Equation.DSMT4">
                  <p:embed/>
                  <p:pic>
                    <p:nvPicPr>
                      <p:cNvPr id="55" name="Object 21"/>
                      <p:cNvPicPr>
                        <a:picLocks noChangeAspect="1" noChangeArrowheads="1"/>
                      </p:cNvPicPr>
                      <p:nvPr/>
                    </p:nvPicPr>
                    <p:blipFill>
                      <a:blip r:embed="rId11"/>
                      <a:srcRect/>
                      <a:stretch>
                        <a:fillRect/>
                      </a:stretch>
                    </p:blipFill>
                    <p:spPr bwMode="auto">
                      <a:xfrm>
                        <a:off x="4192588" y="2317750"/>
                        <a:ext cx="693737"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 name="Object 24"/>
          <p:cNvGraphicFramePr>
            <a:graphicFrameLocks noChangeAspect="1"/>
          </p:cNvGraphicFramePr>
          <p:nvPr/>
        </p:nvGraphicFramePr>
        <p:xfrm>
          <a:off x="6184900" y="2184400"/>
          <a:ext cx="1841500" cy="558800"/>
        </p:xfrm>
        <a:graphic>
          <a:graphicData uri="http://schemas.openxmlformats.org/presentationml/2006/ole">
            <mc:AlternateContent xmlns:mc="http://schemas.openxmlformats.org/markup-compatibility/2006">
              <mc:Choice xmlns:v="urn:schemas-microsoft-com:vml" Requires="v">
                <p:oleObj name="Equation" r:id="rId12" imgW="876240" imgH="266400" progId="Equation.DSMT4">
                  <p:embed/>
                </p:oleObj>
              </mc:Choice>
              <mc:Fallback>
                <p:oleObj name="Equation" r:id="rId12" imgW="876240" imgH="266400" progId="Equation.DSMT4">
                  <p:embed/>
                  <p:pic>
                    <p:nvPicPr>
                      <p:cNvPr id="56" name="Object 24"/>
                      <p:cNvPicPr>
                        <a:picLocks noChangeAspect="1" noChangeArrowheads="1"/>
                      </p:cNvPicPr>
                      <p:nvPr/>
                    </p:nvPicPr>
                    <p:blipFill>
                      <a:blip r:embed="rId13"/>
                      <a:srcRect/>
                      <a:stretch>
                        <a:fillRect/>
                      </a:stretch>
                    </p:blipFill>
                    <p:spPr bwMode="auto">
                      <a:xfrm>
                        <a:off x="6184900" y="2184400"/>
                        <a:ext cx="18415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矩形 58"/>
          <p:cNvSpPr/>
          <p:nvPr/>
        </p:nvSpPr>
        <p:spPr>
          <a:xfrm>
            <a:off x="252728" y="2891135"/>
            <a:ext cx="1576072"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时间反转  </a:t>
            </a: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0" name="矩形 59"/>
          <p:cNvSpPr/>
          <p:nvPr/>
        </p:nvSpPr>
        <p:spPr>
          <a:xfrm>
            <a:off x="364862" y="3668129"/>
            <a:ext cx="880369"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卷积 </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 name="矩形 63"/>
          <p:cNvSpPr/>
          <p:nvPr/>
        </p:nvSpPr>
        <p:spPr>
          <a:xfrm>
            <a:off x="348727" y="4617066"/>
            <a:ext cx="803425"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相乘</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67" name="Object 44"/>
          <p:cNvGraphicFramePr>
            <a:graphicFrameLocks noChangeAspect="1"/>
          </p:cNvGraphicFramePr>
          <p:nvPr/>
        </p:nvGraphicFramePr>
        <p:xfrm>
          <a:off x="6575934" y="3671189"/>
          <a:ext cx="2073275" cy="854075"/>
        </p:xfrm>
        <a:graphic>
          <a:graphicData uri="http://schemas.openxmlformats.org/presentationml/2006/ole">
            <mc:AlternateContent xmlns:mc="http://schemas.openxmlformats.org/markup-compatibility/2006">
              <mc:Choice xmlns:v="urn:schemas-microsoft-com:vml" Requires="v">
                <p:oleObj name="Equation" r:id="rId14" imgW="1295280" imgH="533160" progId="Equation.DSMT4">
                  <p:embed/>
                </p:oleObj>
              </mc:Choice>
              <mc:Fallback>
                <p:oleObj name="Equation" r:id="rId14" imgW="1295280" imgH="533160" progId="Equation.DSMT4">
                  <p:embed/>
                  <p:pic>
                    <p:nvPicPr>
                      <p:cNvPr id="67" name="Object 44"/>
                      <p:cNvPicPr>
                        <a:picLocks noChangeAspect="1" noChangeArrowheads="1"/>
                      </p:cNvPicPr>
                      <p:nvPr/>
                    </p:nvPicPr>
                    <p:blipFill>
                      <a:blip r:embed="rId15"/>
                      <a:srcRect/>
                      <a:stretch>
                        <a:fillRect/>
                      </a:stretch>
                    </p:blipFill>
                    <p:spPr bwMode="auto">
                      <a:xfrm>
                        <a:off x="6575934" y="3671189"/>
                        <a:ext cx="20732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 name="矩形 67"/>
          <p:cNvSpPr/>
          <p:nvPr/>
        </p:nvSpPr>
        <p:spPr>
          <a:xfrm>
            <a:off x="5943600" y="3657600"/>
            <a:ext cx="700833" cy="40011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包括</a:t>
            </a:r>
          </a:p>
        </p:txBody>
      </p:sp>
      <p:sp>
        <p:nvSpPr>
          <p:cNvPr id="69" name="Line 9"/>
          <p:cNvSpPr>
            <a:spLocks noChangeShapeType="1"/>
          </p:cNvSpPr>
          <p:nvPr/>
        </p:nvSpPr>
        <p:spPr bwMode="auto">
          <a:xfrm>
            <a:off x="381000" y="358140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3" name="Line 9"/>
          <p:cNvSpPr>
            <a:spLocks noChangeShapeType="1"/>
          </p:cNvSpPr>
          <p:nvPr/>
        </p:nvSpPr>
        <p:spPr bwMode="auto">
          <a:xfrm>
            <a:off x="424081" y="4525264"/>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9" name="Object 47"/>
          <p:cNvGraphicFramePr>
            <a:graphicFrameLocks noChangeAspect="1"/>
          </p:cNvGraphicFramePr>
          <p:nvPr/>
        </p:nvGraphicFramePr>
        <p:xfrm>
          <a:off x="3978275" y="2900363"/>
          <a:ext cx="1120775" cy="425450"/>
        </p:xfrm>
        <a:graphic>
          <a:graphicData uri="http://schemas.openxmlformats.org/presentationml/2006/ole">
            <mc:AlternateContent xmlns:mc="http://schemas.openxmlformats.org/markup-compatibility/2006">
              <mc:Choice xmlns:v="urn:schemas-microsoft-com:vml" Requires="v">
                <p:oleObj name="Equation" r:id="rId16" imgW="533160" imgH="203040" progId="Equation.DSMT4">
                  <p:embed/>
                </p:oleObj>
              </mc:Choice>
              <mc:Fallback>
                <p:oleObj name="Equation" r:id="rId16" imgW="533160" imgH="203040" progId="Equation.DSMT4">
                  <p:embed/>
                  <p:pic>
                    <p:nvPicPr>
                      <p:cNvPr id="49" name="Object 47"/>
                      <p:cNvPicPr>
                        <a:picLocks noChangeAspect="1" noChangeArrowheads="1"/>
                      </p:cNvPicPr>
                      <p:nvPr/>
                    </p:nvPicPr>
                    <p:blipFill>
                      <a:blip r:embed="rId17"/>
                      <a:srcRect/>
                      <a:stretch>
                        <a:fillRect/>
                      </a:stretch>
                    </p:blipFill>
                    <p:spPr bwMode="auto">
                      <a:xfrm>
                        <a:off x="3978275" y="2900363"/>
                        <a:ext cx="11207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Object 48"/>
          <p:cNvGraphicFramePr>
            <a:graphicFrameLocks noChangeAspect="1"/>
          </p:cNvGraphicFramePr>
          <p:nvPr/>
        </p:nvGraphicFramePr>
        <p:xfrm>
          <a:off x="6248400" y="2712720"/>
          <a:ext cx="1809180" cy="868680"/>
        </p:xfrm>
        <a:graphic>
          <a:graphicData uri="http://schemas.openxmlformats.org/presentationml/2006/ole">
            <mc:AlternateContent xmlns:mc="http://schemas.openxmlformats.org/markup-compatibility/2006">
              <mc:Choice xmlns:v="urn:schemas-microsoft-com:vml" Requires="v">
                <p:oleObj name="Equation" r:id="rId18" imgW="952200" imgH="457200" progId="Equation.DSMT4">
                  <p:embed/>
                </p:oleObj>
              </mc:Choice>
              <mc:Fallback>
                <p:oleObj name="Equation" r:id="rId18" imgW="952200" imgH="457200" progId="Equation.DSMT4">
                  <p:embed/>
                  <p:pic>
                    <p:nvPicPr>
                      <p:cNvPr id="50" name="Object 48"/>
                      <p:cNvPicPr>
                        <a:picLocks noChangeAspect="1" noChangeArrowheads="1"/>
                      </p:cNvPicPr>
                      <p:nvPr/>
                    </p:nvPicPr>
                    <p:blipFill>
                      <a:blip r:embed="rId19"/>
                      <a:srcRect/>
                      <a:stretch>
                        <a:fillRect/>
                      </a:stretch>
                    </p:blipFill>
                    <p:spPr bwMode="auto">
                      <a:xfrm>
                        <a:off x="6248400" y="2712720"/>
                        <a:ext cx="1809180" cy="86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 name="Object 20"/>
          <p:cNvGraphicFramePr>
            <a:graphicFrameLocks noChangeAspect="1"/>
          </p:cNvGraphicFramePr>
          <p:nvPr/>
        </p:nvGraphicFramePr>
        <p:xfrm>
          <a:off x="1758399" y="2925763"/>
          <a:ext cx="904875" cy="427037"/>
        </p:xfrm>
        <a:graphic>
          <a:graphicData uri="http://schemas.openxmlformats.org/presentationml/2006/ole">
            <mc:AlternateContent xmlns:mc="http://schemas.openxmlformats.org/markup-compatibility/2006">
              <mc:Choice xmlns:v="urn:schemas-microsoft-com:vml" Requires="v">
                <p:oleObj name="Equation" r:id="rId20" imgW="431640" imgH="203040" progId="Equation.DSMT4">
                  <p:embed/>
                </p:oleObj>
              </mc:Choice>
              <mc:Fallback>
                <p:oleObj name="Equation" r:id="rId20" imgW="431640" imgH="203040" progId="Equation.DSMT4">
                  <p:embed/>
                  <p:pic>
                    <p:nvPicPr>
                      <p:cNvPr id="51" name="Object 20"/>
                      <p:cNvPicPr>
                        <a:picLocks noChangeAspect="1" noChangeArrowheads="1"/>
                      </p:cNvPicPr>
                      <p:nvPr/>
                    </p:nvPicPr>
                    <p:blipFill>
                      <a:blip r:embed="rId21"/>
                      <a:srcRect/>
                      <a:stretch>
                        <a:fillRect/>
                      </a:stretch>
                    </p:blipFill>
                    <p:spPr bwMode="auto">
                      <a:xfrm>
                        <a:off x="1758399" y="2925763"/>
                        <a:ext cx="9048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0" name="Object 32"/>
          <p:cNvGraphicFramePr>
            <a:graphicFrameLocks noChangeAspect="1"/>
          </p:cNvGraphicFramePr>
          <p:nvPr/>
        </p:nvGraphicFramePr>
        <p:xfrm>
          <a:off x="1501224" y="3701723"/>
          <a:ext cx="1546776" cy="426384"/>
        </p:xfrm>
        <a:graphic>
          <a:graphicData uri="http://schemas.openxmlformats.org/presentationml/2006/ole">
            <mc:AlternateContent xmlns:mc="http://schemas.openxmlformats.org/markup-compatibility/2006">
              <mc:Choice xmlns:v="urn:schemas-microsoft-com:vml" Requires="v">
                <p:oleObj name="Equation" r:id="rId22" imgW="736560" imgH="203040" progId="Equation.DSMT4">
                  <p:embed/>
                </p:oleObj>
              </mc:Choice>
              <mc:Fallback>
                <p:oleObj name="Equation" r:id="rId22" imgW="736560" imgH="203040" progId="Equation.DSMT4">
                  <p:embed/>
                  <p:pic>
                    <p:nvPicPr>
                      <p:cNvPr id="80" name="Object 32"/>
                      <p:cNvPicPr>
                        <a:picLocks noChangeAspect="1" noChangeArrowheads="1"/>
                      </p:cNvPicPr>
                      <p:nvPr/>
                    </p:nvPicPr>
                    <p:blipFill>
                      <a:blip r:embed="rId23"/>
                      <a:srcRect/>
                      <a:stretch>
                        <a:fillRect/>
                      </a:stretch>
                    </p:blipFill>
                    <p:spPr bwMode="auto">
                      <a:xfrm>
                        <a:off x="1501224" y="3701723"/>
                        <a:ext cx="1546776" cy="42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 name="Object 33"/>
          <p:cNvGraphicFramePr>
            <a:graphicFrameLocks noChangeAspect="1"/>
          </p:cNvGraphicFramePr>
          <p:nvPr/>
        </p:nvGraphicFramePr>
        <p:xfrm>
          <a:off x="3871912" y="3690964"/>
          <a:ext cx="1385888" cy="425450"/>
        </p:xfrm>
        <a:graphic>
          <a:graphicData uri="http://schemas.openxmlformats.org/presentationml/2006/ole">
            <mc:AlternateContent xmlns:mc="http://schemas.openxmlformats.org/markup-compatibility/2006">
              <mc:Choice xmlns:v="urn:schemas-microsoft-com:vml" Requires="v">
                <p:oleObj name="Equation" r:id="rId24" imgW="660240" imgH="203040" progId="Equation.DSMT4">
                  <p:embed/>
                </p:oleObj>
              </mc:Choice>
              <mc:Fallback>
                <p:oleObj name="Equation" r:id="rId24" imgW="660240" imgH="203040" progId="Equation.DSMT4">
                  <p:embed/>
                  <p:pic>
                    <p:nvPicPr>
                      <p:cNvPr id="81" name="Object 33"/>
                      <p:cNvPicPr>
                        <a:picLocks noChangeAspect="1" noChangeArrowheads="1"/>
                      </p:cNvPicPr>
                      <p:nvPr/>
                    </p:nvPicPr>
                    <p:blipFill>
                      <a:blip r:embed="rId25"/>
                      <a:srcRect/>
                      <a:stretch>
                        <a:fillRect/>
                      </a:stretch>
                    </p:blipFill>
                    <p:spPr bwMode="auto">
                      <a:xfrm>
                        <a:off x="3871912" y="3690964"/>
                        <a:ext cx="13858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 name="Object 37"/>
          <p:cNvGraphicFramePr>
            <a:graphicFrameLocks noChangeAspect="1"/>
          </p:cNvGraphicFramePr>
          <p:nvPr/>
        </p:nvGraphicFramePr>
        <p:xfrm>
          <a:off x="1591712" y="4641877"/>
          <a:ext cx="1244600" cy="406400"/>
        </p:xfrm>
        <a:graphic>
          <a:graphicData uri="http://schemas.openxmlformats.org/presentationml/2006/ole">
            <mc:AlternateContent xmlns:mc="http://schemas.openxmlformats.org/markup-compatibility/2006">
              <mc:Choice xmlns:v="urn:schemas-microsoft-com:vml" Requires="v">
                <p:oleObj name="Equation" r:id="rId26" imgW="622080" imgH="203040" progId="Equation.DSMT4">
                  <p:embed/>
                </p:oleObj>
              </mc:Choice>
              <mc:Fallback>
                <p:oleObj name="Equation" r:id="rId26" imgW="622080" imgH="203040" progId="Equation.DSMT4">
                  <p:embed/>
                  <p:pic>
                    <p:nvPicPr>
                      <p:cNvPr id="82" name="Object 37"/>
                      <p:cNvPicPr>
                        <a:picLocks noChangeAspect="1" noChangeArrowheads="1"/>
                      </p:cNvPicPr>
                      <p:nvPr/>
                    </p:nvPicPr>
                    <p:blipFill>
                      <a:blip r:embed="rId27"/>
                      <a:srcRect/>
                      <a:stretch>
                        <a:fillRect/>
                      </a:stretch>
                    </p:blipFill>
                    <p:spPr bwMode="auto">
                      <a:xfrm>
                        <a:off x="1591712" y="4641877"/>
                        <a:ext cx="1244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 name="Object 38"/>
          <p:cNvGraphicFramePr>
            <a:graphicFrameLocks noChangeAspect="1"/>
          </p:cNvGraphicFramePr>
          <p:nvPr/>
        </p:nvGraphicFramePr>
        <p:xfrm>
          <a:off x="3309240" y="4478118"/>
          <a:ext cx="2628288" cy="754272"/>
        </p:xfrm>
        <a:graphic>
          <a:graphicData uri="http://schemas.openxmlformats.org/presentationml/2006/ole">
            <mc:AlternateContent xmlns:mc="http://schemas.openxmlformats.org/markup-compatibility/2006">
              <mc:Choice xmlns:v="urn:schemas-microsoft-com:vml" Requires="v">
                <p:oleObj name="Equation" r:id="rId28" imgW="1460160" imgH="419040" progId="Equation.DSMT4">
                  <p:embed/>
                </p:oleObj>
              </mc:Choice>
              <mc:Fallback>
                <p:oleObj name="Equation" r:id="rId28" imgW="1460160" imgH="419040" progId="Equation.DSMT4">
                  <p:embed/>
                  <p:pic>
                    <p:nvPicPr>
                      <p:cNvPr id="83" name="Object 38"/>
                      <p:cNvPicPr>
                        <a:picLocks noChangeAspect="1" noChangeArrowheads="1"/>
                      </p:cNvPicPr>
                      <p:nvPr/>
                    </p:nvPicPr>
                    <p:blipFill>
                      <a:blip r:embed="rId29"/>
                      <a:srcRect/>
                      <a:stretch>
                        <a:fillRect/>
                      </a:stretch>
                    </p:blipFill>
                    <p:spPr bwMode="auto">
                      <a:xfrm>
                        <a:off x="3309240" y="4478118"/>
                        <a:ext cx="2628288" cy="7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 name="Object 39"/>
          <p:cNvGraphicFramePr>
            <a:graphicFrameLocks noChangeAspect="1"/>
          </p:cNvGraphicFramePr>
          <p:nvPr/>
        </p:nvGraphicFramePr>
        <p:xfrm>
          <a:off x="6164097" y="4651073"/>
          <a:ext cx="2308824" cy="479520"/>
        </p:xfrm>
        <a:graphic>
          <a:graphicData uri="http://schemas.openxmlformats.org/presentationml/2006/ole">
            <mc:AlternateContent xmlns:mc="http://schemas.openxmlformats.org/markup-compatibility/2006">
              <mc:Choice xmlns:v="urn:schemas-microsoft-com:vml" Requires="v">
                <p:oleObj name="Equation" r:id="rId30" imgW="1282680" imgH="266400" progId="Equation.DSMT4">
                  <p:embed/>
                </p:oleObj>
              </mc:Choice>
              <mc:Fallback>
                <p:oleObj name="Equation" r:id="rId30" imgW="1282680" imgH="266400" progId="Equation.DSMT4">
                  <p:embed/>
                  <p:pic>
                    <p:nvPicPr>
                      <p:cNvPr id="84" name="Object 39"/>
                      <p:cNvPicPr>
                        <a:picLocks noChangeAspect="1" noChangeArrowheads="1"/>
                      </p:cNvPicPr>
                      <p:nvPr/>
                    </p:nvPicPr>
                    <p:blipFill>
                      <a:blip r:embed="rId31"/>
                      <a:srcRect/>
                      <a:stretch>
                        <a:fillRect/>
                      </a:stretch>
                    </p:blipFill>
                    <p:spPr bwMode="auto">
                      <a:xfrm>
                        <a:off x="6164097" y="4651073"/>
                        <a:ext cx="2308824" cy="479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 name="Line 9"/>
          <p:cNvSpPr>
            <a:spLocks noChangeShapeType="1"/>
          </p:cNvSpPr>
          <p:nvPr/>
        </p:nvSpPr>
        <p:spPr bwMode="auto">
          <a:xfrm>
            <a:off x="408520" y="5943600"/>
            <a:ext cx="822960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矩形 2"/>
          <p:cNvSpPr/>
          <p:nvPr/>
        </p:nvSpPr>
        <p:spPr>
          <a:xfrm>
            <a:off x="348727" y="5181600"/>
            <a:ext cx="880369" cy="83099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初值</a:t>
            </a:r>
            <a:endPar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定理 </a:t>
            </a:r>
          </a:p>
        </p:txBody>
      </p:sp>
      <p:sp>
        <p:nvSpPr>
          <p:cNvPr id="4" name="矩形 3"/>
          <p:cNvSpPr/>
          <p:nvPr/>
        </p:nvSpPr>
        <p:spPr>
          <a:xfrm>
            <a:off x="1488655" y="5373460"/>
            <a:ext cx="4759745" cy="40011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若</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x</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是因果序列，即</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x</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)=0</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a:t>
            </a:r>
            <a:r>
              <a:rPr kumimoji="0"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n</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&lt;0</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，则</a:t>
            </a:r>
          </a:p>
        </p:txBody>
      </p:sp>
      <p:graphicFrame>
        <p:nvGraphicFramePr>
          <p:cNvPr id="86" name="Object 10"/>
          <p:cNvGraphicFramePr>
            <a:graphicFrameLocks noChangeAspect="1"/>
          </p:cNvGraphicFramePr>
          <p:nvPr/>
        </p:nvGraphicFramePr>
        <p:xfrm>
          <a:off x="6096000" y="5334000"/>
          <a:ext cx="2057040" cy="558720"/>
        </p:xfrm>
        <a:graphic>
          <a:graphicData uri="http://schemas.openxmlformats.org/presentationml/2006/ole">
            <mc:AlternateContent xmlns:mc="http://schemas.openxmlformats.org/markup-compatibility/2006">
              <mc:Choice xmlns:v="urn:schemas-microsoft-com:vml" Requires="v">
                <p:oleObj name="Equation" r:id="rId32" imgW="1028520" imgH="279360" progId="Equation.DSMT4">
                  <p:embed/>
                </p:oleObj>
              </mc:Choice>
              <mc:Fallback>
                <p:oleObj name="Equation" r:id="rId32" imgW="1028520" imgH="279360" progId="Equation.DSMT4">
                  <p:embed/>
                  <p:pic>
                    <p:nvPicPr>
                      <p:cNvPr id="86" name="Object 10"/>
                      <p:cNvPicPr>
                        <a:picLocks noChangeAspect="1" noChangeArrowheads="1"/>
                      </p:cNvPicPr>
                      <p:nvPr/>
                    </p:nvPicPr>
                    <p:blipFill>
                      <a:blip r:embed="rId33"/>
                      <a:srcRect/>
                      <a:stretch>
                        <a:fillRect/>
                      </a:stretch>
                    </p:blipFill>
                    <p:spPr bwMode="auto">
                      <a:xfrm>
                        <a:off x="6096000" y="5334000"/>
                        <a:ext cx="2057040" cy="558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 name="矩形 88"/>
          <p:cNvSpPr/>
          <p:nvPr/>
        </p:nvSpPr>
        <p:spPr>
          <a:xfrm>
            <a:off x="-53852" y="3638927"/>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 name="Rectangle 1032"/>
          <p:cNvSpPr>
            <a:spLocks noChangeArrowheads="1"/>
          </p:cNvSpPr>
          <p:nvPr/>
        </p:nvSpPr>
        <p:spPr bwMode="auto">
          <a:xfrm>
            <a:off x="763588"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2.4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变换的性质</a:t>
            </a:r>
          </a:p>
        </p:txBody>
      </p:sp>
    </p:spTree>
    <p:extLst>
      <p:ext uri="{BB962C8B-B14F-4D97-AF65-F5344CB8AC3E}">
        <p14:creationId xmlns:p14="http://schemas.microsoft.com/office/powerpoint/2010/main" val="1693831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6"/>
          <p:cNvGraphicFramePr>
            <a:graphicFrameLocks noChangeAspect="1"/>
          </p:cNvGraphicFramePr>
          <p:nvPr/>
        </p:nvGraphicFramePr>
        <p:xfrm>
          <a:off x="1312863" y="2038650"/>
          <a:ext cx="2444750" cy="571500"/>
        </p:xfrm>
        <a:graphic>
          <a:graphicData uri="http://schemas.openxmlformats.org/presentationml/2006/ole">
            <mc:AlternateContent xmlns:mc="http://schemas.openxmlformats.org/markup-compatibility/2006">
              <mc:Choice xmlns:v="urn:schemas-microsoft-com:vml" Requires="v">
                <p:oleObj name="Equation" r:id="rId2" imgW="977760" imgH="228600" progId="Equation.DSMT4">
                  <p:embed/>
                </p:oleObj>
              </mc:Choice>
              <mc:Fallback>
                <p:oleObj name="Equation" r:id="rId2" imgW="977760" imgH="228600" progId="Equation.DSMT4">
                  <p:embed/>
                  <p:pic>
                    <p:nvPicPr>
                      <p:cNvPr id="3" name="Object 6"/>
                      <p:cNvPicPr>
                        <a:picLocks noChangeAspect="1" noChangeArrowheads="1"/>
                      </p:cNvPicPr>
                      <p:nvPr/>
                    </p:nvPicPr>
                    <p:blipFill>
                      <a:blip r:embed="rId3"/>
                      <a:srcRect/>
                      <a:stretch>
                        <a:fillRect/>
                      </a:stretch>
                    </p:blipFill>
                    <p:spPr bwMode="auto">
                      <a:xfrm>
                        <a:off x="1312863" y="2038650"/>
                        <a:ext cx="244475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6"/>
          <p:cNvGraphicFramePr>
            <a:graphicFrameLocks noChangeAspect="1"/>
          </p:cNvGraphicFramePr>
          <p:nvPr/>
        </p:nvGraphicFramePr>
        <p:xfrm>
          <a:off x="3741799" y="1816500"/>
          <a:ext cx="4572000" cy="1079100"/>
        </p:xfrm>
        <a:graphic>
          <a:graphicData uri="http://schemas.openxmlformats.org/presentationml/2006/ole">
            <mc:AlternateContent xmlns:mc="http://schemas.openxmlformats.org/markup-compatibility/2006">
              <mc:Choice xmlns:v="urn:schemas-microsoft-com:vml" Requires="v">
                <p:oleObj name="Equation" r:id="rId4" imgW="1828800" imgH="431640" progId="Equation.DSMT4">
                  <p:embed/>
                </p:oleObj>
              </mc:Choice>
              <mc:Fallback>
                <p:oleObj name="Equation" r:id="rId4" imgW="1828800" imgH="431640" progId="Equation.DSMT4">
                  <p:embed/>
                  <p:pic>
                    <p:nvPicPr>
                      <p:cNvPr id="4" name="Object 6"/>
                      <p:cNvPicPr>
                        <a:picLocks noChangeAspect="1" noChangeArrowheads="1"/>
                      </p:cNvPicPr>
                      <p:nvPr/>
                    </p:nvPicPr>
                    <p:blipFill>
                      <a:blip r:embed="rId5"/>
                      <a:srcRect/>
                      <a:stretch>
                        <a:fillRect/>
                      </a:stretch>
                    </p:blipFill>
                    <p:spPr bwMode="auto">
                      <a:xfrm>
                        <a:off x="3741799" y="1816500"/>
                        <a:ext cx="4572000" cy="107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6"/>
          <p:cNvGraphicFramePr>
            <a:graphicFrameLocks noChangeAspect="1"/>
          </p:cNvGraphicFramePr>
          <p:nvPr/>
        </p:nvGraphicFramePr>
        <p:xfrm>
          <a:off x="600075" y="3203575"/>
          <a:ext cx="3175000" cy="571500"/>
        </p:xfrm>
        <a:graphic>
          <a:graphicData uri="http://schemas.openxmlformats.org/presentationml/2006/ole">
            <mc:AlternateContent xmlns:mc="http://schemas.openxmlformats.org/markup-compatibility/2006">
              <mc:Choice xmlns:v="urn:schemas-microsoft-com:vml" Requires="v">
                <p:oleObj name="Equation" r:id="rId6" imgW="1269720" imgH="228600" progId="Equation.DSMT4">
                  <p:embed/>
                </p:oleObj>
              </mc:Choice>
              <mc:Fallback>
                <p:oleObj name="Equation" r:id="rId6" imgW="1269720" imgH="228600" progId="Equation.DSMT4">
                  <p:embed/>
                  <p:pic>
                    <p:nvPicPr>
                      <p:cNvPr id="6" name="Object 6"/>
                      <p:cNvPicPr>
                        <a:picLocks noChangeAspect="1" noChangeArrowheads="1"/>
                      </p:cNvPicPr>
                      <p:nvPr/>
                    </p:nvPicPr>
                    <p:blipFill>
                      <a:blip r:embed="rId7"/>
                      <a:srcRect/>
                      <a:stretch>
                        <a:fillRect/>
                      </a:stretch>
                    </p:blipFill>
                    <p:spPr bwMode="auto">
                      <a:xfrm>
                        <a:off x="600075" y="3203575"/>
                        <a:ext cx="31750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3803078" y="2971800"/>
          <a:ext cx="5111100" cy="1047600"/>
        </p:xfrm>
        <a:graphic>
          <a:graphicData uri="http://schemas.openxmlformats.org/presentationml/2006/ole">
            <mc:AlternateContent xmlns:mc="http://schemas.openxmlformats.org/markup-compatibility/2006">
              <mc:Choice xmlns:v="urn:schemas-microsoft-com:vml" Requires="v">
                <p:oleObj name="Equation" r:id="rId8" imgW="2044440" imgH="419040" progId="Equation.DSMT4">
                  <p:embed/>
                </p:oleObj>
              </mc:Choice>
              <mc:Fallback>
                <p:oleObj name="Equation" r:id="rId8" imgW="2044440" imgH="419040" progId="Equation.DSMT4">
                  <p:embed/>
                  <p:pic>
                    <p:nvPicPr>
                      <p:cNvPr id="7" name="Object 6"/>
                      <p:cNvPicPr>
                        <a:picLocks noChangeAspect="1" noChangeArrowheads="1"/>
                      </p:cNvPicPr>
                      <p:nvPr/>
                    </p:nvPicPr>
                    <p:blipFill>
                      <a:blip r:embed="rId9"/>
                      <a:srcRect/>
                      <a:stretch>
                        <a:fillRect/>
                      </a:stretch>
                    </p:blipFill>
                    <p:spPr bwMode="auto">
                      <a:xfrm>
                        <a:off x="3803078" y="2971800"/>
                        <a:ext cx="5111100" cy="10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6"/>
          <p:cNvGraphicFramePr>
            <a:graphicFrameLocks noChangeAspect="1"/>
          </p:cNvGraphicFramePr>
          <p:nvPr/>
        </p:nvGraphicFramePr>
        <p:xfrm>
          <a:off x="731838" y="4360863"/>
          <a:ext cx="3111500" cy="571500"/>
        </p:xfrm>
        <a:graphic>
          <a:graphicData uri="http://schemas.openxmlformats.org/presentationml/2006/ole">
            <mc:AlternateContent xmlns:mc="http://schemas.openxmlformats.org/markup-compatibility/2006">
              <mc:Choice xmlns:v="urn:schemas-microsoft-com:vml" Requires="v">
                <p:oleObj name="Equation" r:id="rId10" imgW="1244520" imgH="228600" progId="Equation.DSMT4">
                  <p:embed/>
                </p:oleObj>
              </mc:Choice>
              <mc:Fallback>
                <p:oleObj name="Equation" r:id="rId10" imgW="1244520" imgH="228600" progId="Equation.DSMT4">
                  <p:embed/>
                  <p:pic>
                    <p:nvPicPr>
                      <p:cNvPr id="8" name="Object 6"/>
                      <p:cNvPicPr>
                        <a:picLocks noChangeAspect="1" noChangeArrowheads="1"/>
                      </p:cNvPicPr>
                      <p:nvPr/>
                    </p:nvPicPr>
                    <p:blipFill>
                      <a:blip r:embed="rId11"/>
                      <a:srcRect/>
                      <a:stretch>
                        <a:fillRect/>
                      </a:stretch>
                    </p:blipFill>
                    <p:spPr bwMode="auto">
                      <a:xfrm>
                        <a:off x="731838" y="4360863"/>
                        <a:ext cx="31115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p:cNvGraphicFramePr>
            <a:graphicFrameLocks noChangeAspect="1"/>
          </p:cNvGraphicFramePr>
          <p:nvPr/>
        </p:nvGraphicFramePr>
        <p:xfrm>
          <a:off x="561975" y="5593041"/>
          <a:ext cx="3365500" cy="571500"/>
        </p:xfrm>
        <a:graphic>
          <a:graphicData uri="http://schemas.openxmlformats.org/presentationml/2006/ole">
            <mc:AlternateContent xmlns:mc="http://schemas.openxmlformats.org/markup-compatibility/2006">
              <mc:Choice xmlns:v="urn:schemas-microsoft-com:vml" Requires="v">
                <p:oleObj name="Equation" r:id="rId12" imgW="1346040" imgH="228600" progId="Equation.DSMT4">
                  <p:embed/>
                </p:oleObj>
              </mc:Choice>
              <mc:Fallback>
                <p:oleObj name="Equation" r:id="rId12" imgW="1346040" imgH="228600" progId="Equation.DSMT4">
                  <p:embed/>
                  <p:pic>
                    <p:nvPicPr>
                      <p:cNvPr id="9" name="Object 6"/>
                      <p:cNvPicPr>
                        <a:picLocks noChangeAspect="1" noChangeArrowheads="1"/>
                      </p:cNvPicPr>
                      <p:nvPr/>
                    </p:nvPicPr>
                    <p:blipFill>
                      <a:blip r:embed="rId13"/>
                      <a:srcRect/>
                      <a:stretch>
                        <a:fillRect/>
                      </a:stretch>
                    </p:blipFill>
                    <p:spPr bwMode="auto">
                      <a:xfrm>
                        <a:off x="561975" y="5593041"/>
                        <a:ext cx="33655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6"/>
          <p:cNvGraphicFramePr>
            <a:graphicFrameLocks noChangeAspect="1"/>
          </p:cNvGraphicFramePr>
          <p:nvPr/>
        </p:nvGraphicFramePr>
        <p:xfrm>
          <a:off x="3882558" y="4114800"/>
          <a:ext cx="4095000" cy="1047600"/>
        </p:xfrm>
        <a:graphic>
          <a:graphicData uri="http://schemas.openxmlformats.org/presentationml/2006/ole">
            <mc:AlternateContent xmlns:mc="http://schemas.openxmlformats.org/markup-compatibility/2006">
              <mc:Choice xmlns:v="urn:schemas-microsoft-com:vml" Requires="v">
                <p:oleObj name="Equation" r:id="rId14" imgW="1638000" imgH="419040" progId="Equation.DSMT4">
                  <p:embed/>
                </p:oleObj>
              </mc:Choice>
              <mc:Fallback>
                <p:oleObj name="Equation" r:id="rId14" imgW="1638000" imgH="419040" progId="Equation.DSMT4">
                  <p:embed/>
                  <p:pic>
                    <p:nvPicPr>
                      <p:cNvPr id="10" name="Object 6"/>
                      <p:cNvPicPr>
                        <a:picLocks noChangeAspect="1" noChangeArrowheads="1"/>
                      </p:cNvPicPr>
                      <p:nvPr/>
                    </p:nvPicPr>
                    <p:blipFill>
                      <a:blip r:embed="rId15"/>
                      <a:srcRect/>
                      <a:stretch>
                        <a:fillRect/>
                      </a:stretch>
                    </p:blipFill>
                    <p:spPr bwMode="auto">
                      <a:xfrm>
                        <a:off x="3882558" y="4114800"/>
                        <a:ext cx="4095000" cy="104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6"/>
          <p:cNvGraphicFramePr>
            <a:graphicFrameLocks noChangeAspect="1"/>
          </p:cNvGraphicFramePr>
          <p:nvPr/>
        </p:nvGraphicFramePr>
        <p:xfrm>
          <a:off x="3956003" y="5334000"/>
          <a:ext cx="4412700" cy="1079100"/>
        </p:xfrm>
        <a:graphic>
          <a:graphicData uri="http://schemas.openxmlformats.org/presentationml/2006/ole">
            <mc:AlternateContent xmlns:mc="http://schemas.openxmlformats.org/markup-compatibility/2006">
              <mc:Choice xmlns:v="urn:schemas-microsoft-com:vml" Requires="v">
                <p:oleObj name="Equation" r:id="rId16" imgW="1765080" imgH="431640" progId="Equation.DSMT4">
                  <p:embed/>
                </p:oleObj>
              </mc:Choice>
              <mc:Fallback>
                <p:oleObj name="Equation" r:id="rId16" imgW="1765080" imgH="431640" progId="Equation.DSMT4">
                  <p:embed/>
                  <p:pic>
                    <p:nvPicPr>
                      <p:cNvPr id="11" name="Object 6"/>
                      <p:cNvPicPr>
                        <a:picLocks noChangeAspect="1" noChangeArrowheads="1"/>
                      </p:cNvPicPr>
                      <p:nvPr/>
                    </p:nvPicPr>
                    <p:blipFill>
                      <a:blip r:embed="rId17"/>
                      <a:srcRect/>
                      <a:stretch>
                        <a:fillRect/>
                      </a:stretch>
                    </p:blipFill>
                    <p:spPr bwMode="auto">
                      <a:xfrm>
                        <a:off x="3956003" y="5334000"/>
                        <a:ext cx="4412700" cy="107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3"/>
          <p:cNvSpPr txBox="1">
            <a:spLocks noChangeArrowheads="1"/>
          </p:cNvSpPr>
          <p:nvPr/>
        </p:nvSpPr>
        <p:spPr>
          <a:xfrm>
            <a:off x="990600" y="1113506"/>
            <a:ext cx="1905000" cy="590978"/>
          </a:xfrm>
          <a:prstGeom prst="rect">
            <a:avLst/>
          </a:prstGeom>
        </p:spPr>
        <p:txBody>
          <a:bodyPr vert="horz" lIns="91440" tIns="45720" rIns="91440" bIns="4572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base" latinLnBrk="0" hangingPunct="1">
              <a:lnSpc>
                <a:spcPct val="90000"/>
              </a:lnSpc>
              <a:spcBef>
                <a:spcPts val="750"/>
              </a:spcBef>
              <a:spcAft>
                <a:spcPct val="0"/>
              </a:spcAft>
              <a:buClrTx/>
              <a:buSzTx/>
              <a:buFont typeface="Arial" panose="020B0604020202020204" pitchFamily="34" charset="0"/>
              <a:buChar char="•"/>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时移性质</a:t>
            </a:r>
            <a:endParaRPr kumimoji="0" lang="en-US" altLang="zh-CN"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3" name="对象 12"/>
          <p:cNvGraphicFramePr>
            <a:graphicFrameLocks noChangeAspect="1"/>
          </p:cNvGraphicFramePr>
          <p:nvPr/>
        </p:nvGraphicFramePr>
        <p:xfrm>
          <a:off x="3168650" y="1012825"/>
          <a:ext cx="3840480" cy="609120"/>
        </p:xfrm>
        <a:graphic>
          <a:graphicData uri="http://schemas.openxmlformats.org/presentationml/2006/ole">
            <mc:AlternateContent xmlns:mc="http://schemas.openxmlformats.org/markup-compatibility/2006">
              <mc:Choice xmlns:v="urn:schemas-microsoft-com:vml" Requires="v">
                <p:oleObj name="Equation" r:id="rId18" imgW="1600200" imgH="253800" progId="Equation.DSMT4">
                  <p:embed/>
                </p:oleObj>
              </mc:Choice>
              <mc:Fallback>
                <p:oleObj name="Equation" r:id="rId18" imgW="1600200" imgH="253800" progId="Equation.DSMT4">
                  <p:embed/>
                  <p:pic>
                    <p:nvPicPr>
                      <p:cNvPr id="13" name="对象 12"/>
                      <p:cNvPicPr>
                        <a:picLocks noChangeAspect="1" noChangeArrowheads="1"/>
                      </p:cNvPicPr>
                      <p:nvPr/>
                    </p:nvPicPr>
                    <p:blipFill>
                      <a:blip r:embed="rId19"/>
                      <a:srcRect/>
                      <a:stretch>
                        <a:fillRect/>
                      </a:stretch>
                    </p:blipFill>
                    <p:spPr bwMode="auto">
                      <a:xfrm>
                        <a:off x="3168650" y="1012825"/>
                        <a:ext cx="3840480" cy="60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Rectangle 1032"/>
          <p:cNvSpPr>
            <a:spLocks noChangeArrowheads="1"/>
          </p:cNvSpPr>
          <p:nvPr/>
        </p:nvSpPr>
        <p:spPr bwMode="auto">
          <a:xfrm>
            <a:off x="763588"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2.4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变换的性质</a:t>
            </a:r>
          </a:p>
        </p:txBody>
      </p:sp>
    </p:spTree>
    <p:extLst>
      <p:ext uri="{BB962C8B-B14F-4D97-AF65-F5344CB8AC3E}">
        <p14:creationId xmlns:p14="http://schemas.microsoft.com/office/powerpoint/2010/main" val="165562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
          <p:cNvSpPr>
            <a:spLocks noChangeArrowheads="1"/>
          </p:cNvSpPr>
          <p:nvPr/>
        </p:nvSpPr>
        <p:spPr bwMode="auto">
          <a:xfrm>
            <a:off x="530945" y="1295400"/>
            <a:ext cx="80383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例   求矩形序列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变换及收敛域。</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0" name="对象 3"/>
          <p:cNvGraphicFramePr>
            <a:graphicFrameLocks noChangeAspect="1"/>
          </p:cNvGraphicFramePr>
          <p:nvPr/>
        </p:nvGraphicFramePr>
        <p:xfrm>
          <a:off x="3048000" y="1320118"/>
          <a:ext cx="2044332" cy="525780"/>
        </p:xfrm>
        <a:graphic>
          <a:graphicData uri="http://schemas.openxmlformats.org/presentationml/2006/ole">
            <mc:AlternateContent xmlns:mc="http://schemas.openxmlformats.org/markup-compatibility/2006">
              <mc:Choice xmlns:v="urn:schemas-microsoft-com:vml" Requires="v">
                <p:oleObj name="Equation" r:id="rId2" imgW="888840" imgH="228600" progId="Equation.DSMT4">
                  <p:embed/>
                </p:oleObj>
              </mc:Choice>
              <mc:Fallback>
                <p:oleObj name="Equation" r:id="rId2" imgW="888840" imgH="228600" progId="Equation.DSMT4">
                  <p:embed/>
                  <p:pic>
                    <p:nvPicPr>
                      <p:cNvPr id="30" name="对象 3"/>
                      <p:cNvPicPr>
                        <a:picLocks noChangeAspect="1" noChangeArrowheads="1"/>
                      </p:cNvPicPr>
                      <p:nvPr/>
                    </p:nvPicPr>
                    <p:blipFill>
                      <a:blip r:embed="rId3"/>
                      <a:srcRect/>
                      <a:stretch>
                        <a:fillRect/>
                      </a:stretch>
                    </p:blipFill>
                    <p:spPr bwMode="auto">
                      <a:xfrm>
                        <a:off x="3048000" y="1320118"/>
                        <a:ext cx="204433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7"/>
          <p:cNvGraphicFramePr>
            <a:graphicFrameLocks noChangeAspect="1"/>
          </p:cNvGraphicFramePr>
          <p:nvPr/>
        </p:nvGraphicFramePr>
        <p:xfrm>
          <a:off x="1219200" y="2515999"/>
          <a:ext cx="5200650" cy="2046287"/>
        </p:xfrm>
        <a:graphic>
          <a:graphicData uri="http://schemas.openxmlformats.org/presentationml/2006/ole">
            <mc:AlternateContent xmlns:mc="http://schemas.openxmlformats.org/markup-compatibility/2006">
              <mc:Choice xmlns:v="urn:schemas-microsoft-com:vml" Requires="v">
                <p:oleObj name="Equation" r:id="rId4" imgW="2260440" imgH="888840" progId="Equation.DSMT4">
                  <p:embed/>
                </p:oleObj>
              </mc:Choice>
              <mc:Fallback>
                <p:oleObj name="Equation" r:id="rId4" imgW="2260440" imgH="888840" progId="Equation.DSMT4">
                  <p:embed/>
                  <p:pic>
                    <p:nvPicPr>
                      <p:cNvPr id="31" name="对象 7"/>
                      <p:cNvPicPr>
                        <a:picLocks noChangeAspect="1" noChangeArrowheads="1"/>
                      </p:cNvPicPr>
                      <p:nvPr/>
                    </p:nvPicPr>
                    <p:blipFill>
                      <a:blip r:embed="rId5"/>
                      <a:srcRect/>
                      <a:stretch>
                        <a:fillRect/>
                      </a:stretch>
                    </p:blipFill>
                    <p:spPr bwMode="auto">
                      <a:xfrm>
                        <a:off x="1219200" y="2515999"/>
                        <a:ext cx="5200650"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8"/>
          <p:cNvGraphicFramePr>
            <a:graphicFrameLocks noChangeAspect="1"/>
          </p:cNvGraphicFramePr>
          <p:nvPr/>
        </p:nvGraphicFramePr>
        <p:xfrm>
          <a:off x="2033588" y="4736293"/>
          <a:ext cx="3300412" cy="992187"/>
        </p:xfrm>
        <a:graphic>
          <a:graphicData uri="http://schemas.openxmlformats.org/presentationml/2006/ole">
            <mc:AlternateContent xmlns:mc="http://schemas.openxmlformats.org/markup-compatibility/2006">
              <mc:Choice xmlns:v="urn:schemas-microsoft-com:vml" Requires="v">
                <p:oleObj name="Equation" r:id="rId6" imgW="1434960" imgH="431640" progId="Equation.DSMT4">
                  <p:embed/>
                </p:oleObj>
              </mc:Choice>
              <mc:Fallback>
                <p:oleObj name="Equation" r:id="rId6" imgW="1434960" imgH="431640" progId="Equation.DSMT4">
                  <p:embed/>
                  <p:pic>
                    <p:nvPicPr>
                      <p:cNvPr id="32" name="对象 8"/>
                      <p:cNvPicPr>
                        <a:picLocks noChangeAspect="1" noChangeArrowheads="1"/>
                      </p:cNvPicPr>
                      <p:nvPr/>
                    </p:nvPicPr>
                    <p:blipFill>
                      <a:blip r:embed="rId7"/>
                      <a:srcRect/>
                      <a:stretch>
                        <a:fillRect/>
                      </a:stretch>
                    </p:blipFill>
                    <p:spPr bwMode="auto">
                      <a:xfrm>
                        <a:off x="2033588" y="4736293"/>
                        <a:ext cx="3300412"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1143000" y="1979028"/>
            <a:ext cx="1085554"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方法</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矩形 1"/>
          <p:cNvSpPr/>
          <p:nvPr/>
        </p:nvSpPr>
        <p:spPr>
          <a:xfrm>
            <a:off x="530945" y="1992779"/>
            <a:ext cx="902811"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a:t>
            </a:r>
          </a:p>
        </p:txBody>
      </p:sp>
      <p:sp>
        <p:nvSpPr>
          <p:cNvPr id="9" name="Rectangle 1032"/>
          <p:cNvSpPr>
            <a:spLocks noChangeArrowheads="1"/>
          </p:cNvSpPr>
          <p:nvPr/>
        </p:nvSpPr>
        <p:spPr bwMode="auto">
          <a:xfrm>
            <a:off x="763588"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2.4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变换的性质</a:t>
            </a:r>
          </a:p>
        </p:txBody>
      </p:sp>
    </p:spTree>
    <p:extLst>
      <p:ext uri="{BB962C8B-B14F-4D97-AF65-F5344CB8AC3E}">
        <p14:creationId xmlns:p14="http://schemas.microsoft.com/office/powerpoint/2010/main" val="240424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
          <p:cNvSpPr>
            <a:spLocks noChangeArrowheads="1"/>
          </p:cNvSpPr>
          <p:nvPr/>
        </p:nvSpPr>
        <p:spPr bwMode="auto">
          <a:xfrm>
            <a:off x="530945" y="1217801"/>
            <a:ext cx="80383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例   求矩形序列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变换及收敛域。</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0" name="对象 3"/>
          <p:cNvGraphicFramePr>
            <a:graphicFrameLocks noChangeAspect="1"/>
          </p:cNvGraphicFramePr>
          <p:nvPr/>
        </p:nvGraphicFramePr>
        <p:xfrm>
          <a:off x="3048000" y="1242519"/>
          <a:ext cx="2044332" cy="525780"/>
        </p:xfrm>
        <a:graphic>
          <a:graphicData uri="http://schemas.openxmlformats.org/presentationml/2006/ole">
            <mc:AlternateContent xmlns:mc="http://schemas.openxmlformats.org/markup-compatibility/2006">
              <mc:Choice xmlns:v="urn:schemas-microsoft-com:vml" Requires="v">
                <p:oleObj name="Equation" r:id="rId2" imgW="888840" imgH="228600" progId="Equation.DSMT4">
                  <p:embed/>
                </p:oleObj>
              </mc:Choice>
              <mc:Fallback>
                <p:oleObj name="Equation" r:id="rId2" imgW="888840" imgH="228600" progId="Equation.DSMT4">
                  <p:embed/>
                  <p:pic>
                    <p:nvPicPr>
                      <p:cNvPr id="30" name="对象 3"/>
                      <p:cNvPicPr>
                        <a:picLocks noChangeAspect="1" noChangeArrowheads="1"/>
                      </p:cNvPicPr>
                      <p:nvPr/>
                    </p:nvPicPr>
                    <p:blipFill>
                      <a:blip r:embed="rId3"/>
                      <a:srcRect/>
                      <a:stretch>
                        <a:fillRect/>
                      </a:stretch>
                    </p:blipFill>
                    <p:spPr bwMode="auto">
                      <a:xfrm>
                        <a:off x="3048000" y="1242519"/>
                        <a:ext cx="2044332"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8"/>
          <p:cNvGraphicFramePr>
            <a:graphicFrameLocks noChangeAspect="1"/>
          </p:cNvGraphicFramePr>
          <p:nvPr/>
        </p:nvGraphicFramePr>
        <p:xfrm>
          <a:off x="2057400" y="4516437"/>
          <a:ext cx="1431925" cy="992188"/>
        </p:xfrm>
        <a:graphic>
          <a:graphicData uri="http://schemas.openxmlformats.org/presentationml/2006/ole">
            <mc:AlternateContent xmlns:mc="http://schemas.openxmlformats.org/markup-compatibility/2006">
              <mc:Choice xmlns:v="urn:schemas-microsoft-com:vml" Requires="v">
                <p:oleObj name="Equation" r:id="rId4" imgW="622080" imgH="431640" progId="Equation.DSMT4">
                  <p:embed/>
                </p:oleObj>
              </mc:Choice>
              <mc:Fallback>
                <p:oleObj name="Equation" r:id="rId4" imgW="622080" imgH="431640" progId="Equation.DSMT4">
                  <p:embed/>
                  <p:pic>
                    <p:nvPicPr>
                      <p:cNvPr id="32" name="对象 8"/>
                      <p:cNvPicPr>
                        <a:picLocks noChangeAspect="1" noChangeArrowheads="1"/>
                      </p:cNvPicPr>
                      <p:nvPr/>
                    </p:nvPicPr>
                    <p:blipFill>
                      <a:blip r:embed="rId5"/>
                      <a:srcRect/>
                      <a:stretch>
                        <a:fillRect/>
                      </a:stretch>
                    </p:blipFill>
                    <p:spPr bwMode="auto">
                      <a:xfrm>
                        <a:off x="2057400" y="4516437"/>
                        <a:ext cx="1431925"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1143000" y="1901429"/>
            <a:ext cx="1085554"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方法</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矩形 1"/>
          <p:cNvSpPr/>
          <p:nvPr/>
        </p:nvSpPr>
        <p:spPr>
          <a:xfrm>
            <a:off x="530945" y="1915180"/>
            <a:ext cx="902811"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a:t>
            </a:r>
          </a:p>
        </p:txBody>
      </p:sp>
      <p:graphicFrame>
        <p:nvGraphicFramePr>
          <p:cNvPr id="10" name="Object 6"/>
          <p:cNvGraphicFramePr>
            <a:graphicFrameLocks noChangeAspect="1"/>
          </p:cNvGraphicFramePr>
          <p:nvPr/>
        </p:nvGraphicFramePr>
        <p:xfrm>
          <a:off x="1331913" y="2628096"/>
          <a:ext cx="4468812" cy="503238"/>
        </p:xfrm>
        <a:graphic>
          <a:graphicData uri="http://schemas.openxmlformats.org/presentationml/2006/ole">
            <mc:AlternateContent xmlns:mc="http://schemas.openxmlformats.org/markup-compatibility/2006">
              <mc:Choice xmlns:v="urn:schemas-microsoft-com:vml" Requires="v">
                <p:oleObj name="Equation" r:id="rId6" imgW="2031840" imgH="228600" progId="Equation.DSMT4">
                  <p:embed/>
                </p:oleObj>
              </mc:Choice>
              <mc:Fallback>
                <p:oleObj name="Equation" r:id="rId6" imgW="2031840" imgH="228600" progId="Equation.DSMT4">
                  <p:embed/>
                  <p:pic>
                    <p:nvPicPr>
                      <p:cNvPr id="10" name="Object 6"/>
                      <p:cNvPicPr>
                        <a:picLocks noChangeAspect="1" noChangeArrowheads="1"/>
                      </p:cNvPicPr>
                      <p:nvPr/>
                    </p:nvPicPr>
                    <p:blipFill>
                      <a:blip r:embed="rId7"/>
                      <a:srcRect/>
                      <a:stretch>
                        <a:fillRect/>
                      </a:stretch>
                    </p:blipFill>
                    <p:spPr bwMode="auto">
                      <a:xfrm>
                        <a:off x="1331913" y="2628096"/>
                        <a:ext cx="4468812"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对象 8"/>
          <p:cNvGraphicFramePr>
            <a:graphicFrameLocks noChangeAspect="1"/>
          </p:cNvGraphicFramePr>
          <p:nvPr/>
        </p:nvGraphicFramePr>
        <p:xfrm>
          <a:off x="1295400" y="3276600"/>
          <a:ext cx="3973513" cy="933450"/>
        </p:xfrm>
        <a:graphic>
          <a:graphicData uri="http://schemas.openxmlformats.org/presentationml/2006/ole">
            <mc:AlternateContent xmlns:mc="http://schemas.openxmlformats.org/markup-compatibility/2006">
              <mc:Choice xmlns:v="urn:schemas-microsoft-com:vml" Requires="v">
                <p:oleObj name="Equation" r:id="rId8" imgW="1726920" imgH="406080" progId="Equation.DSMT4">
                  <p:embed/>
                </p:oleObj>
              </mc:Choice>
              <mc:Fallback>
                <p:oleObj name="Equation" r:id="rId8" imgW="1726920" imgH="406080" progId="Equation.DSMT4">
                  <p:embed/>
                  <p:pic>
                    <p:nvPicPr>
                      <p:cNvPr id="11" name="对象 8"/>
                      <p:cNvPicPr>
                        <a:picLocks noChangeAspect="1" noChangeArrowheads="1"/>
                      </p:cNvPicPr>
                      <p:nvPr/>
                    </p:nvPicPr>
                    <p:blipFill>
                      <a:blip r:embed="rId9"/>
                      <a:srcRect/>
                      <a:stretch>
                        <a:fillRect/>
                      </a:stretch>
                    </p:blipFill>
                    <p:spPr bwMode="auto">
                      <a:xfrm>
                        <a:off x="1295400" y="3276600"/>
                        <a:ext cx="397351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8"/>
          <p:cNvGraphicFramePr>
            <a:graphicFrameLocks noChangeAspect="1"/>
          </p:cNvGraphicFramePr>
          <p:nvPr/>
        </p:nvGraphicFramePr>
        <p:xfrm>
          <a:off x="1368835" y="5815012"/>
          <a:ext cx="2628900" cy="466725"/>
        </p:xfrm>
        <a:graphic>
          <a:graphicData uri="http://schemas.openxmlformats.org/presentationml/2006/ole">
            <mc:AlternateContent xmlns:mc="http://schemas.openxmlformats.org/markup-compatibility/2006">
              <mc:Choice xmlns:v="urn:schemas-microsoft-com:vml" Requires="v">
                <p:oleObj name="Equation" r:id="rId10" imgW="1143000" imgH="203040" progId="Equation.DSMT4">
                  <p:embed/>
                </p:oleObj>
              </mc:Choice>
              <mc:Fallback>
                <p:oleObj name="Equation" r:id="rId10" imgW="1143000" imgH="203040" progId="Equation.DSMT4">
                  <p:embed/>
                  <p:pic>
                    <p:nvPicPr>
                      <p:cNvPr id="12" name="对象 8"/>
                      <p:cNvPicPr>
                        <a:picLocks noChangeAspect="1" noChangeArrowheads="1"/>
                      </p:cNvPicPr>
                      <p:nvPr/>
                    </p:nvPicPr>
                    <p:blipFill>
                      <a:blip r:embed="rId11"/>
                      <a:srcRect/>
                      <a:stretch>
                        <a:fillRect/>
                      </a:stretch>
                    </p:blipFill>
                    <p:spPr bwMode="auto">
                      <a:xfrm>
                        <a:off x="1368835" y="5815012"/>
                        <a:ext cx="26289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4383033" y="4653636"/>
            <a:ext cx="10262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极</a:t>
            </a:r>
            <a:r>
              <a:rPr kumimoji="0" lang="zh-CN"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点</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5" name="对象 14"/>
          <p:cNvGraphicFramePr>
            <a:graphicFrameLocks noChangeAspect="1"/>
          </p:cNvGraphicFramePr>
          <p:nvPr/>
        </p:nvGraphicFramePr>
        <p:xfrm>
          <a:off x="5371617" y="4703064"/>
          <a:ext cx="782637" cy="390525"/>
        </p:xfrm>
        <a:graphic>
          <a:graphicData uri="http://schemas.openxmlformats.org/presentationml/2006/ole">
            <mc:AlternateContent xmlns:mc="http://schemas.openxmlformats.org/markup-compatibility/2006">
              <mc:Choice xmlns:v="urn:schemas-microsoft-com:vml" Requires="v">
                <p:oleObj name="Equation" r:id="rId12" imgW="355320" imgH="177480" progId="Equation.DSMT4">
                  <p:embed/>
                </p:oleObj>
              </mc:Choice>
              <mc:Fallback>
                <p:oleObj name="Equation" r:id="rId12" imgW="355320" imgH="177480" progId="Equation.DSMT4">
                  <p:embed/>
                  <p:pic>
                    <p:nvPicPr>
                      <p:cNvPr id="15" name="对象 14"/>
                      <p:cNvPicPr>
                        <a:picLocks noChangeAspect="1" noChangeArrowheads="1"/>
                      </p:cNvPicPr>
                      <p:nvPr/>
                    </p:nvPicPr>
                    <p:blipFill>
                      <a:blip r:embed="rId13"/>
                      <a:srcRect/>
                      <a:stretch>
                        <a:fillRect/>
                      </a:stretch>
                    </p:blipFill>
                    <p:spPr bwMode="auto">
                      <a:xfrm>
                        <a:off x="5371617" y="4703064"/>
                        <a:ext cx="78263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6208305" y="4648200"/>
            <a:ext cx="1258678" cy="49244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a:t>
            </a:r>
            <a:r>
              <a:rPr kumimoji="0" lang="en-US" altLang="zh-CN" sz="26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N</a:t>
            </a:r>
            <a:r>
              <a:rPr kumimoji="0"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-1</a:t>
            </a:r>
            <a:r>
              <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阶</a:t>
            </a:r>
            <a:r>
              <a:rPr kumimoji="0"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a:t>
            </a:r>
            <a:endParaRPr kumimoji="0" lang="zh-CN" altLang="en-US" sz="2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7" name="对象 16"/>
          <p:cNvGraphicFramePr>
            <a:graphicFrameLocks noChangeAspect="1"/>
          </p:cNvGraphicFramePr>
          <p:nvPr/>
        </p:nvGraphicFramePr>
        <p:xfrm>
          <a:off x="5410200" y="5241925"/>
          <a:ext cx="754062" cy="390525"/>
        </p:xfrm>
        <a:graphic>
          <a:graphicData uri="http://schemas.openxmlformats.org/presentationml/2006/ole">
            <mc:AlternateContent xmlns:mc="http://schemas.openxmlformats.org/markup-compatibility/2006">
              <mc:Choice xmlns:v="urn:schemas-microsoft-com:vml" Requires="v">
                <p:oleObj name="Equation" r:id="rId14" imgW="342720" imgH="177480" progId="Equation.DSMT4">
                  <p:embed/>
                </p:oleObj>
              </mc:Choice>
              <mc:Fallback>
                <p:oleObj name="Equation" r:id="rId14" imgW="342720" imgH="177480" progId="Equation.DSMT4">
                  <p:embed/>
                  <p:pic>
                    <p:nvPicPr>
                      <p:cNvPr id="17" name="对象 16"/>
                      <p:cNvPicPr>
                        <a:picLocks noChangeAspect="1" noChangeArrowheads="1"/>
                      </p:cNvPicPr>
                      <p:nvPr/>
                    </p:nvPicPr>
                    <p:blipFill>
                      <a:blip r:embed="rId15"/>
                      <a:srcRect/>
                      <a:stretch>
                        <a:fillRect/>
                      </a:stretch>
                    </p:blipFill>
                    <p:spPr bwMode="auto">
                      <a:xfrm>
                        <a:off x="5410200" y="5241925"/>
                        <a:ext cx="75406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p:cNvSpPr/>
          <p:nvPr/>
        </p:nvSpPr>
        <p:spPr>
          <a:xfrm>
            <a:off x="6248400" y="5176856"/>
            <a:ext cx="256031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a:t>
            </a:r>
            <a:r>
              <a:rPr kumimoji="0" lang="zh-CN"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零极点相抵消</a:t>
            </a:r>
            <a:r>
              <a:rPr kumimoji="0"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a:rPr>
              <a:t>)</a:t>
            </a:r>
            <a:endParaRPr kumimoji="0" lang="zh-CN" altLang="en-US" sz="2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Rectangle 3"/>
          <p:cNvSpPr txBox="1">
            <a:spLocks noChangeArrowheads="1"/>
          </p:cNvSpPr>
          <p:nvPr/>
        </p:nvSpPr>
        <p:spPr>
          <a:xfrm>
            <a:off x="997134" y="821514"/>
            <a:ext cx="4101732" cy="59097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base" latinLnBrk="0" hangingPunct="1">
              <a:lnSpc>
                <a:spcPct val="90000"/>
              </a:lnSpc>
              <a:spcBef>
                <a:spcPts val="750"/>
              </a:spcBef>
              <a:spcAft>
                <a:spcPct val="0"/>
              </a:spcAft>
              <a:buClrTx/>
              <a:buSzTx/>
              <a:buFont typeface="Arial" panose="020B0604020202020204" pitchFamily="34" charset="0"/>
              <a:buChar char="•"/>
              <a:tabLst/>
              <a:defRPr/>
            </a:pPr>
            <a:r>
              <a:rPr kumimoji="0" lang="zh-CN" altLang="en-US" sz="2800" b="1" i="0" u="none" strike="noStrike" kern="1200" cap="none" spc="0" normalizeH="0" baseline="0" noProof="0" dirty="0">
                <a:ln>
                  <a:noFill/>
                </a:ln>
                <a:solidFill>
                  <a:srgbClr val="FF0000"/>
                </a:solidFill>
                <a:effectLst/>
                <a:uLnTx/>
                <a:uFillTx/>
                <a:latin typeface="宋体"/>
                <a:ea typeface="宋体"/>
                <a:cs typeface="Times New Roman" panose="02020603050405020304" pitchFamily="18" charset="0"/>
              </a:rPr>
              <a:t>线性</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性质和时移性质</a:t>
            </a:r>
            <a:endPar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Rectangle 1032"/>
          <p:cNvSpPr>
            <a:spLocks noChangeArrowheads="1"/>
          </p:cNvSpPr>
          <p:nvPr/>
        </p:nvSpPr>
        <p:spPr bwMode="auto">
          <a:xfrm>
            <a:off x="763588"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2.4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变换的性质</a:t>
            </a:r>
          </a:p>
        </p:txBody>
      </p:sp>
    </p:spTree>
    <p:extLst>
      <p:ext uri="{BB962C8B-B14F-4D97-AF65-F5344CB8AC3E}">
        <p14:creationId xmlns:p14="http://schemas.microsoft.com/office/powerpoint/2010/main" val="282817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57200" y="914400"/>
            <a:ext cx="1447800" cy="523220"/>
          </a:xfrm>
          <a:prstGeom prst="rect">
            <a:avLst/>
          </a:prstGeom>
        </p:spPr>
        <p:txBody>
          <a:bodyPr wrap="square">
            <a:spAutoFit/>
          </a:bodyPr>
          <a:lstStyle/>
          <a:p>
            <a:r>
              <a:rPr lang="zh-CN" altLang="en-US" b="1" dirty="0">
                <a:solidFill>
                  <a:srgbClr val="FF0000"/>
                </a:solidFill>
              </a:rPr>
              <a:t>练习题</a:t>
            </a:r>
            <a:endParaRPr lang="zh-CN" altLang="en-US" dirty="0">
              <a:solidFill>
                <a:srgbClr val="FF0000"/>
              </a:solidFill>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2067712361"/>
              </p:ext>
            </p:extLst>
          </p:nvPr>
        </p:nvGraphicFramePr>
        <p:xfrm>
          <a:off x="1050471" y="1684791"/>
          <a:ext cx="6570663" cy="1808162"/>
        </p:xfrm>
        <a:graphic>
          <a:graphicData uri="http://schemas.openxmlformats.org/presentationml/2006/ole">
            <mc:AlternateContent xmlns:mc="http://schemas.openxmlformats.org/markup-compatibility/2006">
              <mc:Choice xmlns:v="urn:schemas-microsoft-com:vml" Requires="v">
                <p:oleObj name="Equation" r:id="rId2" imgW="3047760" imgH="838080" progId="Equation.DSMT4">
                  <p:embed/>
                </p:oleObj>
              </mc:Choice>
              <mc:Fallback>
                <p:oleObj name="Equation" r:id="rId2" imgW="3047760" imgH="838080" progId="Equation.DSMT4">
                  <p:embed/>
                  <p:pic>
                    <p:nvPicPr>
                      <p:cNvPr id="54275" name="Object 7"/>
                      <p:cNvPicPr>
                        <a:picLocks noChangeAspect="1" noChangeArrowheads="1"/>
                      </p:cNvPicPr>
                      <p:nvPr/>
                    </p:nvPicPr>
                    <p:blipFill>
                      <a:blip r:embed="rId3"/>
                      <a:srcRect/>
                      <a:stretch>
                        <a:fillRect/>
                      </a:stretch>
                    </p:blipFill>
                    <p:spPr bwMode="auto">
                      <a:xfrm>
                        <a:off x="1050471" y="1684791"/>
                        <a:ext cx="6570663" cy="180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8"/>
          <p:cNvSpPr txBox="1">
            <a:spLocks noChangeArrowheads="1"/>
          </p:cNvSpPr>
          <p:nvPr/>
        </p:nvSpPr>
        <p:spPr bwMode="auto">
          <a:xfrm>
            <a:off x="457200" y="1828800"/>
            <a:ext cx="1219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a:spcBef>
                <a:spcPct val="50000"/>
              </a:spcBef>
              <a:buFontTx/>
              <a:buNone/>
            </a:pPr>
            <a:r>
              <a:rPr kumimoji="1" lang="zh-CN" altLang="en-US" sz="2800" dirty="0">
                <a:solidFill>
                  <a:srgbClr val="000000"/>
                </a:solidFill>
                <a:latin typeface="宋体" panose="02010600030101010101" pitchFamily="2" charset="-122"/>
                <a:ea typeface="宋体" panose="02010600030101010101" pitchFamily="2" charset="-122"/>
              </a:rPr>
              <a:t>求</a:t>
            </a:r>
          </a:p>
        </p:txBody>
      </p:sp>
      <p:sp>
        <p:nvSpPr>
          <p:cNvPr id="3" name="矩形 2"/>
          <p:cNvSpPr/>
          <p:nvPr/>
        </p:nvSpPr>
        <p:spPr>
          <a:xfrm>
            <a:off x="514851" y="3740125"/>
            <a:ext cx="2119491" cy="523220"/>
          </a:xfrm>
          <a:prstGeom prst="rect">
            <a:avLst/>
          </a:prstGeom>
        </p:spPr>
        <p:txBody>
          <a:bodyPr wrap="none">
            <a:spAutoFit/>
          </a:bodyPr>
          <a:lstStyle/>
          <a:p>
            <a:pPr lvl="0">
              <a:spcBef>
                <a:spcPct val="50000"/>
              </a:spcBef>
            </a:pPr>
            <a:r>
              <a:rPr kumimoji="1" lang="zh-CN" altLang="en-US" b="1" dirty="0">
                <a:solidFill>
                  <a:srgbClr val="000000"/>
                </a:solidFill>
                <a:latin typeface="宋体" panose="02010600030101010101" pitchFamily="2" charset="-122"/>
              </a:rPr>
              <a:t>的逆</a:t>
            </a:r>
            <a:r>
              <a:rPr kumimoji="1" lang="en-US" altLang="zh-CN" b="1" i="1" dirty="0">
                <a:solidFill>
                  <a:srgbClr val="000000"/>
                </a:solidFill>
                <a:cs typeface="Times New Roman" panose="02020603050405020304" pitchFamily="18" charset="0"/>
              </a:rPr>
              <a:t>z</a:t>
            </a:r>
            <a:r>
              <a:rPr kumimoji="1" lang="zh-CN" altLang="en-US" b="1" dirty="0">
                <a:solidFill>
                  <a:srgbClr val="000000"/>
                </a:solidFill>
                <a:latin typeface="宋体" panose="02010600030101010101" pitchFamily="2" charset="-122"/>
              </a:rPr>
              <a:t>变换。</a:t>
            </a:r>
          </a:p>
        </p:txBody>
      </p:sp>
    </p:spTree>
    <p:extLst>
      <p:ext uri="{BB962C8B-B14F-4D97-AF65-F5344CB8AC3E}">
        <p14:creationId xmlns:p14="http://schemas.microsoft.com/office/powerpoint/2010/main" val="30762901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a:stretch>
            <a:fillRect/>
          </a:stretch>
        </p:blipFill>
        <p:spPr>
          <a:xfrm>
            <a:off x="5562600" y="4339016"/>
            <a:ext cx="2780348" cy="2506980"/>
          </a:xfrm>
          <a:prstGeom prst="rect">
            <a:avLst/>
          </a:prstGeom>
        </p:spPr>
      </p:pic>
      <p:sp>
        <p:nvSpPr>
          <p:cNvPr id="5"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2.5   z</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变换与</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DTFT</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的关系</a:t>
            </a:r>
          </a:p>
        </p:txBody>
      </p:sp>
      <p:sp>
        <p:nvSpPr>
          <p:cNvPr id="6" name="Rectangle 15"/>
          <p:cNvSpPr>
            <a:spLocks noChangeArrowheads="1"/>
          </p:cNvSpPr>
          <p:nvPr/>
        </p:nvSpPr>
        <p:spPr bwMode="auto">
          <a:xfrm>
            <a:off x="622271" y="1026501"/>
            <a:ext cx="14705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1938">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261938" algn="l" defTabSz="914400" rtl="0" eaLnBrk="1" fontAlgn="base" latinLnBrk="0" hangingPunct="1">
              <a:lnSpc>
                <a:spcPct val="100000"/>
              </a:lnSpc>
              <a:spcBef>
                <a:spcPct val="0"/>
              </a:spcBef>
              <a:spcAft>
                <a:spcPct val="0"/>
              </a:spcAft>
              <a:buClrTx/>
              <a:buSzTx/>
              <a:buFontTx/>
              <a:buNone/>
              <a:tabLst/>
              <a:defRPr/>
            </a:pPr>
            <a:r>
              <a:rPr kumimoji="0" lang="en-US" altLang="zh-CN" sz="10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DTFT</a:t>
            </a:r>
            <a:endParaRPr kumimoji="0" lang="en-US" altLang="zh-CN" sz="2800" b="0" i="0" u="none" strike="noStrike" kern="1200" cap="none" spc="0" normalizeH="0" baseline="0" noProof="0" dirty="0">
              <a:ln>
                <a:noFill/>
              </a:ln>
              <a:solidFill>
                <a:srgbClr val="0000CC"/>
              </a:solidFill>
              <a:effectLst/>
              <a:uLnTx/>
              <a:uFillTx/>
              <a:latin typeface="Arial" panose="020B0604020202020204" pitchFamily="34" charset="0"/>
              <a:ea typeface="宋体" panose="02010600030101010101" pitchFamily="2" charset="-122"/>
              <a:cs typeface="+mn-cs"/>
            </a:endParaRPr>
          </a:p>
        </p:txBody>
      </p:sp>
      <p:sp>
        <p:nvSpPr>
          <p:cNvPr id="7" name="Rectangle 16"/>
          <p:cNvSpPr>
            <a:spLocks noChangeArrowheads="1"/>
          </p:cNvSpPr>
          <p:nvPr/>
        </p:nvSpPr>
        <p:spPr bwMode="auto">
          <a:xfrm>
            <a:off x="814436" y="2135482"/>
            <a:ext cx="11608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变换</a:t>
            </a:r>
            <a:endParaRPr kumimoji="0" lang="en-US" altLang="zh-CN" sz="2800" b="0"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p:txBody>
      </p:sp>
      <p:graphicFrame>
        <p:nvGraphicFramePr>
          <p:cNvPr id="9" name="Object 4"/>
          <p:cNvGraphicFramePr>
            <a:graphicFrameLocks noChangeAspect="1"/>
          </p:cNvGraphicFramePr>
          <p:nvPr/>
        </p:nvGraphicFramePr>
        <p:xfrm>
          <a:off x="3290669" y="3207710"/>
          <a:ext cx="3302000" cy="792162"/>
        </p:xfrm>
        <a:graphic>
          <a:graphicData uri="http://schemas.openxmlformats.org/presentationml/2006/ole">
            <mc:AlternateContent xmlns:mc="http://schemas.openxmlformats.org/markup-compatibility/2006">
              <mc:Choice xmlns:v="urn:schemas-microsoft-com:vml" Requires="v">
                <p:oleObj name="Equation" r:id="rId3" imgW="1269720" imgH="304560" progId="Equation.DSMT4">
                  <p:embed/>
                </p:oleObj>
              </mc:Choice>
              <mc:Fallback>
                <p:oleObj name="Equation" r:id="rId3" imgW="1269720" imgH="304560" progId="Equation.DSMT4">
                  <p:embed/>
                  <p:pic>
                    <p:nvPicPr>
                      <p:cNvPr id="9" name="Object 4"/>
                      <p:cNvPicPr>
                        <a:picLocks noChangeAspect="1" noChangeArrowheads="1"/>
                      </p:cNvPicPr>
                      <p:nvPr/>
                    </p:nvPicPr>
                    <p:blipFill>
                      <a:blip r:embed="rId4"/>
                      <a:srcRect/>
                      <a:stretch>
                        <a:fillRect/>
                      </a:stretch>
                    </p:blipFill>
                    <p:spPr bwMode="auto">
                      <a:xfrm>
                        <a:off x="3290669" y="3207710"/>
                        <a:ext cx="33020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矩形 9"/>
          <p:cNvSpPr/>
          <p:nvPr/>
        </p:nvSpPr>
        <p:spPr>
          <a:xfrm>
            <a:off x="704645" y="3067598"/>
            <a:ext cx="2606344" cy="107721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z</a:t>
            </a:r>
            <a:r>
              <a:rPr kumimoji="0"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变换与</a:t>
            </a:r>
            <a:r>
              <a:rPr kumimoji="0"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DTFT</a:t>
            </a:r>
            <a:r>
              <a:rPr kumimoji="0"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的关系</a:t>
            </a:r>
          </a:p>
        </p:txBody>
      </p:sp>
      <p:sp>
        <p:nvSpPr>
          <p:cNvPr id="12" name="矩形 11"/>
          <p:cNvSpPr/>
          <p:nvPr/>
        </p:nvSpPr>
        <p:spPr>
          <a:xfrm>
            <a:off x="657226" y="4419600"/>
            <a:ext cx="5057774" cy="553998"/>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单位圆上的</a:t>
            </a:r>
            <a:r>
              <a:rPr kumimoji="0" lang="en-US" altLang="zh-CN"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z</a:t>
            </a:r>
            <a:r>
              <a:rPr kumimoji="0" lang="zh-CN" altLang="en-US"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变换即</a:t>
            </a:r>
            <a:r>
              <a:rPr kumimoji="0" lang="en-US" altLang="zh-CN"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DTFT</a:t>
            </a:r>
            <a:endParaRPr kumimoji="0" lang="zh-CN" altLang="en-US"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3" name="Object 4"/>
          <p:cNvGraphicFramePr>
            <a:graphicFrameLocks noChangeAspect="1"/>
          </p:cNvGraphicFramePr>
          <p:nvPr/>
        </p:nvGraphicFramePr>
        <p:xfrm>
          <a:off x="3104479" y="823888"/>
          <a:ext cx="3417570" cy="993140"/>
        </p:xfrm>
        <a:graphic>
          <a:graphicData uri="http://schemas.openxmlformats.org/presentationml/2006/ole">
            <mc:AlternateContent xmlns:mc="http://schemas.openxmlformats.org/markup-compatibility/2006">
              <mc:Choice xmlns:v="urn:schemas-microsoft-com:vml" Requires="v">
                <p:oleObj name="Equation" r:id="rId5" imgW="1485900" imgH="431800" progId="Equation.DSMT4">
                  <p:embed/>
                </p:oleObj>
              </mc:Choice>
              <mc:Fallback>
                <p:oleObj name="Equation" r:id="rId5" imgW="1485900" imgH="431800" progId="Equation.DSMT4">
                  <p:embed/>
                  <p:pic>
                    <p:nvPicPr>
                      <p:cNvPr id="13"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4479" y="823888"/>
                        <a:ext cx="3417570" cy="99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Grp="1" noChangeAspect="1"/>
          </p:cNvGraphicFramePr>
          <p:nvPr/>
        </p:nvGraphicFramePr>
        <p:xfrm>
          <a:off x="3104479" y="1936462"/>
          <a:ext cx="2808287" cy="1001712"/>
        </p:xfrm>
        <a:graphic>
          <a:graphicData uri="http://schemas.openxmlformats.org/presentationml/2006/ole">
            <mc:AlternateContent xmlns:mc="http://schemas.openxmlformats.org/markup-compatibility/2006">
              <mc:Choice xmlns:v="urn:schemas-microsoft-com:vml" Requires="v">
                <p:oleObj name="Equation" r:id="rId7" imgW="1257300" imgH="431800" progId="Equation.DSMT4">
                  <p:embed/>
                </p:oleObj>
              </mc:Choice>
              <mc:Fallback>
                <p:oleObj name="Equation" r:id="rId7" imgW="1257300" imgH="431800" progId="Equation.DSMT4">
                  <p:embed/>
                  <p:pic>
                    <p:nvPicPr>
                      <p:cNvPr id="14" name="对象 13"/>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4479" y="1936462"/>
                        <a:ext cx="2808287"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a:xfrm>
            <a:off x="6729078" y="3264597"/>
            <a:ext cx="8130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cxnSp>
        <p:nvCxnSpPr>
          <p:cNvPr id="17" name="直接箭头连接符 16"/>
          <p:cNvCxnSpPr/>
          <p:nvPr/>
        </p:nvCxnSpPr>
        <p:spPr>
          <a:xfrm flipV="1">
            <a:off x="6939078" y="5071212"/>
            <a:ext cx="669587" cy="491389"/>
          </a:xfrm>
          <a:prstGeom prst="straightConnector1">
            <a:avLst/>
          </a:prstGeom>
          <a:ln w="28575">
            <a:solidFill>
              <a:srgbClr val="0000CC"/>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Object 4"/>
          <p:cNvGraphicFramePr>
            <a:graphicFrameLocks noChangeAspect="1"/>
          </p:cNvGraphicFramePr>
          <p:nvPr/>
        </p:nvGraphicFramePr>
        <p:xfrm>
          <a:off x="7692686" y="4532113"/>
          <a:ext cx="1066800" cy="549275"/>
        </p:xfrm>
        <a:graphic>
          <a:graphicData uri="http://schemas.openxmlformats.org/presentationml/2006/ole">
            <mc:AlternateContent xmlns:mc="http://schemas.openxmlformats.org/markup-compatibility/2006">
              <mc:Choice xmlns:v="urn:schemas-microsoft-com:vml" Requires="v">
                <p:oleObj name="Equation" r:id="rId9" imgW="444240" imgH="228600" progId="Equation.DSMT4">
                  <p:embed/>
                </p:oleObj>
              </mc:Choice>
              <mc:Fallback>
                <p:oleObj name="Equation" r:id="rId9" imgW="444240" imgH="228600" progId="Equation.DSMT4">
                  <p:embed/>
                  <p:pic>
                    <p:nvPicPr>
                      <p:cNvPr id="18" name="Object 4"/>
                      <p:cNvPicPr>
                        <a:picLocks noChangeAspect="1" noChangeArrowheads="1"/>
                      </p:cNvPicPr>
                      <p:nvPr/>
                    </p:nvPicPr>
                    <p:blipFill>
                      <a:blip r:embed="rId10"/>
                      <a:srcRect/>
                      <a:stretch>
                        <a:fillRect/>
                      </a:stretch>
                    </p:blipFill>
                    <p:spPr bwMode="auto">
                      <a:xfrm>
                        <a:off x="7692686" y="4532113"/>
                        <a:ext cx="1066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4"/>
          <p:cNvGraphicFramePr>
            <a:graphicFrameLocks noChangeAspect="1"/>
          </p:cNvGraphicFramePr>
          <p:nvPr/>
        </p:nvGraphicFramePr>
        <p:xfrm>
          <a:off x="7171766" y="5334000"/>
          <a:ext cx="304560" cy="279360"/>
        </p:xfrm>
        <a:graphic>
          <a:graphicData uri="http://schemas.openxmlformats.org/presentationml/2006/ole">
            <mc:AlternateContent xmlns:mc="http://schemas.openxmlformats.org/markup-compatibility/2006">
              <mc:Choice xmlns:v="urn:schemas-microsoft-com:vml" Requires="v">
                <p:oleObj name="Equation" r:id="rId11" imgW="152280" imgH="139680" progId="Equation.DSMT4">
                  <p:embed/>
                </p:oleObj>
              </mc:Choice>
              <mc:Fallback>
                <p:oleObj name="Equation" r:id="rId11" imgW="152280" imgH="139680" progId="Equation.DSMT4">
                  <p:embed/>
                  <p:pic>
                    <p:nvPicPr>
                      <p:cNvPr id="19" name="Object 4"/>
                      <p:cNvPicPr>
                        <a:picLocks noChangeAspect="1" noChangeArrowheads="1"/>
                      </p:cNvPicPr>
                      <p:nvPr/>
                    </p:nvPicPr>
                    <p:blipFill>
                      <a:blip r:embed="rId12"/>
                      <a:srcRect/>
                      <a:stretch>
                        <a:fillRect/>
                      </a:stretch>
                    </p:blipFill>
                    <p:spPr bwMode="auto">
                      <a:xfrm>
                        <a:off x="7171766" y="5334000"/>
                        <a:ext cx="304560" cy="27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弧形 20"/>
          <p:cNvSpPr/>
          <p:nvPr/>
        </p:nvSpPr>
        <p:spPr>
          <a:xfrm>
            <a:off x="7085400" y="5445285"/>
            <a:ext cx="100400" cy="345915"/>
          </a:xfrm>
          <a:prstGeom prst="arc">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ahoma"/>
              <a:ea typeface="宋体"/>
              <a:cs typeface="+mn-cs"/>
            </a:endParaRPr>
          </a:p>
        </p:txBody>
      </p:sp>
      <p:graphicFrame>
        <p:nvGraphicFramePr>
          <p:cNvPr id="22" name="Object 4"/>
          <p:cNvGraphicFramePr>
            <a:graphicFrameLocks noChangeAspect="1"/>
          </p:cNvGraphicFramePr>
          <p:nvPr/>
        </p:nvGraphicFramePr>
        <p:xfrm>
          <a:off x="8405354" y="5445286"/>
          <a:ext cx="708264" cy="342792"/>
        </p:xfrm>
        <a:graphic>
          <a:graphicData uri="http://schemas.openxmlformats.org/presentationml/2006/ole">
            <mc:AlternateContent xmlns:mc="http://schemas.openxmlformats.org/markup-compatibility/2006">
              <mc:Choice xmlns:v="urn:schemas-microsoft-com:vml" Requires="v">
                <p:oleObj name="Equation" r:id="rId13" imgW="393480" imgH="190440" progId="Equation.DSMT4">
                  <p:embed/>
                </p:oleObj>
              </mc:Choice>
              <mc:Fallback>
                <p:oleObj name="Equation" r:id="rId13" imgW="393480" imgH="190440" progId="Equation.DSMT4">
                  <p:embed/>
                  <p:pic>
                    <p:nvPicPr>
                      <p:cNvPr id="22" name="Object 4"/>
                      <p:cNvPicPr>
                        <a:picLocks noChangeAspect="1" noChangeArrowheads="1"/>
                      </p:cNvPicPr>
                      <p:nvPr/>
                    </p:nvPicPr>
                    <p:blipFill>
                      <a:blip r:embed="rId14"/>
                      <a:srcRect/>
                      <a:stretch>
                        <a:fillRect/>
                      </a:stretch>
                    </p:blipFill>
                    <p:spPr bwMode="auto">
                      <a:xfrm>
                        <a:off x="8405354" y="5445286"/>
                        <a:ext cx="708264" cy="342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4"/>
          <p:cNvGraphicFramePr>
            <a:graphicFrameLocks noChangeAspect="1"/>
          </p:cNvGraphicFramePr>
          <p:nvPr/>
        </p:nvGraphicFramePr>
        <p:xfrm>
          <a:off x="6523139" y="4033824"/>
          <a:ext cx="891000" cy="365472"/>
        </p:xfrm>
        <a:graphic>
          <a:graphicData uri="http://schemas.openxmlformats.org/presentationml/2006/ole">
            <mc:AlternateContent xmlns:mc="http://schemas.openxmlformats.org/markup-compatibility/2006">
              <mc:Choice xmlns:v="urn:schemas-microsoft-com:vml" Requires="v">
                <p:oleObj name="Equation" r:id="rId15" imgW="495000" imgH="203040" progId="Equation.DSMT4">
                  <p:embed/>
                </p:oleObj>
              </mc:Choice>
              <mc:Fallback>
                <p:oleObj name="Equation" r:id="rId15" imgW="495000" imgH="203040" progId="Equation.DSMT4">
                  <p:embed/>
                  <p:pic>
                    <p:nvPicPr>
                      <p:cNvPr id="23" name="Object 4"/>
                      <p:cNvPicPr>
                        <a:picLocks noChangeAspect="1" noChangeArrowheads="1"/>
                      </p:cNvPicPr>
                      <p:nvPr/>
                    </p:nvPicPr>
                    <p:blipFill>
                      <a:blip r:embed="rId16"/>
                      <a:srcRect/>
                      <a:stretch>
                        <a:fillRect/>
                      </a:stretch>
                    </p:blipFill>
                    <p:spPr bwMode="auto">
                      <a:xfrm>
                        <a:off x="6523139" y="4033824"/>
                        <a:ext cx="891000" cy="36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4"/>
          <p:cNvGraphicFramePr>
            <a:graphicFrameLocks noChangeAspect="1"/>
          </p:cNvGraphicFramePr>
          <p:nvPr/>
        </p:nvGraphicFramePr>
        <p:xfrm>
          <a:off x="7848600" y="5638800"/>
          <a:ext cx="228240" cy="329760"/>
        </p:xfrm>
        <a:graphic>
          <a:graphicData uri="http://schemas.openxmlformats.org/presentationml/2006/ole">
            <mc:AlternateContent xmlns:mc="http://schemas.openxmlformats.org/markup-compatibility/2006">
              <mc:Choice xmlns:v="urn:schemas-microsoft-com:vml" Requires="v">
                <p:oleObj name="Equation" r:id="rId17" imgW="114120" imgH="164880" progId="Equation.DSMT4">
                  <p:embed/>
                </p:oleObj>
              </mc:Choice>
              <mc:Fallback>
                <p:oleObj name="Equation" r:id="rId17" imgW="114120" imgH="164880" progId="Equation.DSMT4">
                  <p:embed/>
                  <p:pic>
                    <p:nvPicPr>
                      <p:cNvPr id="27" name="Object 4"/>
                      <p:cNvPicPr>
                        <a:picLocks noChangeAspect="1" noChangeArrowheads="1"/>
                      </p:cNvPicPr>
                      <p:nvPr/>
                    </p:nvPicPr>
                    <p:blipFill>
                      <a:blip r:embed="rId18"/>
                      <a:srcRect/>
                      <a:stretch>
                        <a:fillRect/>
                      </a:stretch>
                    </p:blipFill>
                    <p:spPr bwMode="auto">
                      <a:xfrm>
                        <a:off x="7848600" y="5638800"/>
                        <a:ext cx="228240" cy="32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4"/>
          <p:cNvGraphicFramePr>
            <a:graphicFrameLocks noChangeAspect="1"/>
          </p:cNvGraphicFramePr>
          <p:nvPr/>
        </p:nvGraphicFramePr>
        <p:xfrm>
          <a:off x="5564583" y="5613840"/>
          <a:ext cx="406080" cy="329760"/>
        </p:xfrm>
        <a:graphic>
          <a:graphicData uri="http://schemas.openxmlformats.org/presentationml/2006/ole">
            <mc:AlternateContent xmlns:mc="http://schemas.openxmlformats.org/markup-compatibility/2006">
              <mc:Choice xmlns:v="urn:schemas-microsoft-com:vml" Requires="v">
                <p:oleObj name="Equation" r:id="rId19" imgW="203040" imgH="164880" progId="Equation.DSMT4">
                  <p:embed/>
                </p:oleObj>
              </mc:Choice>
              <mc:Fallback>
                <p:oleObj name="Equation" r:id="rId19" imgW="203040" imgH="164880" progId="Equation.DSMT4">
                  <p:embed/>
                  <p:pic>
                    <p:nvPicPr>
                      <p:cNvPr id="28" name="Object 4"/>
                      <p:cNvPicPr>
                        <a:picLocks noChangeAspect="1" noChangeArrowheads="1"/>
                      </p:cNvPicPr>
                      <p:nvPr/>
                    </p:nvPicPr>
                    <p:blipFill>
                      <a:blip r:embed="rId20"/>
                      <a:srcRect/>
                      <a:stretch>
                        <a:fillRect/>
                      </a:stretch>
                    </p:blipFill>
                    <p:spPr bwMode="auto">
                      <a:xfrm>
                        <a:off x="5564583" y="5613840"/>
                        <a:ext cx="406080" cy="32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4"/>
          <p:cNvGraphicFramePr>
            <a:graphicFrameLocks noChangeAspect="1"/>
          </p:cNvGraphicFramePr>
          <p:nvPr/>
        </p:nvGraphicFramePr>
        <p:xfrm>
          <a:off x="6934200" y="5639087"/>
          <a:ext cx="253440" cy="354960"/>
        </p:xfrm>
        <a:graphic>
          <a:graphicData uri="http://schemas.openxmlformats.org/presentationml/2006/ole">
            <mc:AlternateContent xmlns:mc="http://schemas.openxmlformats.org/markup-compatibility/2006">
              <mc:Choice xmlns:v="urn:schemas-microsoft-com:vml" Requires="v">
                <p:oleObj name="Equation" r:id="rId21" imgW="126720" imgH="177480" progId="Equation.DSMT4">
                  <p:embed/>
                </p:oleObj>
              </mc:Choice>
              <mc:Fallback>
                <p:oleObj name="Equation" r:id="rId21" imgW="126720" imgH="177480" progId="Equation.DSMT4">
                  <p:embed/>
                  <p:pic>
                    <p:nvPicPr>
                      <p:cNvPr id="29" name="Object 4"/>
                      <p:cNvPicPr>
                        <a:picLocks noChangeAspect="1" noChangeArrowheads="1"/>
                      </p:cNvPicPr>
                      <p:nvPr/>
                    </p:nvPicPr>
                    <p:blipFill>
                      <a:blip r:embed="rId22"/>
                      <a:srcRect/>
                      <a:stretch>
                        <a:fillRect/>
                      </a:stretch>
                    </p:blipFill>
                    <p:spPr bwMode="auto">
                      <a:xfrm>
                        <a:off x="6934200" y="5639087"/>
                        <a:ext cx="253440" cy="354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0" name="直接箭头连接符 29"/>
          <p:cNvCxnSpPr/>
          <p:nvPr/>
        </p:nvCxnSpPr>
        <p:spPr>
          <a:xfrm flipH="1" flipV="1">
            <a:off x="7680086" y="5997966"/>
            <a:ext cx="276468" cy="245899"/>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1"/>
          <p:cNvSpPr>
            <a:spLocks noChangeArrowheads="1"/>
          </p:cNvSpPr>
          <p:nvPr/>
        </p:nvSpPr>
        <p:spPr bwMode="auto">
          <a:xfrm>
            <a:off x="7630773" y="6258041"/>
            <a:ext cx="11906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单位圆</a:t>
            </a:r>
            <a:endPar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0092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anim calcmode="lin" valueType="num">
                                      <p:cBhvr>
                                        <p:cTn id="35" dur="1000" fill="hold"/>
                                        <p:tgtEl>
                                          <p:spTgt spid="18"/>
                                        </p:tgtEl>
                                        <p:attrNameLst>
                                          <p:attrName>ppt_x</p:attrName>
                                        </p:attrNameLst>
                                      </p:cBhvr>
                                      <p:tavLst>
                                        <p:tav tm="0">
                                          <p:val>
                                            <p:strVal val="#ppt_x"/>
                                          </p:val>
                                        </p:tav>
                                        <p:tav tm="100000">
                                          <p:val>
                                            <p:strVal val="#ppt_x"/>
                                          </p:val>
                                        </p:tav>
                                      </p:tavLst>
                                    </p:anim>
                                    <p:anim calcmode="lin" valueType="num">
                                      <p:cBhvr>
                                        <p:cTn id="36" dur="1000" fill="hold"/>
                                        <p:tgtEl>
                                          <p:spTgt spid="18"/>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1000"/>
                                        <p:tgtEl>
                                          <p:spTgt spid="19"/>
                                        </p:tgtEl>
                                      </p:cBhvr>
                                    </p:animEffect>
                                    <p:anim calcmode="lin" valueType="num">
                                      <p:cBhvr>
                                        <p:cTn id="40" dur="1000" fill="hold"/>
                                        <p:tgtEl>
                                          <p:spTgt spid="19"/>
                                        </p:tgtEl>
                                        <p:attrNameLst>
                                          <p:attrName>ppt_x</p:attrName>
                                        </p:attrNameLst>
                                      </p:cBhvr>
                                      <p:tavLst>
                                        <p:tav tm="0">
                                          <p:val>
                                            <p:strVal val="#ppt_x"/>
                                          </p:val>
                                        </p:tav>
                                        <p:tav tm="100000">
                                          <p:val>
                                            <p:strVal val="#ppt_x"/>
                                          </p:val>
                                        </p:tav>
                                      </p:tavLst>
                                    </p:anim>
                                    <p:anim calcmode="lin" valueType="num">
                                      <p:cBhvr>
                                        <p:cTn id="41" dur="1000" fill="hold"/>
                                        <p:tgtEl>
                                          <p:spTgt spid="1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1000"/>
                                        <p:tgtEl>
                                          <p:spTgt spid="21"/>
                                        </p:tgtEl>
                                      </p:cBhvr>
                                    </p:animEffect>
                                    <p:anim calcmode="lin" valueType="num">
                                      <p:cBhvr>
                                        <p:cTn id="45" dur="1000" fill="hold"/>
                                        <p:tgtEl>
                                          <p:spTgt spid="21"/>
                                        </p:tgtEl>
                                        <p:attrNameLst>
                                          <p:attrName>ppt_x</p:attrName>
                                        </p:attrNameLst>
                                      </p:cBhvr>
                                      <p:tavLst>
                                        <p:tav tm="0">
                                          <p:val>
                                            <p:strVal val="#ppt_x"/>
                                          </p:val>
                                        </p:tav>
                                        <p:tav tm="100000">
                                          <p:val>
                                            <p:strVal val="#ppt_x"/>
                                          </p:val>
                                        </p:tav>
                                      </p:tavLst>
                                    </p:anim>
                                    <p:anim calcmode="lin" valueType="num">
                                      <p:cBhvr>
                                        <p:cTn id="46" dur="1000" fill="hold"/>
                                        <p:tgtEl>
                                          <p:spTgt spid="21"/>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1000"/>
                                        <p:tgtEl>
                                          <p:spTgt spid="22"/>
                                        </p:tgtEl>
                                      </p:cBhvr>
                                    </p:animEffect>
                                    <p:anim calcmode="lin" valueType="num">
                                      <p:cBhvr>
                                        <p:cTn id="50" dur="1000" fill="hold"/>
                                        <p:tgtEl>
                                          <p:spTgt spid="22"/>
                                        </p:tgtEl>
                                        <p:attrNameLst>
                                          <p:attrName>ppt_x</p:attrName>
                                        </p:attrNameLst>
                                      </p:cBhvr>
                                      <p:tavLst>
                                        <p:tav tm="0">
                                          <p:val>
                                            <p:strVal val="#ppt_x"/>
                                          </p:val>
                                        </p:tav>
                                        <p:tav tm="100000">
                                          <p:val>
                                            <p:strVal val="#ppt_x"/>
                                          </p:val>
                                        </p:tav>
                                      </p:tavLst>
                                    </p:anim>
                                    <p:anim calcmode="lin" valueType="num">
                                      <p:cBhvr>
                                        <p:cTn id="51" dur="1000" fill="hold"/>
                                        <p:tgtEl>
                                          <p:spTgt spid="22"/>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1000"/>
                                        <p:tgtEl>
                                          <p:spTgt spid="27"/>
                                        </p:tgtEl>
                                      </p:cBhvr>
                                    </p:animEffect>
                                    <p:anim calcmode="lin" valueType="num">
                                      <p:cBhvr>
                                        <p:cTn id="55" dur="1000" fill="hold"/>
                                        <p:tgtEl>
                                          <p:spTgt spid="27"/>
                                        </p:tgtEl>
                                        <p:attrNameLst>
                                          <p:attrName>ppt_x</p:attrName>
                                        </p:attrNameLst>
                                      </p:cBhvr>
                                      <p:tavLst>
                                        <p:tav tm="0">
                                          <p:val>
                                            <p:strVal val="#ppt_x"/>
                                          </p:val>
                                        </p:tav>
                                        <p:tav tm="100000">
                                          <p:val>
                                            <p:strVal val="#ppt_x"/>
                                          </p:val>
                                        </p:tav>
                                      </p:tavLst>
                                    </p:anim>
                                    <p:anim calcmode="lin" valueType="num">
                                      <p:cBhvr>
                                        <p:cTn id="56" dur="1000" fill="hold"/>
                                        <p:tgtEl>
                                          <p:spTgt spid="27"/>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1000"/>
                                        <p:tgtEl>
                                          <p:spTgt spid="28"/>
                                        </p:tgtEl>
                                      </p:cBhvr>
                                    </p:animEffect>
                                    <p:anim calcmode="lin" valueType="num">
                                      <p:cBhvr>
                                        <p:cTn id="60" dur="1000" fill="hold"/>
                                        <p:tgtEl>
                                          <p:spTgt spid="28"/>
                                        </p:tgtEl>
                                        <p:attrNameLst>
                                          <p:attrName>ppt_x</p:attrName>
                                        </p:attrNameLst>
                                      </p:cBhvr>
                                      <p:tavLst>
                                        <p:tav tm="0">
                                          <p:val>
                                            <p:strVal val="#ppt_x"/>
                                          </p:val>
                                        </p:tav>
                                        <p:tav tm="100000">
                                          <p:val>
                                            <p:strVal val="#ppt_x"/>
                                          </p:val>
                                        </p:tav>
                                      </p:tavLst>
                                    </p:anim>
                                    <p:anim calcmode="lin" valueType="num">
                                      <p:cBhvr>
                                        <p:cTn id="61" dur="1000" fill="hold"/>
                                        <p:tgtEl>
                                          <p:spTgt spid="28"/>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1000"/>
                                        <p:tgtEl>
                                          <p:spTgt spid="29"/>
                                        </p:tgtEl>
                                      </p:cBhvr>
                                    </p:animEffect>
                                    <p:anim calcmode="lin" valueType="num">
                                      <p:cBhvr>
                                        <p:cTn id="65" dur="1000" fill="hold"/>
                                        <p:tgtEl>
                                          <p:spTgt spid="29"/>
                                        </p:tgtEl>
                                        <p:attrNameLst>
                                          <p:attrName>ppt_x</p:attrName>
                                        </p:attrNameLst>
                                      </p:cBhvr>
                                      <p:tavLst>
                                        <p:tav tm="0">
                                          <p:val>
                                            <p:strVal val="#ppt_x"/>
                                          </p:val>
                                        </p:tav>
                                        <p:tav tm="100000">
                                          <p:val>
                                            <p:strVal val="#ppt_x"/>
                                          </p:val>
                                        </p:tav>
                                      </p:tavLst>
                                    </p:anim>
                                    <p:anim calcmode="lin" valueType="num">
                                      <p:cBhvr>
                                        <p:cTn id="66" dur="1000" fill="hold"/>
                                        <p:tgtEl>
                                          <p:spTgt spid="29"/>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1000"/>
                                        <p:tgtEl>
                                          <p:spTgt spid="30"/>
                                        </p:tgtEl>
                                      </p:cBhvr>
                                    </p:animEffect>
                                    <p:anim calcmode="lin" valueType="num">
                                      <p:cBhvr>
                                        <p:cTn id="70" dur="1000" fill="hold"/>
                                        <p:tgtEl>
                                          <p:spTgt spid="30"/>
                                        </p:tgtEl>
                                        <p:attrNameLst>
                                          <p:attrName>ppt_x</p:attrName>
                                        </p:attrNameLst>
                                      </p:cBhvr>
                                      <p:tavLst>
                                        <p:tav tm="0">
                                          <p:val>
                                            <p:strVal val="#ppt_x"/>
                                          </p:val>
                                        </p:tav>
                                        <p:tav tm="100000">
                                          <p:val>
                                            <p:strVal val="#ppt_x"/>
                                          </p:val>
                                        </p:tav>
                                      </p:tavLst>
                                    </p:anim>
                                    <p:anim calcmode="lin" valueType="num">
                                      <p:cBhvr>
                                        <p:cTn id="71" dur="1000" fill="hold"/>
                                        <p:tgtEl>
                                          <p:spTgt spid="30"/>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1000"/>
                                        <p:tgtEl>
                                          <p:spTgt spid="31"/>
                                        </p:tgtEl>
                                      </p:cBhvr>
                                    </p:animEffect>
                                    <p:anim calcmode="lin" valueType="num">
                                      <p:cBhvr>
                                        <p:cTn id="75" dur="1000" fill="hold"/>
                                        <p:tgtEl>
                                          <p:spTgt spid="31"/>
                                        </p:tgtEl>
                                        <p:attrNameLst>
                                          <p:attrName>ppt_x</p:attrName>
                                        </p:attrNameLst>
                                      </p:cBhvr>
                                      <p:tavLst>
                                        <p:tav tm="0">
                                          <p:val>
                                            <p:strVal val="#ppt_x"/>
                                          </p:val>
                                        </p:tav>
                                        <p:tav tm="100000">
                                          <p:val>
                                            <p:strVal val="#ppt_x"/>
                                          </p:val>
                                        </p:tav>
                                      </p:tavLst>
                                    </p:anim>
                                    <p:anim calcmode="lin" valueType="num">
                                      <p:cBhvr>
                                        <p:cTn id="76" dur="1000" fill="hold"/>
                                        <p:tgtEl>
                                          <p:spTgt spid="31"/>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1000"/>
                                        <p:tgtEl>
                                          <p:spTgt spid="23"/>
                                        </p:tgtEl>
                                      </p:cBhvr>
                                    </p:animEffect>
                                    <p:anim calcmode="lin" valueType="num">
                                      <p:cBhvr>
                                        <p:cTn id="80" dur="1000" fill="hold"/>
                                        <p:tgtEl>
                                          <p:spTgt spid="23"/>
                                        </p:tgtEl>
                                        <p:attrNameLst>
                                          <p:attrName>ppt_x</p:attrName>
                                        </p:attrNameLst>
                                      </p:cBhvr>
                                      <p:tavLst>
                                        <p:tav tm="0">
                                          <p:val>
                                            <p:strVal val="#ppt_x"/>
                                          </p:val>
                                        </p:tav>
                                        <p:tav tm="100000">
                                          <p:val>
                                            <p:strVal val="#ppt_x"/>
                                          </p:val>
                                        </p:tav>
                                      </p:tavLst>
                                    </p:anim>
                                    <p:anim calcmode="lin" valueType="num">
                                      <p:cBhvr>
                                        <p:cTn id="8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12"/>
                                        </p:tgtEl>
                                        <p:attrNameLst>
                                          <p:attrName>style.visibility</p:attrName>
                                        </p:attrNameLst>
                                      </p:cBhvr>
                                      <p:to>
                                        <p:strVal val="visible"/>
                                      </p:to>
                                    </p:set>
                                    <p:animEffect transition="in" filter="fade">
                                      <p:cBhvr>
                                        <p:cTn id="86" dur="1000"/>
                                        <p:tgtEl>
                                          <p:spTgt spid="12"/>
                                        </p:tgtEl>
                                      </p:cBhvr>
                                    </p:animEffect>
                                    <p:anim calcmode="lin" valueType="num">
                                      <p:cBhvr>
                                        <p:cTn id="87" dur="1000" fill="hold"/>
                                        <p:tgtEl>
                                          <p:spTgt spid="12"/>
                                        </p:tgtEl>
                                        <p:attrNameLst>
                                          <p:attrName>ppt_x</p:attrName>
                                        </p:attrNameLst>
                                      </p:cBhvr>
                                      <p:tavLst>
                                        <p:tav tm="0">
                                          <p:val>
                                            <p:strVal val="#ppt_x"/>
                                          </p:val>
                                        </p:tav>
                                        <p:tav tm="100000">
                                          <p:val>
                                            <p:strVal val="#ppt_x"/>
                                          </p:val>
                                        </p:tav>
                                      </p:tavLst>
                                    </p:anim>
                                    <p:anim calcmode="lin" valueType="num">
                                      <p:cBhvr>
                                        <p:cTn id="8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5" grpId="0"/>
      <p:bldP spid="21" grpId="0" animBg="1"/>
      <p:bldP spid="3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2"/>
          <p:cNvSpPr>
            <a:spLocks noChangeArrowheads="1"/>
          </p:cNvSpPr>
          <p:nvPr/>
        </p:nvSpPr>
        <p:spPr bwMode="auto">
          <a:xfrm>
            <a:off x="762000" y="188913"/>
            <a:ext cx="72374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1.</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2.6  </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帕塞瓦尔</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a:t>
            </a:r>
            <a:r>
              <a:rPr kumimoji="1" lang="en-US" altLang="zh-CN" sz="3200" b="1" i="0" u="none" strike="noStrike" kern="1200" cap="none" spc="0" normalizeH="0" baseline="0" noProof="0" dirty="0" err="1">
                <a:ln>
                  <a:noFill/>
                </a:ln>
                <a:solidFill>
                  <a:srgbClr val="993300"/>
                </a:solidFill>
                <a:effectLst/>
                <a:uLnTx/>
                <a:uFillTx/>
                <a:latin typeface="Times New Roman" panose="02020603050405020304" pitchFamily="18" charset="0"/>
                <a:ea typeface="楷体_GB2312" pitchFamily="49" charset="-122"/>
                <a:cs typeface="+mn-cs"/>
              </a:rPr>
              <a:t>Parseval</a:t>
            </a:r>
            <a:r>
              <a:rPr kumimoji="1" lang="en-US" altLang="zh-CN"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a:t>
            </a:r>
            <a:r>
              <a:rPr kumimoji="1" lang="zh-CN" altLang="en-US" sz="3200" b="1" i="0" u="none" strike="noStrike" kern="1200" cap="none" spc="0" normalizeH="0" baseline="0" noProof="0" dirty="0">
                <a:ln>
                  <a:noFill/>
                </a:ln>
                <a:solidFill>
                  <a:srgbClr val="993300"/>
                </a:solidFill>
                <a:effectLst/>
                <a:uLnTx/>
                <a:uFillTx/>
                <a:latin typeface="Times New Roman" panose="02020603050405020304" pitchFamily="18" charset="0"/>
                <a:ea typeface="楷体_GB2312" pitchFamily="49" charset="-122"/>
                <a:cs typeface="+mn-cs"/>
              </a:rPr>
              <a:t>定理</a:t>
            </a:r>
          </a:p>
        </p:txBody>
      </p:sp>
      <p:graphicFrame>
        <p:nvGraphicFramePr>
          <p:cNvPr id="3" name="对象 1"/>
          <p:cNvGraphicFramePr>
            <a:graphicFrameLocks noChangeAspect="1"/>
          </p:cNvGraphicFramePr>
          <p:nvPr/>
        </p:nvGraphicFramePr>
        <p:xfrm>
          <a:off x="1155383" y="990600"/>
          <a:ext cx="6309360" cy="992772"/>
        </p:xfrm>
        <a:graphic>
          <a:graphicData uri="http://schemas.openxmlformats.org/presentationml/2006/ole">
            <mc:AlternateContent xmlns:mc="http://schemas.openxmlformats.org/markup-compatibility/2006">
              <mc:Choice xmlns:v="urn:schemas-microsoft-com:vml" Requires="v">
                <p:oleObj name="Equation" r:id="rId2" imgW="2743200" imgH="431640" progId="Equation.DSMT4">
                  <p:embed/>
                </p:oleObj>
              </mc:Choice>
              <mc:Fallback>
                <p:oleObj name="Equation" r:id="rId2" imgW="2743200" imgH="431640" progId="Equation.DSMT4">
                  <p:embed/>
                  <p:pic>
                    <p:nvPicPr>
                      <p:cNvPr id="3" name="对象 1"/>
                      <p:cNvPicPr>
                        <a:picLocks noChangeAspect="1" noChangeArrowheads="1"/>
                      </p:cNvPicPr>
                      <p:nvPr/>
                    </p:nvPicPr>
                    <p:blipFill>
                      <a:blip r:embed="rId3"/>
                      <a:srcRect/>
                      <a:stretch>
                        <a:fillRect/>
                      </a:stretch>
                    </p:blipFill>
                    <p:spPr bwMode="auto">
                      <a:xfrm>
                        <a:off x="1155383" y="990600"/>
                        <a:ext cx="630936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2"/>
          <p:cNvSpPr txBox="1">
            <a:spLocks noChangeArrowheads="1"/>
          </p:cNvSpPr>
          <p:nvPr/>
        </p:nvSpPr>
        <p:spPr bwMode="auto">
          <a:xfrm>
            <a:off x="1135063" y="2219980"/>
            <a:ext cx="77803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err="1">
                <a:ln>
                  <a:noFill/>
                </a:ln>
                <a:solidFill>
                  <a:srgbClr val="0066FF"/>
                </a:solidFill>
                <a:effectLst/>
                <a:uLnTx/>
                <a:uFillTx/>
                <a:latin typeface="Times New Roman" panose="02020603050405020304" pitchFamily="18" charset="0"/>
                <a:ea typeface="宋体"/>
                <a:cs typeface="Times New Roman" panose="02020603050405020304" pitchFamily="18" charset="0"/>
              </a:rPr>
              <a:t>Parseval</a:t>
            </a:r>
            <a:r>
              <a:rPr kumimoji="1" lang="en-US" altLang="zh-CN" sz="2800" b="1" i="0" u="none" strike="noStrike" kern="1200" cap="none" spc="0" normalizeH="0" baseline="0" noProof="0" dirty="0">
                <a:ln>
                  <a:noFill/>
                </a:ln>
                <a:solidFill>
                  <a:srgbClr val="0066FF"/>
                </a:solidFill>
                <a:effectLst/>
                <a:uLnTx/>
                <a:uFillTx/>
                <a:latin typeface="Times New Roman" panose="02020603050405020304" pitchFamily="18" charset="0"/>
                <a:ea typeface="宋体"/>
                <a:cs typeface="Times New Roman" panose="02020603050405020304" pitchFamily="18" charset="0"/>
              </a:rPr>
              <a:t> </a:t>
            </a:r>
            <a:r>
              <a:rPr kumimoji="1" lang="zh-CN" altLang="en-US" sz="2800" b="1" i="0" u="none" strike="noStrike" kern="1200" cap="none" spc="0" normalizeH="0" baseline="0" noProof="0" dirty="0">
                <a:ln>
                  <a:noFill/>
                </a:ln>
                <a:solidFill>
                  <a:srgbClr val="0066FF"/>
                </a:solidFill>
                <a:effectLst/>
                <a:uLnTx/>
                <a:uFillTx/>
                <a:latin typeface="Times New Roman" panose="02020603050405020304" pitchFamily="18" charset="0"/>
                <a:ea typeface="宋体"/>
                <a:cs typeface="Times New Roman" panose="02020603050405020304" pitchFamily="18" charset="0"/>
              </a:rPr>
              <a:t>定理一个很重要的应用是计算序列能量</a:t>
            </a:r>
          </a:p>
        </p:txBody>
      </p:sp>
      <p:graphicFrame>
        <p:nvGraphicFramePr>
          <p:cNvPr id="8" name="对象 5"/>
          <p:cNvGraphicFramePr>
            <a:graphicFrameLocks noChangeAspect="1"/>
          </p:cNvGraphicFramePr>
          <p:nvPr/>
        </p:nvGraphicFramePr>
        <p:xfrm>
          <a:off x="1295400" y="3183135"/>
          <a:ext cx="4784832" cy="1035936"/>
        </p:xfrm>
        <a:graphic>
          <a:graphicData uri="http://schemas.openxmlformats.org/presentationml/2006/ole">
            <mc:AlternateContent xmlns:mc="http://schemas.openxmlformats.org/markup-compatibility/2006">
              <mc:Choice xmlns:v="urn:schemas-microsoft-com:vml" Requires="v">
                <p:oleObj name="Equation" r:id="rId4" imgW="1993680" imgH="431640" progId="Equation.DSMT4">
                  <p:embed/>
                </p:oleObj>
              </mc:Choice>
              <mc:Fallback>
                <p:oleObj name="Equation" r:id="rId4" imgW="1993680" imgH="431640" progId="Equation.DSMT4">
                  <p:embed/>
                  <p:pic>
                    <p:nvPicPr>
                      <p:cNvPr id="8" name="对象 5"/>
                      <p:cNvPicPr>
                        <a:picLocks noChangeAspect="1" noChangeArrowheads="1"/>
                      </p:cNvPicPr>
                      <p:nvPr/>
                    </p:nvPicPr>
                    <p:blipFill>
                      <a:blip r:embed="rId5"/>
                      <a:srcRect/>
                      <a:stretch>
                        <a:fillRect/>
                      </a:stretch>
                    </p:blipFill>
                    <p:spPr bwMode="auto">
                      <a:xfrm>
                        <a:off x="1295400" y="3183135"/>
                        <a:ext cx="4784832" cy="103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6"/>
          <p:cNvSpPr>
            <a:spLocks noChangeArrowheads="1"/>
          </p:cNvSpPr>
          <p:nvPr/>
        </p:nvSpPr>
        <p:spPr bwMode="auto">
          <a:xfrm>
            <a:off x="990600" y="4648200"/>
            <a:ext cx="73981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时域中对序列求能量与频域中求能量是一致的</a:t>
            </a:r>
          </a:p>
        </p:txBody>
      </p:sp>
      <p:sp>
        <p:nvSpPr>
          <p:cNvPr id="10" name="矩形 9"/>
          <p:cNvSpPr/>
          <p:nvPr/>
        </p:nvSpPr>
        <p:spPr>
          <a:xfrm>
            <a:off x="6621220" y="3362980"/>
            <a:ext cx="8130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8100192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76284" y="0"/>
            <a:ext cx="1420582" cy="5847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作业题</a:t>
            </a:r>
            <a:endParaRPr kumimoji="0"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矩形 9"/>
          <p:cNvSpPr/>
          <p:nvPr/>
        </p:nvSpPr>
        <p:spPr>
          <a:xfrm>
            <a:off x="476284" y="1828800"/>
            <a:ext cx="4690708" cy="523220"/>
          </a:xfrm>
          <a:prstGeom prst="rect">
            <a:avLst/>
          </a:prstGeom>
        </p:spPr>
        <p:txBody>
          <a:bodyPr wrap="none">
            <a:spAutoFit/>
          </a:bodyPr>
          <a:lstStyle/>
          <a:p>
            <a:pPr lvl="0">
              <a:defRPr/>
            </a:pPr>
            <a:r>
              <a:rPr lang="en-US" altLang="zh-CN" b="1" kern="0" dirty="0">
                <a:solidFill>
                  <a:srgbClr val="000000"/>
                </a:solidFill>
                <a:cs typeface="Times New Roman" panose="02020603050405020304" pitchFamily="18" charset="0"/>
              </a:rPr>
              <a:t>1.3 </a:t>
            </a:r>
            <a:r>
              <a:rPr lang="zh-CN" altLang="en-US" b="1" kern="0" dirty="0">
                <a:solidFill>
                  <a:srgbClr val="000000"/>
                </a:solidFill>
                <a:cs typeface="Times New Roman" panose="02020603050405020304" pitchFamily="18" charset="0"/>
              </a:rPr>
              <a:t>试画出如下序列的波形。</a:t>
            </a:r>
            <a:endParaRPr kumimoji="0" lang="zh-CN" altLang="en-US" b="0" i="0" u="none" strike="noStrike" kern="1200" cap="none" spc="0" normalizeH="0" baseline="0" noProof="0" dirty="0">
              <a:ln>
                <a:noFill/>
              </a:ln>
              <a:solidFill>
                <a:srgbClr val="000000"/>
              </a:solidFill>
              <a:effectLst/>
              <a:uLnTx/>
              <a:uFillTx/>
            </a:endParaRPr>
          </a:p>
        </p:txBody>
      </p:sp>
      <p:sp>
        <p:nvSpPr>
          <p:cNvPr id="16" name="Rectangle 2"/>
          <p:cNvSpPr txBox="1">
            <a:spLocks noChangeArrowheads="1"/>
          </p:cNvSpPr>
          <p:nvPr/>
        </p:nvSpPr>
        <p:spPr bwMode="auto">
          <a:xfrm>
            <a:off x="476284" y="569916"/>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宋体" pitchFamily="2" charset="-122"/>
                <a:ea typeface="宋体" pitchFamily="2" charset="-122"/>
              </a:defRPr>
            </a:lvl2pPr>
            <a:lvl3pPr algn="ctr" rtl="0" eaLnBrk="0" fontAlgn="base" hangingPunct="0">
              <a:spcBef>
                <a:spcPct val="0"/>
              </a:spcBef>
              <a:spcAft>
                <a:spcPct val="0"/>
              </a:spcAft>
              <a:defRPr sz="4000" b="1">
                <a:solidFill>
                  <a:schemeClr val="tx2"/>
                </a:solidFill>
                <a:latin typeface="宋体" pitchFamily="2" charset="-122"/>
                <a:ea typeface="宋体" pitchFamily="2" charset="-122"/>
              </a:defRPr>
            </a:lvl3pPr>
            <a:lvl4pPr algn="ctr" rtl="0" eaLnBrk="0" fontAlgn="base" hangingPunct="0">
              <a:spcBef>
                <a:spcPct val="0"/>
              </a:spcBef>
              <a:spcAft>
                <a:spcPct val="0"/>
              </a:spcAft>
              <a:defRPr sz="4000" b="1">
                <a:solidFill>
                  <a:schemeClr val="tx2"/>
                </a:solidFill>
                <a:latin typeface="宋体" pitchFamily="2" charset="-122"/>
                <a:ea typeface="宋体" pitchFamily="2" charset="-122"/>
              </a:defRPr>
            </a:lvl4pPr>
            <a:lvl5pPr algn="ctr" rtl="0" eaLnBrk="0" fontAlgn="base" hangingPunct="0">
              <a:spcBef>
                <a:spcPct val="0"/>
              </a:spcBef>
              <a:spcAft>
                <a:spcPct val="0"/>
              </a:spcAft>
              <a:defRPr sz="4000" b="1">
                <a:solidFill>
                  <a:schemeClr val="tx2"/>
                </a:solidFill>
                <a:latin typeface="宋体" pitchFamily="2" charset="-122"/>
                <a:ea typeface="宋体" pitchFamily="2" charset="-122"/>
              </a:defRPr>
            </a:lvl5pPr>
            <a:lvl6pPr marL="457200" algn="ctr" rtl="0" fontAlgn="base">
              <a:spcBef>
                <a:spcPct val="0"/>
              </a:spcBef>
              <a:spcAft>
                <a:spcPct val="0"/>
              </a:spcAft>
              <a:defRPr sz="4000" b="1">
                <a:solidFill>
                  <a:schemeClr val="tx2"/>
                </a:solidFill>
                <a:latin typeface="宋体" pitchFamily="2" charset="-122"/>
                <a:ea typeface="宋体" pitchFamily="2" charset="-122"/>
              </a:defRPr>
            </a:lvl6pPr>
            <a:lvl7pPr marL="914400" algn="ctr" rtl="0" fontAlgn="base">
              <a:spcBef>
                <a:spcPct val="0"/>
              </a:spcBef>
              <a:spcAft>
                <a:spcPct val="0"/>
              </a:spcAft>
              <a:defRPr sz="4000" b="1">
                <a:solidFill>
                  <a:schemeClr val="tx2"/>
                </a:solidFill>
                <a:latin typeface="宋体" pitchFamily="2" charset="-122"/>
                <a:ea typeface="宋体" pitchFamily="2" charset="-122"/>
              </a:defRPr>
            </a:lvl7pPr>
            <a:lvl8pPr marL="1371600" algn="ctr" rtl="0" fontAlgn="base">
              <a:spcBef>
                <a:spcPct val="0"/>
              </a:spcBef>
              <a:spcAft>
                <a:spcPct val="0"/>
              </a:spcAft>
              <a:defRPr sz="4000" b="1">
                <a:solidFill>
                  <a:schemeClr val="tx2"/>
                </a:solidFill>
                <a:latin typeface="宋体" pitchFamily="2" charset="-122"/>
                <a:ea typeface="宋体" pitchFamily="2" charset="-122"/>
              </a:defRPr>
            </a:lvl8pPr>
            <a:lvl9pPr marL="1828800" algn="ctr" rtl="0" fontAlgn="base">
              <a:spcBef>
                <a:spcPct val="0"/>
              </a:spcBef>
              <a:spcAft>
                <a:spcPct val="0"/>
              </a:spcAft>
              <a:defRPr sz="4000" b="1">
                <a:solidFill>
                  <a:schemeClr val="tx2"/>
                </a:solidFill>
                <a:latin typeface="宋体" pitchFamily="2" charset="-122"/>
                <a:ea typeface="宋体" pitchFamily="2" charset="-122"/>
              </a:defRPr>
            </a:lvl9pPr>
          </a:lstStyle>
          <a:p>
            <a:pPr lvl="0" algn="l" eaLnBrk="1" hangingPunct="1"/>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a:cs typeface="Times New Roman" panose="02020603050405020304" pitchFamily="18" charset="0"/>
              </a:rPr>
              <a:t>1.1 </a:t>
            </a:r>
            <a:r>
              <a:rPr lang="zh-CN" altLang="en-US" sz="2800" kern="0" dirty="0">
                <a:solidFill>
                  <a:srgbClr val="000000"/>
                </a:solidFill>
                <a:latin typeface="Times New Roman" panose="02020603050405020304" pitchFamily="18" charset="0"/>
                <a:ea typeface="宋体"/>
                <a:cs typeface="Times New Roman" panose="02020603050405020304" pitchFamily="18" charset="0"/>
              </a:rPr>
              <a:t>试画出</a:t>
            </a:r>
            <a:r>
              <a:rPr lang="zh-CN" altLang="en-US" sz="2800" kern="0" dirty="0">
                <a:solidFill>
                  <a:srgbClr val="000000"/>
                </a:solidFill>
                <a:latin typeface="宋体"/>
                <a:ea typeface="宋体"/>
              </a:rPr>
              <a:t>正弦序列          的波形，它是不是</a:t>
            </a:r>
            <a:endParaRPr lang="en-US" altLang="zh-CN" sz="2800" kern="0" dirty="0">
              <a:solidFill>
                <a:srgbClr val="000000"/>
              </a:solidFill>
              <a:latin typeface="宋体"/>
              <a:ea typeface="宋体"/>
            </a:endParaRPr>
          </a:p>
          <a:p>
            <a:pPr lvl="0" algn="l" eaLnBrk="1" hangingPunct="1">
              <a:spcBef>
                <a:spcPts val="1200"/>
              </a:spcBef>
            </a:pPr>
            <a:r>
              <a:rPr kumimoji="0" lang="en-US" altLang="zh-CN" sz="2800" b="1" i="0" u="none" strike="noStrike" kern="0" cap="none" spc="0" normalizeH="0" baseline="0" noProof="0" dirty="0">
                <a:ln>
                  <a:noFill/>
                </a:ln>
                <a:solidFill>
                  <a:srgbClr val="000000"/>
                </a:solidFill>
                <a:effectLst/>
                <a:uLnTx/>
                <a:uFillTx/>
                <a:latin typeface="宋体"/>
                <a:ea typeface="宋体"/>
              </a:rPr>
              <a:t>   </a:t>
            </a:r>
            <a:r>
              <a:rPr kumimoji="0" lang="zh-CN" altLang="en-US" sz="2800" b="1" i="0" u="none" strike="noStrike" kern="0" cap="none" spc="0" normalizeH="0" baseline="0" noProof="0" dirty="0">
                <a:ln>
                  <a:noFill/>
                </a:ln>
                <a:solidFill>
                  <a:srgbClr val="000000"/>
                </a:solidFill>
                <a:effectLst/>
                <a:uLnTx/>
                <a:uFillTx/>
                <a:latin typeface="宋体"/>
                <a:ea typeface="宋体"/>
              </a:rPr>
              <a:t>一个周期序列？若是，其周期长度是多少？</a:t>
            </a:r>
            <a:endParaRPr kumimoji="0" lang="en-US" altLang="zh-CN" sz="2800" b="1" i="0" u="none" strike="noStrike" kern="0" cap="none" spc="0" normalizeH="0" baseline="0" noProof="0" dirty="0">
              <a:ln>
                <a:noFill/>
              </a:ln>
              <a:solidFill>
                <a:srgbClr val="000000"/>
              </a:solidFill>
              <a:effectLst/>
              <a:uLnTx/>
              <a:uFillTx/>
              <a:latin typeface="宋体"/>
              <a:ea typeface="宋体"/>
            </a:endParaRPr>
          </a:p>
        </p:txBody>
      </p:sp>
      <p:graphicFrame>
        <p:nvGraphicFramePr>
          <p:cNvPr id="17" name="对象 1"/>
          <p:cNvGraphicFramePr>
            <a:graphicFrameLocks noChangeAspect="1"/>
          </p:cNvGraphicFramePr>
          <p:nvPr>
            <p:extLst>
              <p:ext uri="{D42A27DB-BD31-4B8C-83A1-F6EECF244321}">
                <p14:modId xmlns:p14="http://schemas.microsoft.com/office/powerpoint/2010/main" val="3056919284"/>
              </p:ext>
            </p:extLst>
          </p:nvPr>
        </p:nvGraphicFramePr>
        <p:xfrm>
          <a:off x="3704063" y="337458"/>
          <a:ext cx="1706138" cy="974938"/>
        </p:xfrm>
        <a:graphic>
          <a:graphicData uri="http://schemas.openxmlformats.org/presentationml/2006/ole">
            <mc:AlternateContent xmlns:mc="http://schemas.openxmlformats.org/markup-compatibility/2006">
              <mc:Choice xmlns:v="urn:schemas-microsoft-com:vml" Requires="v">
                <p:oleObj name="Equation" r:id="rId2" imgW="710891" imgH="406224" progId="Equation.DSMT4">
                  <p:embed/>
                </p:oleObj>
              </mc:Choice>
              <mc:Fallback>
                <p:oleObj name="Equation" r:id="rId2" imgW="710891" imgH="406224" progId="Equation.DSMT4">
                  <p:embed/>
                  <p:pic>
                    <p:nvPicPr>
                      <p:cNvPr id="2868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4063" y="337458"/>
                        <a:ext cx="1706138" cy="97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
          <p:cNvGraphicFramePr>
            <a:graphicFrameLocks noChangeAspect="1"/>
          </p:cNvGraphicFramePr>
          <p:nvPr>
            <p:extLst>
              <p:ext uri="{D42A27DB-BD31-4B8C-83A1-F6EECF244321}">
                <p14:modId xmlns:p14="http://schemas.microsoft.com/office/powerpoint/2010/main" val="2889904040"/>
              </p:ext>
            </p:extLst>
          </p:nvPr>
        </p:nvGraphicFramePr>
        <p:xfrm>
          <a:off x="1089025" y="2386428"/>
          <a:ext cx="6988175" cy="465137"/>
        </p:xfrm>
        <a:graphic>
          <a:graphicData uri="http://schemas.openxmlformats.org/presentationml/2006/ole">
            <mc:AlternateContent xmlns:mc="http://schemas.openxmlformats.org/markup-compatibility/2006">
              <mc:Choice xmlns:v="urn:schemas-microsoft-com:vml" Requires="v">
                <p:oleObj name="Equation" r:id="rId4" imgW="3060360" imgH="203040" progId="Equation.DSMT4">
                  <p:embed/>
                </p:oleObj>
              </mc:Choice>
              <mc:Fallback>
                <p:oleObj name="Equation" r:id="rId4" imgW="3060360" imgH="203040" progId="Equation.DSMT4">
                  <p:embed/>
                  <p:pic>
                    <p:nvPicPr>
                      <p:cNvPr id="30724" name="对象 1"/>
                      <p:cNvPicPr>
                        <a:picLocks noChangeAspect="1" noChangeArrowheads="1"/>
                      </p:cNvPicPr>
                      <p:nvPr/>
                    </p:nvPicPr>
                    <p:blipFill>
                      <a:blip r:embed="rId5"/>
                      <a:srcRect/>
                      <a:stretch>
                        <a:fillRect/>
                      </a:stretch>
                    </p:blipFill>
                    <p:spPr bwMode="auto">
                      <a:xfrm>
                        <a:off x="1089025" y="2386428"/>
                        <a:ext cx="69881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
          <p:cNvGraphicFramePr>
            <a:graphicFrameLocks noChangeAspect="1"/>
          </p:cNvGraphicFramePr>
          <p:nvPr>
            <p:extLst>
              <p:ext uri="{D42A27DB-BD31-4B8C-83A1-F6EECF244321}">
                <p14:modId xmlns:p14="http://schemas.microsoft.com/office/powerpoint/2010/main" val="2541586022"/>
              </p:ext>
            </p:extLst>
          </p:nvPr>
        </p:nvGraphicFramePr>
        <p:xfrm>
          <a:off x="1103992" y="2921415"/>
          <a:ext cx="2520950" cy="552450"/>
        </p:xfrm>
        <a:graphic>
          <a:graphicData uri="http://schemas.openxmlformats.org/presentationml/2006/ole">
            <mc:AlternateContent xmlns:mc="http://schemas.openxmlformats.org/markup-compatibility/2006">
              <mc:Choice xmlns:v="urn:schemas-microsoft-com:vml" Requires="v">
                <p:oleObj name="Equation" r:id="rId6" imgW="1104840" imgH="241200" progId="Equation.DSMT4">
                  <p:embed/>
                </p:oleObj>
              </mc:Choice>
              <mc:Fallback>
                <p:oleObj name="Equation" r:id="rId6" imgW="1104840" imgH="241200" progId="Equation.DSMT4">
                  <p:embed/>
                  <p:pic>
                    <p:nvPicPr>
                      <p:cNvPr id="31747" name="对象 1"/>
                      <p:cNvPicPr>
                        <a:picLocks noChangeAspect="1" noChangeArrowheads="1"/>
                      </p:cNvPicPr>
                      <p:nvPr/>
                    </p:nvPicPr>
                    <p:blipFill>
                      <a:blip r:embed="rId7"/>
                      <a:srcRect/>
                      <a:stretch>
                        <a:fillRect/>
                      </a:stretch>
                    </p:blipFill>
                    <p:spPr bwMode="auto">
                      <a:xfrm>
                        <a:off x="1103992" y="2921415"/>
                        <a:ext cx="252095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矩形 19"/>
          <p:cNvSpPr/>
          <p:nvPr/>
        </p:nvSpPr>
        <p:spPr>
          <a:xfrm>
            <a:off x="457200" y="2310267"/>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21" name="矩形 20"/>
          <p:cNvSpPr/>
          <p:nvPr/>
        </p:nvSpPr>
        <p:spPr>
          <a:xfrm>
            <a:off x="457200" y="2911929"/>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22" name="矩形 21"/>
          <p:cNvSpPr/>
          <p:nvPr/>
        </p:nvSpPr>
        <p:spPr>
          <a:xfrm>
            <a:off x="457200" y="3581400"/>
            <a:ext cx="8095486" cy="523220"/>
          </a:xfrm>
          <a:prstGeom prst="rect">
            <a:avLst/>
          </a:prstGeom>
        </p:spPr>
        <p:txBody>
          <a:bodyPr wrap="none">
            <a:spAutoFit/>
          </a:bodyPr>
          <a:lstStyle/>
          <a:p>
            <a:pPr lvl="0">
              <a:defRPr/>
            </a:pP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1.5 </a:t>
            </a:r>
            <a:r>
              <a:rPr lang="zh-CN" altLang="en-US" b="1" dirty="0">
                <a:solidFill>
                  <a:prstClr val="black"/>
                </a:solidFill>
                <a:cs typeface="Times New Roman" panose="02020603050405020304" pitchFamily="18" charset="0"/>
              </a:rPr>
              <a:t>求以下序列的</a:t>
            </a:r>
            <a:r>
              <a:rPr lang="en-US" altLang="zh-CN" b="1" dirty="0">
                <a:solidFill>
                  <a:prstClr val="black"/>
                </a:solidFill>
                <a:cs typeface="Times New Roman" panose="02020603050405020304" pitchFamily="18" charset="0"/>
              </a:rPr>
              <a:t>z</a:t>
            </a:r>
            <a:r>
              <a:rPr lang="zh-CN" altLang="en-US" b="1" dirty="0">
                <a:solidFill>
                  <a:prstClr val="black"/>
                </a:solidFill>
                <a:cs typeface="Times New Roman" panose="02020603050405020304" pitchFamily="18" charset="0"/>
              </a:rPr>
              <a:t>变换、收敛域及零极点分布图。</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矩形 22"/>
          <p:cNvSpPr/>
          <p:nvPr/>
        </p:nvSpPr>
        <p:spPr>
          <a:xfrm>
            <a:off x="468767" y="4085758"/>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4" name="矩形 23"/>
          <p:cNvSpPr/>
          <p:nvPr/>
        </p:nvSpPr>
        <p:spPr>
          <a:xfrm>
            <a:off x="460140" y="4658380"/>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3501288652"/>
              </p:ext>
            </p:extLst>
          </p:nvPr>
        </p:nvGraphicFramePr>
        <p:xfrm>
          <a:off x="1066800" y="4619158"/>
          <a:ext cx="2346624" cy="548640"/>
        </p:xfrm>
        <a:graphic>
          <a:graphicData uri="http://schemas.openxmlformats.org/presentationml/2006/ole">
            <mc:AlternateContent xmlns:mc="http://schemas.openxmlformats.org/markup-compatibility/2006">
              <mc:Choice xmlns:v="urn:schemas-microsoft-com:vml" Requires="v">
                <p:oleObj name="Equation" r:id="rId8" imgW="977760" imgH="228600" progId="Equation.DSMT4">
                  <p:embed/>
                </p:oleObj>
              </mc:Choice>
              <mc:Fallback>
                <p:oleObj name="Equation" r:id="rId8" imgW="977760" imgH="228600" progId="Equation.DSMT4">
                  <p:embed/>
                  <p:pic>
                    <p:nvPicPr>
                      <p:cNvPr id="15" name="对象 14"/>
                      <p:cNvPicPr>
                        <a:picLocks noChangeAspect="1" noChangeArrowheads="1"/>
                      </p:cNvPicPr>
                      <p:nvPr/>
                    </p:nvPicPr>
                    <p:blipFill>
                      <a:blip r:embed="rId9"/>
                      <a:srcRect/>
                      <a:stretch>
                        <a:fillRect/>
                      </a:stretch>
                    </p:blipFill>
                    <p:spPr bwMode="auto">
                      <a:xfrm>
                        <a:off x="1066800" y="4619158"/>
                        <a:ext cx="2346624"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810612693"/>
              </p:ext>
            </p:extLst>
          </p:nvPr>
        </p:nvGraphicFramePr>
        <p:xfrm>
          <a:off x="1066800" y="4106395"/>
          <a:ext cx="1401408" cy="548640"/>
        </p:xfrm>
        <a:graphic>
          <a:graphicData uri="http://schemas.openxmlformats.org/presentationml/2006/ole">
            <mc:AlternateContent xmlns:mc="http://schemas.openxmlformats.org/markup-compatibility/2006">
              <mc:Choice xmlns:v="urn:schemas-microsoft-com:vml" Requires="v">
                <p:oleObj name="Equation" r:id="rId10" imgW="583920" imgH="228600" progId="Equation.DSMT4">
                  <p:embed/>
                </p:oleObj>
              </mc:Choice>
              <mc:Fallback>
                <p:oleObj name="Equation" r:id="rId10" imgW="583920" imgH="228600" progId="Equation.DSMT4">
                  <p:embed/>
                  <p:pic>
                    <p:nvPicPr>
                      <p:cNvPr id="26" name="对象 25"/>
                      <p:cNvPicPr>
                        <a:picLocks noChangeAspect="1" noChangeArrowheads="1"/>
                      </p:cNvPicPr>
                      <p:nvPr/>
                    </p:nvPicPr>
                    <p:blipFill>
                      <a:blip r:embed="rId11"/>
                      <a:srcRect/>
                      <a:stretch>
                        <a:fillRect/>
                      </a:stretch>
                    </p:blipFill>
                    <p:spPr bwMode="auto">
                      <a:xfrm>
                        <a:off x="1066800" y="4106395"/>
                        <a:ext cx="1401408"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p:cNvSpPr/>
          <p:nvPr/>
        </p:nvSpPr>
        <p:spPr>
          <a:xfrm>
            <a:off x="443627" y="5257800"/>
            <a:ext cx="449995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1.8</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求以下函数的逆</a:t>
            </a:r>
            <a:r>
              <a:rPr kumimoji="0"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z</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变换。</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 name="矩形 27"/>
          <p:cNvSpPr/>
          <p:nvPr/>
        </p:nvSpPr>
        <p:spPr>
          <a:xfrm>
            <a:off x="433581" y="5850592"/>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aphicFrame>
        <p:nvGraphicFramePr>
          <p:cNvPr id="29" name="对象 2"/>
          <p:cNvGraphicFramePr>
            <a:graphicFrameLocks noChangeAspect="1"/>
          </p:cNvGraphicFramePr>
          <p:nvPr>
            <p:extLst>
              <p:ext uri="{D42A27DB-BD31-4B8C-83A1-F6EECF244321}">
                <p14:modId xmlns:p14="http://schemas.microsoft.com/office/powerpoint/2010/main" val="2666434014"/>
              </p:ext>
            </p:extLst>
          </p:nvPr>
        </p:nvGraphicFramePr>
        <p:xfrm>
          <a:off x="1187450" y="5638800"/>
          <a:ext cx="4527550" cy="963612"/>
        </p:xfrm>
        <a:graphic>
          <a:graphicData uri="http://schemas.openxmlformats.org/presentationml/2006/ole">
            <mc:AlternateContent xmlns:mc="http://schemas.openxmlformats.org/markup-compatibility/2006">
              <mc:Choice xmlns:v="urn:schemas-microsoft-com:vml" Requires="v">
                <p:oleObj name="Equation" r:id="rId12" imgW="1968480" imgH="419040" progId="Equation.DSMT4">
                  <p:embed/>
                </p:oleObj>
              </mc:Choice>
              <mc:Fallback>
                <p:oleObj name="Equation" r:id="rId12" imgW="1968480" imgH="419040" progId="Equation.DSMT4">
                  <p:embed/>
                  <p:pic>
                    <p:nvPicPr>
                      <p:cNvPr id="24" name="对象 2"/>
                      <p:cNvPicPr>
                        <a:picLocks noChangeAspect="1" noChangeArrowheads="1"/>
                      </p:cNvPicPr>
                      <p:nvPr/>
                    </p:nvPicPr>
                    <p:blipFill>
                      <a:blip r:embed="rId13"/>
                      <a:srcRect/>
                      <a:stretch>
                        <a:fillRect/>
                      </a:stretch>
                    </p:blipFill>
                    <p:spPr bwMode="auto">
                      <a:xfrm>
                        <a:off x="1187450" y="5638800"/>
                        <a:ext cx="4527550"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07394693"/>
      </p:ext>
    </p:extLst>
  </p:cSld>
  <p:clrMapOvr>
    <a:masterClrMapping/>
  </p:clrMapOvr>
</p:sld>
</file>

<file path=ppt/theme/theme1.xml><?xml version="1.0" encoding="utf-8"?>
<a:theme xmlns:a="http://schemas.openxmlformats.org/drawingml/2006/main" name="DSP2024">
  <a:themeElements>
    <a:clrScheme name="自定义 1">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fontScheme name="Global">
      <a:majorFont>
        <a:latin typeface="Times New Roman"/>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SP2024" id="{2ABF3796-3E41-4290-A31C-6A48D2618A1B}" vid="{6234E74D-6E6B-44C7-B4DA-E202DD9AB676}"/>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lobal">
  <a:themeElements>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fontScheme name="Global">
      <a:majorFont>
        <a:latin typeface="Times New Roman"/>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infor</Template>
  <TotalTime>12603</TotalTime>
  <Words>2763</Words>
  <Application>Microsoft Office PowerPoint</Application>
  <PresentationFormat>全屏显示(4:3)</PresentationFormat>
  <Paragraphs>475</Paragraphs>
  <Slides>84</Slides>
  <Notes>0</Notes>
  <HiddenSlides>0</HiddenSlides>
  <MMClips>0</MMClips>
  <ScaleCrop>false</ScaleCrop>
  <HeadingPairs>
    <vt:vector size="8" baseType="variant">
      <vt:variant>
        <vt:lpstr>已用的字体</vt:lpstr>
      </vt:variant>
      <vt:variant>
        <vt:i4>10</vt:i4>
      </vt:variant>
      <vt:variant>
        <vt:lpstr>主题</vt:lpstr>
      </vt:variant>
      <vt:variant>
        <vt:i4>3</vt:i4>
      </vt:variant>
      <vt:variant>
        <vt:lpstr>嵌入 OLE 服务器</vt:lpstr>
      </vt:variant>
      <vt:variant>
        <vt:i4>1</vt:i4>
      </vt:variant>
      <vt:variant>
        <vt:lpstr>幻灯片标题</vt:lpstr>
      </vt:variant>
      <vt:variant>
        <vt:i4>84</vt:i4>
      </vt:variant>
    </vt:vector>
  </HeadingPairs>
  <TitlesOfParts>
    <vt:vector size="98" baseType="lpstr">
      <vt:lpstr>等线</vt:lpstr>
      <vt:lpstr>等线 Light</vt:lpstr>
      <vt:lpstr>楷体_GB2312</vt:lpstr>
      <vt:lpstr>宋体</vt:lpstr>
      <vt:lpstr>Arial</vt:lpstr>
      <vt:lpstr>Cambria Math</vt:lpstr>
      <vt:lpstr>Symbol</vt:lpstr>
      <vt:lpstr>Tahoma</vt:lpstr>
      <vt:lpstr>Times New Roman</vt:lpstr>
      <vt:lpstr>Wingdings</vt:lpstr>
      <vt:lpstr>DSP2024</vt:lpstr>
      <vt:lpstr>自定义设计方案</vt:lpstr>
      <vt:lpstr>Global</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克琴 周</cp:lastModifiedBy>
  <cp:revision>983</cp:revision>
  <cp:lastPrinted>2024-09-24T01:38:54Z</cp:lastPrinted>
  <dcterms:created xsi:type="dcterms:W3CDTF">1601-01-01T00:00:00Z</dcterms:created>
  <dcterms:modified xsi:type="dcterms:W3CDTF">2025-03-02T16:22:04Z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