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0" r:id="rId1"/>
    <p:sldMasterId id="2147483785" r:id="rId2"/>
    <p:sldMasterId id="2147483800" r:id="rId3"/>
  </p:sldMasterIdLst>
  <p:notesMasterIdLst>
    <p:notesMasterId r:id="rId70"/>
  </p:notesMasterIdLst>
  <p:sldIdLst>
    <p:sldId id="387" r:id="rId4"/>
    <p:sldId id="531" r:id="rId5"/>
    <p:sldId id="532" r:id="rId6"/>
    <p:sldId id="533" r:id="rId7"/>
    <p:sldId id="534" r:id="rId8"/>
    <p:sldId id="360" r:id="rId9"/>
    <p:sldId id="535" r:id="rId10"/>
    <p:sldId id="439" r:id="rId11"/>
    <p:sldId id="536" r:id="rId12"/>
    <p:sldId id="537" r:id="rId13"/>
    <p:sldId id="538" r:id="rId14"/>
    <p:sldId id="539" r:id="rId15"/>
    <p:sldId id="540" r:id="rId16"/>
    <p:sldId id="541" r:id="rId17"/>
    <p:sldId id="542" r:id="rId18"/>
    <p:sldId id="543" r:id="rId19"/>
    <p:sldId id="544" r:id="rId20"/>
    <p:sldId id="545" r:id="rId21"/>
    <p:sldId id="546" r:id="rId22"/>
    <p:sldId id="547" r:id="rId23"/>
    <p:sldId id="548" r:id="rId24"/>
    <p:sldId id="549" r:id="rId25"/>
    <p:sldId id="550" r:id="rId26"/>
    <p:sldId id="551" r:id="rId27"/>
    <p:sldId id="552" r:id="rId28"/>
    <p:sldId id="553" r:id="rId29"/>
    <p:sldId id="554" r:id="rId30"/>
    <p:sldId id="555" r:id="rId31"/>
    <p:sldId id="556" r:id="rId32"/>
    <p:sldId id="558" r:id="rId33"/>
    <p:sldId id="559" r:id="rId34"/>
    <p:sldId id="560" r:id="rId35"/>
    <p:sldId id="561" r:id="rId36"/>
    <p:sldId id="562" r:id="rId37"/>
    <p:sldId id="597" r:id="rId38"/>
    <p:sldId id="563" r:id="rId39"/>
    <p:sldId id="389" r:id="rId40"/>
    <p:sldId id="565" r:id="rId41"/>
    <p:sldId id="566" r:id="rId42"/>
    <p:sldId id="567" r:id="rId43"/>
    <p:sldId id="568" r:id="rId44"/>
    <p:sldId id="569" r:id="rId45"/>
    <p:sldId id="570" r:id="rId46"/>
    <p:sldId id="571" r:id="rId47"/>
    <p:sldId id="572" r:id="rId48"/>
    <p:sldId id="573" r:id="rId49"/>
    <p:sldId id="574" r:id="rId50"/>
    <p:sldId id="575" r:id="rId51"/>
    <p:sldId id="576" r:id="rId52"/>
    <p:sldId id="577" r:id="rId53"/>
    <p:sldId id="578" r:id="rId54"/>
    <p:sldId id="579" r:id="rId55"/>
    <p:sldId id="580" r:id="rId56"/>
    <p:sldId id="581" r:id="rId57"/>
    <p:sldId id="582" r:id="rId58"/>
    <p:sldId id="583" r:id="rId59"/>
    <p:sldId id="584" r:id="rId60"/>
    <p:sldId id="585" r:id="rId61"/>
    <p:sldId id="590" r:id="rId62"/>
    <p:sldId id="591" r:id="rId63"/>
    <p:sldId id="592" r:id="rId64"/>
    <p:sldId id="596" r:id="rId65"/>
    <p:sldId id="593" r:id="rId66"/>
    <p:sldId id="594" r:id="rId67"/>
    <p:sldId id="510" r:id="rId68"/>
    <p:sldId id="595" r:id="rId69"/>
  </p:sldIdLst>
  <p:sldSz cx="9144000" cy="6858000" type="screen4x3"/>
  <p:notesSz cx="7102475" cy="10233025"/>
  <p:defaultTextStyle>
    <a:defPPr>
      <a:defRPr lang="zh-CN"/>
    </a:defPPr>
    <a:lvl1pPr algn="l" rtl="0" eaLnBrk="0" fontAlgn="base" hangingPunct="0">
      <a:spcBef>
        <a:spcPct val="0"/>
      </a:spcBef>
      <a:spcAft>
        <a:spcPct val="0"/>
      </a:spcAft>
      <a:defRPr kern="1200">
        <a:solidFill>
          <a:schemeClr val="tx1"/>
        </a:solidFill>
        <a:latin typeface="Arial" charset="0"/>
        <a:ea typeface="宋体" charset="-122"/>
        <a:cs typeface="+mn-cs"/>
      </a:defRPr>
    </a:lvl1pPr>
    <a:lvl2pPr marL="457200" algn="l" rtl="0" eaLnBrk="0" fontAlgn="base" hangingPunct="0">
      <a:spcBef>
        <a:spcPct val="0"/>
      </a:spcBef>
      <a:spcAft>
        <a:spcPct val="0"/>
      </a:spcAft>
      <a:defRPr kern="1200">
        <a:solidFill>
          <a:schemeClr val="tx1"/>
        </a:solidFill>
        <a:latin typeface="Arial" charset="0"/>
        <a:ea typeface="宋体" charset="-122"/>
        <a:cs typeface="+mn-cs"/>
      </a:defRPr>
    </a:lvl2pPr>
    <a:lvl3pPr marL="914400" algn="l" rtl="0" eaLnBrk="0" fontAlgn="base" hangingPunct="0">
      <a:spcBef>
        <a:spcPct val="0"/>
      </a:spcBef>
      <a:spcAft>
        <a:spcPct val="0"/>
      </a:spcAft>
      <a:defRPr kern="1200">
        <a:solidFill>
          <a:schemeClr val="tx1"/>
        </a:solidFill>
        <a:latin typeface="Arial" charset="0"/>
        <a:ea typeface="宋体" charset="-122"/>
        <a:cs typeface="+mn-cs"/>
      </a:defRPr>
    </a:lvl3pPr>
    <a:lvl4pPr marL="1371600" algn="l" rtl="0" eaLnBrk="0" fontAlgn="base" hangingPunct="0">
      <a:spcBef>
        <a:spcPct val="0"/>
      </a:spcBef>
      <a:spcAft>
        <a:spcPct val="0"/>
      </a:spcAft>
      <a:defRPr kern="1200">
        <a:solidFill>
          <a:schemeClr val="tx1"/>
        </a:solidFill>
        <a:latin typeface="Arial" charset="0"/>
        <a:ea typeface="宋体" charset="-122"/>
        <a:cs typeface="+mn-cs"/>
      </a:defRPr>
    </a:lvl4pPr>
    <a:lvl5pPr marL="1828800" algn="l" rtl="0" eaLnBrk="0" fontAlgn="base" hangingPunct="0">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FF0000"/>
    <a:srgbClr val="3A0DFB"/>
    <a:srgbClr val="800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20" autoAdjust="0"/>
    <p:restoredTop sz="93419" autoAdjust="0"/>
  </p:normalViewPr>
  <p:slideViewPr>
    <p:cSldViewPr>
      <p:cViewPr varScale="1">
        <p:scale>
          <a:sx n="77" d="100"/>
          <a:sy n="77" d="100"/>
        </p:scale>
        <p:origin x="1675"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3428"/>
          </a:xfrm>
          <a:prstGeom prst="rect">
            <a:avLst/>
          </a:prstGeom>
        </p:spPr>
        <p:txBody>
          <a:bodyPr vert="horz" lIns="99057" tIns="49528" rIns="99057" bIns="49528" rtlCol="0"/>
          <a:lstStyle>
            <a:lvl1pPr algn="l">
              <a:defRPr sz="1300">
                <a:latin typeface="Arial" panose="020B0604020202020204" pitchFamily="34" charset="0"/>
                <a:ea typeface="宋体" pitchFamily="2" charset="-122"/>
              </a:defRPr>
            </a:lvl1pPr>
          </a:lstStyle>
          <a:p>
            <a:pPr>
              <a:defRPr/>
            </a:pPr>
            <a:endParaRPr lang="zh-CN" altLang="en-US"/>
          </a:p>
        </p:txBody>
      </p:sp>
      <p:sp>
        <p:nvSpPr>
          <p:cNvPr id="3" name="Date Placeholder 2"/>
          <p:cNvSpPr>
            <a:spLocks noGrp="1"/>
          </p:cNvSpPr>
          <p:nvPr>
            <p:ph type="dt" idx="1"/>
          </p:nvPr>
        </p:nvSpPr>
        <p:spPr>
          <a:xfrm>
            <a:off x="4023092" y="0"/>
            <a:ext cx="3077739" cy="513428"/>
          </a:xfrm>
          <a:prstGeom prst="rect">
            <a:avLst/>
          </a:prstGeom>
        </p:spPr>
        <p:txBody>
          <a:bodyPr vert="horz" lIns="99057" tIns="49528" rIns="99057" bIns="49528" rtlCol="0"/>
          <a:lstStyle>
            <a:lvl1pPr algn="r">
              <a:defRPr sz="1300">
                <a:latin typeface="Arial" panose="020B0604020202020204" pitchFamily="34" charset="0"/>
                <a:ea typeface="宋体" pitchFamily="2" charset="-122"/>
              </a:defRPr>
            </a:lvl1pPr>
          </a:lstStyle>
          <a:p>
            <a:pPr>
              <a:defRPr/>
            </a:pPr>
            <a:fld id="{E3E2798C-E394-4985-BC0F-E7B3710BEA5C}" type="datetimeFigureOut">
              <a:rPr lang="zh-CN" altLang="en-US"/>
              <a:pPr>
                <a:defRPr/>
              </a:pPr>
              <a:t>2025/4/14</a:t>
            </a:fld>
            <a:endParaRPr lang="zh-CN" altLang="en-US"/>
          </a:p>
        </p:txBody>
      </p:sp>
      <p:sp>
        <p:nvSpPr>
          <p:cNvPr id="4" name="Slide Image Placeholder 3"/>
          <p:cNvSpPr>
            <a:spLocks noGrp="1" noRot="1" noChangeAspect="1"/>
          </p:cNvSpPr>
          <p:nvPr>
            <p:ph type="sldImg" idx="2"/>
          </p:nvPr>
        </p:nvSpPr>
        <p:spPr>
          <a:xfrm>
            <a:off x="1249363" y="1279525"/>
            <a:ext cx="4603750" cy="3452813"/>
          </a:xfrm>
          <a:prstGeom prst="rect">
            <a:avLst/>
          </a:prstGeom>
          <a:noFill/>
          <a:ln w="12700">
            <a:solidFill>
              <a:prstClr val="black"/>
            </a:solidFill>
          </a:ln>
        </p:spPr>
        <p:txBody>
          <a:bodyPr vert="horz" lIns="99057" tIns="49528" rIns="99057" bIns="49528" rtlCol="0" anchor="ctr"/>
          <a:lstStyle/>
          <a:p>
            <a:pPr lvl="0"/>
            <a:endParaRPr lang="zh-CN" altLang="en-US" noProof="0"/>
          </a:p>
        </p:txBody>
      </p:sp>
      <p:sp>
        <p:nvSpPr>
          <p:cNvPr id="5" name="Notes Placeholder 4"/>
          <p:cNvSpPr>
            <a:spLocks noGrp="1"/>
          </p:cNvSpPr>
          <p:nvPr>
            <p:ph type="body" sz="quarter" idx="3"/>
          </p:nvPr>
        </p:nvSpPr>
        <p:spPr>
          <a:xfrm>
            <a:off x="710248" y="4924643"/>
            <a:ext cx="5681980" cy="4029254"/>
          </a:xfrm>
          <a:prstGeom prst="rect">
            <a:avLst/>
          </a:prstGeom>
        </p:spPr>
        <p:txBody>
          <a:bodyPr vert="horz" lIns="99057" tIns="49528" rIns="99057" bIns="49528" rtlCol="0"/>
          <a:lstStyle/>
          <a:p>
            <a:pPr lvl="0"/>
            <a:r>
              <a:rPr lang="en-US" altLang="zh-CN" noProof="0"/>
              <a:t>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zh-CN" altLang="en-US" noProof="0"/>
          </a:p>
        </p:txBody>
      </p:sp>
      <p:sp>
        <p:nvSpPr>
          <p:cNvPr id="6" name="Footer Placeholder 5"/>
          <p:cNvSpPr>
            <a:spLocks noGrp="1"/>
          </p:cNvSpPr>
          <p:nvPr>
            <p:ph type="ftr" sz="quarter" idx="4"/>
          </p:nvPr>
        </p:nvSpPr>
        <p:spPr>
          <a:xfrm>
            <a:off x="0" y="9719598"/>
            <a:ext cx="3077739" cy="513427"/>
          </a:xfrm>
          <a:prstGeom prst="rect">
            <a:avLst/>
          </a:prstGeom>
        </p:spPr>
        <p:txBody>
          <a:bodyPr vert="horz" lIns="99057" tIns="49528" rIns="99057" bIns="49528" rtlCol="0" anchor="b"/>
          <a:lstStyle>
            <a:lvl1pPr algn="l">
              <a:defRPr sz="1300">
                <a:latin typeface="Arial" panose="020B0604020202020204" pitchFamily="34" charset="0"/>
                <a:ea typeface="宋体" pitchFamily="2" charset="-122"/>
              </a:defRPr>
            </a:lvl1pPr>
          </a:lstStyle>
          <a:p>
            <a:pPr>
              <a:defRPr/>
            </a:pPr>
            <a:endParaRPr lang="zh-CN" altLang="en-US"/>
          </a:p>
        </p:txBody>
      </p:sp>
      <p:sp>
        <p:nvSpPr>
          <p:cNvPr id="7" name="Slide Number Placeholder 6"/>
          <p:cNvSpPr>
            <a:spLocks noGrp="1"/>
          </p:cNvSpPr>
          <p:nvPr>
            <p:ph type="sldNum" sz="quarter" idx="5"/>
          </p:nvPr>
        </p:nvSpPr>
        <p:spPr>
          <a:xfrm>
            <a:off x="4023092" y="9719598"/>
            <a:ext cx="3077739" cy="513427"/>
          </a:xfrm>
          <a:prstGeom prst="rect">
            <a:avLst/>
          </a:prstGeom>
        </p:spPr>
        <p:txBody>
          <a:bodyPr vert="horz" wrap="square" lIns="99057" tIns="49528" rIns="99057" bIns="49528" numCol="1" anchor="b" anchorCtr="0" compatLnSpc="1">
            <a:prstTxWarp prst="textNoShape">
              <a:avLst/>
            </a:prstTxWarp>
          </a:bodyPr>
          <a:lstStyle>
            <a:lvl1pPr algn="r">
              <a:defRPr sz="1300" smtClean="0">
                <a:ea typeface="宋体" pitchFamily="2" charset="-122"/>
              </a:defRPr>
            </a:lvl1pPr>
          </a:lstStyle>
          <a:p>
            <a:pPr>
              <a:defRPr/>
            </a:pPr>
            <a:fld id="{32F6A095-CCE2-4162-B170-1A72DCBE71C1}" type="slidenum">
              <a:rPr lang="zh-CN" altLang="en-US"/>
              <a:pPr>
                <a:defRPr/>
              </a:pPr>
              <a:t>‹#›</a:t>
            </a:fld>
            <a:endParaRPr lang="zh-CN" altLang="en-US"/>
          </a:p>
        </p:txBody>
      </p:sp>
    </p:spTree>
    <p:extLst>
      <p:ext uri="{BB962C8B-B14F-4D97-AF65-F5344CB8AC3E}">
        <p14:creationId xmlns:p14="http://schemas.microsoft.com/office/powerpoint/2010/main" val="12385736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EF019527-B30D-4AD0-AB78-D158C6C567D1}"/>
              </a:ext>
            </a:extLst>
          </p:cNvPr>
          <p:cNvSpPr>
            <a:spLocks noGrp="1" noChangeArrowheads="1"/>
          </p:cNvSpPr>
          <p:nvPr>
            <p:ph type="sldNum" sz="quarter" idx="5"/>
          </p:nvPr>
        </p:nvSpPr>
        <p:spPr>
          <a:noFill/>
        </p:spPr>
        <p:txBody>
          <a:bodyPr/>
          <a:lstStyle>
            <a:lvl1pPr>
              <a:defRPr kumimoji="1" sz="3500">
                <a:solidFill>
                  <a:schemeClr val="tx1"/>
                </a:solidFill>
                <a:latin typeface="Times New Roman" panose="02020603050405020304" pitchFamily="18" charset="0"/>
                <a:ea typeface="宋体" panose="02010600030101010101" pitchFamily="2" charset="-122"/>
              </a:defRPr>
            </a:lvl1pPr>
            <a:lvl2pPr marL="804838" indent="-309553">
              <a:defRPr kumimoji="1" sz="3500">
                <a:solidFill>
                  <a:schemeClr val="tx1"/>
                </a:solidFill>
                <a:latin typeface="Times New Roman" panose="02020603050405020304" pitchFamily="18" charset="0"/>
                <a:ea typeface="宋体" panose="02010600030101010101" pitchFamily="2" charset="-122"/>
              </a:defRPr>
            </a:lvl2pPr>
            <a:lvl3pPr marL="1238212" indent="-247642">
              <a:defRPr kumimoji="1" sz="3500">
                <a:solidFill>
                  <a:schemeClr val="tx1"/>
                </a:solidFill>
                <a:latin typeface="Times New Roman" panose="02020603050405020304" pitchFamily="18" charset="0"/>
                <a:ea typeface="宋体" panose="02010600030101010101" pitchFamily="2" charset="-122"/>
              </a:defRPr>
            </a:lvl3pPr>
            <a:lvl4pPr marL="1733497" indent="-247642">
              <a:defRPr kumimoji="1" sz="3500">
                <a:solidFill>
                  <a:schemeClr val="tx1"/>
                </a:solidFill>
                <a:latin typeface="Times New Roman" panose="02020603050405020304" pitchFamily="18" charset="0"/>
                <a:ea typeface="宋体" panose="02010600030101010101" pitchFamily="2" charset="-122"/>
              </a:defRPr>
            </a:lvl4pPr>
            <a:lvl5pPr marL="2228781" indent="-247642">
              <a:defRPr kumimoji="1" sz="3500">
                <a:solidFill>
                  <a:schemeClr val="tx1"/>
                </a:solidFill>
                <a:latin typeface="Times New Roman" panose="02020603050405020304" pitchFamily="18" charset="0"/>
                <a:ea typeface="宋体" panose="02010600030101010101" pitchFamily="2" charset="-122"/>
              </a:defRPr>
            </a:lvl5pPr>
            <a:lvl6pPr marL="2724066" indent="-247642" eaLnBrk="0" fontAlgn="base" hangingPunct="0">
              <a:spcBef>
                <a:spcPct val="0"/>
              </a:spcBef>
              <a:spcAft>
                <a:spcPct val="0"/>
              </a:spcAft>
              <a:defRPr kumimoji="1" sz="3500">
                <a:solidFill>
                  <a:schemeClr val="tx1"/>
                </a:solidFill>
                <a:latin typeface="Times New Roman" panose="02020603050405020304" pitchFamily="18" charset="0"/>
                <a:ea typeface="宋体" panose="02010600030101010101" pitchFamily="2" charset="-122"/>
              </a:defRPr>
            </a:lvl6pPr>
            <a:lvl7pPr marL="3219351" indent="-247642" eaLnBrk="0" fontAlgn="base" hangingPunct="0">
              <a:spcBef>
                <a:spcPct val="0"/>
              </a:spcBef>
              <a:spcAft>
                <a:spcPct val="0"/>
              </a:spcAft>
              <a:defRPr kumimoji="1" sz="3500">
                <a:solidFill>
                  <a:schemeClr val="tx1"/>
                </a:solidFill>
                <a:latin typeface="Times New Roman" panose="02020603050405020304" pitchFamily="18" charset="0"/>
                <a:ea typeface="宋体" panose="02010600030101010101" pitchFamily="2" charset="-122"/>
              </a:defRPr>
            </a:lvl7pPr>
            <a:lvl8pPr marL="3714636" indent="-247642" eaLnBrk="0" fontAlgn="base" hangingPunct="0">
              <a:spcBef>
                <a:spcPct val="0"/>
              </a:spcBef>
              <a:spcAft>
                <a:spcPct val="0"/>
              </a:spcAft>
              <a:defRPr kumimoji="1" sz="3500">
                <a:solidFill>
                  <a:schemeClr val="tx1"/>
                </a:solidFill>
                <a:latin typeface="Times New Roman" panose="02020603050405020304" pitchFamily="18" charset="0"/>
                <a:ea typeface="宋体" panose="02010600030101010101" pitchFamily="2" charset="-122"/>
              </a:defRPr>
            </a:lvl8pPr>
            <a:lvl9pPr marL="4209920" indent="-247642" eaLnBrk="0" fontAlgn="base" hangingPunct="0">
              <a:spcBef>
                <a:spcPct val="0"/>
              </a:spcBef>
              <a:spcAft>
                <a:spcPct val="0"/>
              </a:spcAft>
              <a:defRPr kumimoji="1" sz="3500">
                <a:solidFill>
                  <a:schemeClr val="tx1"/>
                </a:solidFill>
                <a:latin typeface="Times New Roman" panose="02020603050405020304" pitchFamily="18" charset="0"/>
                <a:ea typeface="宋体" panose="02010600030101010101" pitchFamily="2" charset="-122"/>
              </a:defRPr>
            </a:lvl9pPr>
          </a:lstStyle>
          <a:p>
            <a:pPr defTabSz="990570" eaLnBrk="1" hangingPunct="1">
              <a:defRPr/>
            </a:pPr>
            <a:fld id="{D9617BF1-31D7-4974-8123-98E9ACAC22F0}" type="slidenum">
              <a:rPr lang="zh-CN" altLang="en-US" sz="1300">
                <a:solidFill>
                  <a:srgbClr val="000000"/>
                </a:solidFill>
                <a:latin typeface="Arial" panose="020B0604020202020204" pitchFamily="34" charset="0"/>
              </a:rPr>
              <a:pPr defTabSz="990570" eaLnBrk="1" hangingPunct="1">
                <a:defRPr/>
              </a:pPr>
              <a:t>1</a:t>
            </a:fld>
            <a:endParaRPr lang="en-US" altLang="zh-CN" sz="1300">
              <a:solidFill>
                <a:srgbClr val="000000"/>
              </a:solidFill>
              <a:latin typeface="Arial" panose="020B0604020202020204" pitchFamily="34" charset="0"/>
            </a:endParaRPr>
          </a:p>
        </p:txBody>
      </p:sp>
      <p:sp>
        <p:nvSpPr>
          <p:cNvPr id="10243" name="Rectangle 2">
            <a:extLst>
              <a:ext uri="{FF2B5EF4-FFF2-40B4-BE49-F238E27FC236}">
                <a16:creationId xmlns:a16="http://schemas.microsoft.com/office/drawing/2014/main" id="{5C240330-11C7-4757-8060-C363ED376223}"/>
              </a:ext>
            </a:extLst>
          </p:cNvPr>
          <p:cNvSpPr>
            <a:spLocks noGrp="1" noRot="1" noChangeAspect="1" noChangeArrowheads="1" noTextEdit="1"/>
          </p:cNvSpPr>
          <p:nvPr>
            <p:ph type="sldImg"/>
          </p:nvPr>
        </p:nvSpPr>
        <p:spPr>
          <a:xfrm>
            <a:off x="749300" y="835025"/>
            <a:ext cx="5562600" cy="4171950"/>
          </a:xfrm>
          <a:ln/>
        </p:spPr>
      </p:sp>
      <p:sp>
        <p:nvSpPr>
          <p:cNvPr id="10244" name="Rectangle 3">
            <a:extLst>
              <a:ext uri="{FF2B5EF4-FFF2-40B4-BE49-F238E27FC236}">
                <a16:creationId xmlns:a16="http://schemas.microsoft.com/office/drawing/2014/main" id="{A9B48E6C-ECD4-4A48-8070-F2E2DD5FD47A}"/>
              </a:ext>
            </a:extLst>
          </p:cNvPr>
          <p:cNvSpPr>
            <a:spLocks noGrp="1" noChangeArrowheads="1"/>
          </p:cNvSpPr>
          <p:nvPr>
            <p:ph type="body" idx="1"/>
          </p:nvPr>
        </p:nvSpPr>
        <p:spPr>
          <a:xfrm>
            <a:off x="940421" y="5285288"/>
            <a:ext cx="5177244" cy="5006365"/>
          </a:xfrm>
          <a:noFill/>
        </p:spPr>
        <p:txBody>
          <a:bodyPr/>
          <a:lstStyle/>
          <a:p>
            <a:endParaRPr lang="zh-CN" altLang="en-US"/>
          </a:p>
        </p:txBody>
      </p:sp>
    </p:spTree>
    <p:extLst>
      <p:ext uri="{BB962C8B-B14F-4D97-AF65-F5344CB8AC3E}">
        <p14:creationId xmlns:p14="http://schemas.microsoft.com/office/powerpoint/2010/main" val="4247127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90570">
              <a:defRPr/>
            </a:pPr>
            <a:fld id="{32F6A095-CCE2-4162-B170-1A72DCBE71C1}" type="slidenum">
              <a:rPr lang="zh-CN" altLang="en-US">
                <a:solidFill>
                  <a:prstClr val="black"/>
                </a:solidFill>
              </a:rPr>
              <a:pPr defTabSz="990570">
                <a:defRPr/>
              </a:pPr>
              <a:t>4</a:t>
            </a:fld>
            <a:endParaRPr lang="zh-CN" altLang="en-US">
              <a:solidFill>
                <a:prstClr val="black"/>
              </a:solidFill>
            </a:endParaRPr>
          </a:p>
        </p:txBody>
      </p:sp>
    </p:spTree>
    <p:extLst>
      <p:ext uri="{BB962C8B-B14F-4D97-AF65-F5344CB8AC3E}">
        <p14:creationId xmlns:p14="http://schemas.microsoft.com/office/powerpoint/2010/main" val="1848754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90570">
              <a:defRPr/>
            </a:pPr>
            <a:fld id="{AEDDEFF4-89C5-4443-BB6C-B712F97144ED}" type="slidenum">
              <a:rPr lang="zh-CN" altLang="en-US">
                <a:solidFill>
                  <a:prstClr val="black"/>
                </a:solidFill>
              </a:rPr>
              <a:pPr defTabSz="990570">
                <a:defRPr/>
              </a:pPr>
              <a:t>65</a:t>
            </a:fld>
            <a:endParaRPr lang="en-US" altLang="zh-CN">
              <a:solidFill>
                <a:prstClr val="black"/>
              </a:solidFill>
            </a:endParaRPr>
          </a:p>
        </p:txBody>
      </p:sp>
    </p:spTree>
    <p:extLst>
      <p:ext uri="{BB962C8B-B14F-4D97-AF65-F5344CB8AC3E}">
        <p14:creationId xmlns:p14="http://schemas.microsoft.com/office/powerpoint/2010/main" val="4177986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75AFEC25-A2EB-4EF0-AD90-C662CFAAAC38}"/>
              </a:ext>
            </a:extLst>
          </p:cNvPr>
          <p:cNvGrpSpPr>
            <a:grpSpLocks/>
          </p:cNvGrpSpPr>
          <p:nvPr/>
        </p:nvGrpSpPr>
        <p:grpSpPr bwMode="auto">
          <a:xfrm>
            <a:off x="0" y="-19050"/>
            <a:ext cx="9144000" cy="6877050"/>
            <a:chOff x="0" y="-12"/>
            <a:chExt cx="5760" cy="4332"/>
          </a:xfrm>
        </p:grpSpPr>
        <p:sp>
          <p:nvSpPr>
            <p:cNvPr id="5" name="Rectangle 3">
              <a:extLst>
                <a:ext uri="{FF2B5EF4-FFF2-40B4-BE49-F238E27FC236}">
                  <a16:creationId xmlns:a16="http://schemas.microsoft.com/office/drawing/2014/main" id="{63EF4786-FBE2-4451-942A-B1F582732056}"/>
                </a:ext>
              </a:extLst>
            </p:cNvPr>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i="1">
                <a:solidFill>
                  <a:srgbClr val="000000"/>
                </a:solidFill>
              </a:endParaRPr>
            </a:p>
          </p:txBody>
        </p:sp>
        <p:grpSp>
          <p:nvGrpSpPr>
            <p:cNvPr id="6" name="Group 4">
              <a:extLst>
                <a:ext uri="{FF2B5EF4-FFF2-40B4-BE49-F238E27FC236}">
                  <a16:creationId xmlns:a16="http://schemas.microsoft.com/office/drawing/2014/main" id="{F3959CEF-EB26-4D99-9735-64CE5CE8E14C}"/>
                </a:ext>
              </a:extLst>
            </p:cNvPr>
            <p:cNvGrpSpPr>
              <a:grpSpLocks/>
            </p:cNvGrpSpPr>
            <p:nvPr userDrawn="1"/>
          </p:nvGrpSpPr>
          <p:grpSpPr bwMode="auto">
            <a:xfrm>
              <a:off x="0" y="-12"/>
              <a:ext cx="5760" cy="1045"/>
              <a:chOff x="0" y="-9"/>
              <a:chExt cx="5760" cy="1045"/>
            </a:xfrm>
          </p:grpSpPr>
          <p:sp>
            <p:nvSpPr>
              <p:cNvPr id="8" name="Freeform 5">
                <a:extLst>
                  <a:ext uri="{FF2B5EF4-FFF2-40B4-BE49-F238E27FC236}">
                    <a16:creationId xmlns:a16="http://schemas.microsoft.com/office/drawing/2014/main" id="{39220D10-F9CC-4F13-9272-0BEA93596BF1}"/>
                  </a:ext>
                </a:extLst>
              </p:cNvPr>
              <p:cNvSpPr>
                <a:spLocks/>
              </p:cNvSpPr>
              <p:nvPr userDrawn="1"/>
            </p:nvSpPr>
            <p:spPr bwMode="ltGray">
              <a:xfrm>
                <a:off x="0" y="4"/>
                <a:ext cx="5760" cy="1032"/>
              </a:xfrm>
              <a:custGeom>
                <a:avLst/>
                <a:gdLst>
                  <a:gd name="T0" fmla="*/ 9661 w 4848"/>
                  <a:gd name="T1" fmla="*/ 14068 h 432"/>
                  <a:gd name="T2" fmla="*/ 0 w 4848"/>
                  <a:gd name="T3" fmla="*/ 14068 h 432"/>
                  <a:gd name="T4" fmla="*/ 0 w 4848"/>
                  <a:gd name="T5" fmla="*/ 0 h 432"/>
                  <a:gd name="T6" fmla="*/ 9661 w 4848"/>
                  <a:gd name="T7" fmla="*/ 0 h 432"/>
                  <a:gd name="T8" fmla="*/ 9661 w 4848"/>
                  <a:gd name="T9" fmla="*/ 14068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ffectLst/>
              <a:extLst>
                <a:ext uri="{91240B29-F687-4F45-9708-019B960494DF}">
                  <a14:hiddenLine xmlns:a14="http://schemas.microsoft.com/office/drawing/2010/main" w="9525">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6">
                <a:extLst>
                  <a:ext uri="{FF2B5EF4-FFF2-40B4-BE49-F238E27FC236}">
                    <a16:creationId xmlns:a16="http://schemas.microsoft.com/office/drawing/2014/main" id="{6DC31186-D571-469D-A6F3-5FC589ED3EE0}"/>
                  </a:ext>
                </a:extLst>
              </p:cNvPr>
              <p:cNvGrpSpPr>
                <a:grpSpLocks/>
              </p:cNvGrpSpPr>
              <p:nvPr userDrawn="1"/>
            </p:nvGrpSpPr>
            <p:grpSpPr bwMode="auto">
              <a:xfrm>
                <a:off x="333" y="-9"/>
                <a:ext cx="5176" cy="1044"/>
                <a:chOff x="333" y="-9"/>
                <a:chExt cx="5176" cy="1044"/>
              </a:xfrm>
            </p:grpSpPr>
            <p:sp>
              <p:nvSpPr>
                <p:cNvPr id="38" name="Freeform 7">
                  <a:extLst>
                    <a:ext uri="{FF2B5EF4-FFF2-40B4-BE49-F238E27FC236}">
                      <a16:creationId xmlns:a16="http://schemas.microsoft.com/office/drawing/2014/main" id="{F73E9F10-5E25-44AB-A647-5B340CC29E19}"/>
                    </a:ext>
                  </a:extLst>
                </p:cNvPr>
                <p:cNvSpPr>
                  <a:spLocks/>
                </p:cNvSpPr>
                <p:nvPr userDrawn="1"/>
              </p:nvSpPr>
              <p:spPr bwMode="ltGray">
                <a:xfrm>
                  <a:off x="3230" y="949"/>
                  <a:ext cx="17" cy="20"/>
                </a:xfrm>
                <a:custGeom>
                  <a:avLst/>
                  <a:gdLst>
                    <a:gd name="T0" fmla="*/ 9 w 15"/>
                    <a:gd name="T1" fmla="*/ 7 h 23"/>
                    <a:gd name="T2" fmla="*/ 25 w 15"/>
                    <a:gd name="T3" fmla="*/ 3 h 23"/>
                    <a:gd name="T4" fmla="*/ 22 w 15"/>
                    <a:gd name="T5" fmla="*/ 10 h 23"/>
                    <a:gd name="T6" fmla="*/ 9 w 15"/>
                    <a:gd name="T7" fmla="*/ 7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8">
                  <a:extLst>
                    <a:ext uri="{FF2B5EF4-FFF2-40B4-BE49-F238E27FC236}">
                      <a16:creationId xmlns:a16="http://schemas.microsoft.com/office/drawing/2014/main" id="{D961179B-5416-4FA0-8A52-8D79C372072C}"/>
                    </a:ext>
                  </a:extLst>
                </p:cNvPr>
                <p:cNvSpPr>
                  <a:spLocks/>
                </p:cNvSpPr>
                <p:nvPr userDrawn="1"/>
              </p:nvSpPr>
              <p:spPr bwMode="ltGray">
                <a:xfrm>
                  <a:off x="3406" y="1015"/>
                  <a:ext cx="21" cy="20"/>
                </a:xfrm>
                <a:custGeom>
                  <a:avLst/>
                  <a:gdLst>
                    <a:gd name="T0" fmla="*/ 3 w 20"/>
                    <a:gd name="T1" fmla="*/ 8 h 23"/>
                    <a:gd name="T2" fmla="*/ 15 w 20"/>
                    <a:gd name="T3" fmla="*/ 3 h 23"/>
                    <a:gd name="T4" fmla="*/ 7 w 20"/>
                    <a:gd name="T5" fmla="*/ 11 h 23"/>
                    <a:gd name="T6" fmla="*/ 3 w 20"/>
                    <a:gd name="T7" fmla="*/ 8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9">
                  <a:extLst>
                    <a:ext uri="{FF2B5EF4-FFF2-40B4-BE49-F238E27FC236}">
                      <a16:creationId xmlns:a16="http://schemas.microsoft.com/office/drawing/2014/main" id="{9EE00A66-1BE9-4741-91AF-F487B8442E99}"/>
                    </a:ext>
                  </a:extLst>
                </p:cNvPr>
                <p:cNvSpPr>
                  <a:spLocks/>
                </p:cNvSpPr>
                <p:nvPr userDrawn="1"/>
              </p:nvSpPr>
              <p:spPr bwMode="ltGray">
                <a:xfrm>
                  <a:off x="2909" y="908"/>
                  <a:ext cx="31" cy="34"/>
                </a:xfrm>
                <a:custGeom>
                  <a:avLst/>
                  <a:gdLst>
                    <a:gd name="T0" fmla="*/ 20 w 30"/>
                    <a:gd name="T1" fmla="*/ 15 h 42"/>
                    <a:gd name="T2" fmla="*/ 8 w 30"/>
                    <a:gd name="T3" fmla="*/ 9 h 42"/>
                    <a:gd name="T4" fmla="*/ 0 w 30"/>
                    <a:gd name="T5" fmla="*/ 4 h 42"/>
                    <a:gd name="T6" fmla="*/ 20 w 30"/>
                    <a:gd name="T7" fmla="*/ 2 h 42"/>
                    <a:gd name="T8" fmla="*/ 34 w 30"/>
                    <a:gd name="T9" fmla="*/ 10 h 42"/>
                    <a:gd name="T10" fmla="*/ 32 w 30"/>
                    <a:gd name="T11" fmla="*/ 13 h 42"/>
                    <a:gd name="T12" fmla="*/ 20 w 30"/>
                    <a:gd name="T13" fmla="*/ 15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10">
                  <a:extLst>
                    <a:ext uri="{FF2B5EF4-FFF2-40B4-BE49-F238E27FC236}">
                      <a16:creationId xmlns:a16="http://schemas.microsoft.com/office/drawing/2014/main" id="{8344CA62-AA03-4B2D-A70D-4979C45356CA}"/>
                    </a:ext>
                  </a:extLst>
                </p:cNvPr>
                <p:cNvSpPr>
                  <a:spLocks/>
                </p:cNvSpPr>
                <p:nvPr userDrawn="1"/>
              </p:nvSpPr>
              <p:spPr bwMode="ltGray">
                <a:xfrm>
                  <a:off x="2551" y="940"/>
                  <a:ext cx="25" cy="12"/>
                </a:xfrm>
                <a:custGeom>
                  <a:avLst/>
                  <a:gdLst>
                    <a:gd name="T0" fmla="*/ 15 w 25"/>
                    <a:gd name="T1" fmla="*/ 5 h 16"/>
                    <a:gd name="T2" fmla="*/ 3 w 25"/>
                    <a:gd name="T3" fmla="*/ 3 h 16"/>
                    <a:gd name="T4" fmla="*/ 15 w 25"/>
                    <a:gd name="T5" fmla="*/ 0 h 16"/>
                    <a:gd name="T6" fmla="*/ 15 w 25"/>
                    <a:gd name="T7" fmla="*/ 5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11">
                  <a:extLst>
                    <a:ext uri="{FF2B5EF4-FFF2-40B4-BE49-F238E27FC236}">
                      <a16:creationId xmlns:a16="http://schemas.microsoft.com/office/drawing/2014/main" id="{6A6A69BA-3B1B-4AEC-B87C-03E11D483913}"/>
                    </a:ext>
                  </a:extLst>
                </p:cNvPr>
                <p:cNvSpPr>
                  <a:spLocks/>
                </p:cNvSpPr>
                <p:nvPr userDrawn="1"/>
              </p:nvSpPr>
              <p:spPr bwMode="ltGray">
                <a:xfrm>
                  <a:off x="2443" y="954"/>
                  <a:ext cx="65" cy="39"/>
                </a:xfrm>
                <a:custGeom>
                  <a:avLst/>
                  <a:gdLst>
                    <a:gd name="T0" fmla="*/ 14 w 65"/>
                    <a:gd name="T1" fmla="*/ 12 h 46"/>
                    <a:gd name="T2" fmla="*/ 30 w 65"/>
                    <a:gd name="T3" fmla="*/ 3 h 46"/>
                    <a:gd name="T4" fmla="*/ 42 w 65"/>
                    <a:gd name="T5" fmla="*/ 0 h 46"/>
                    <a:gd name="T6" fmla="*/ 58 w 65"/>
                    <a:gd name="T7" fmla="*/ 6 h 46"/>
                    <a:gd name="T8" fmla="*/ 32 w 65"/>
                    <a:gd name="T9" fmla="*/ 14 h 46"/>
                    <a:gd name="T10" fmla="*/ 12 w 65"/>
                    <a:gd name="T11" fmla="*/ 24 h 46"/>
                    <a:gd name="T12" fmla="*/ 8 w 65"/>
                    <a:gd name="T13" fmla="*/ 10 h 46"/>
                    <a:gd name="T14" fmla="*/ 12 w 65"/>
                    <a:gd name="T15" fmla="*/ 7 h 46"/>
                    <a:gd name="T16" fmla="*/ 14 w 65"/>
                    <a:gd name="T17" fmla="*/ 12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12">
                  <a:extLst>
                    <a:ext uri="{FF2B5EF4-FFF2-40B4-BE49-F238E27FC236}">
                      <a16:creationId xmlns:a16="http://schemas.microsoft.com/office/drawing/2014/main" id="{132EB566-F759-410E-9589-0324557CD926}"/>
                    </a:ext>
                  </a:extLst>
                </p:cNvPr>
                <p:cNvSpPr>
                  <a:spLocks/>
                </p:cNvSpPr>
                <p:nvPr userDrawn="1"/>
              </p:nvSpPr>
              <p:spPr bwMode="ltGray">
                <a:xfrm>
                  <a:off x="2375" y="952"/>
                  <a:ext cx="68" cy="39"/>
                </a:xfrm>
                <a:custGeom>
                  <a:avLst/>
                  <a:gdLst>
                    <a:gd name="T0" fmla="*/ 0 w 69"/>
                    <a:gd name="T1" fmla="*/ 15 h 47"/>
                    <a:gd name="T2" fmla="*/ 18 w 69"/>
                    <a:gd name="T3" fmla="*/ 12 h 47"/>
                    <a:gd name="T4" fmla="*/ 48 w 69"/>
                    <a:gd name="T5" fmla="*/ 1 h 47"/>
                    <a:gd name="T6" fmla="*/ 60 w 69"/>
                    <a:gd name="T7" fmla="*/ 2 h 47"/>
                    <a:gd name="T8" fmla="*/ 46 w 69"/>
                    <a:gd name="T9" fmla="*/ 9 h 47"/>
                    <a:gd name="T10" fmla="*/ 28 w 69"/>
                    <a:gd name="T11" fmla="*/ 15 h 47"/>
                    <a:gd name="T12" fmla="*/ 22 w 69"/>
                    <a:gd name="T13" fmla="*/ 22 h 47"/>
                    <a:gd name="T14" fmla="*/ 16 w 69"/>
                    <a:gd name="T15" fmla="*/ 22 h 47"/>
                    <a:gd name="T16" fmla="*/ 12 w 69"/>
                    <a:gd name="T17" fmla="*/ 18 h 47"/>
                    <a:gd name="T18" fmla="*/ 0 w 69"/>
                    <a:gd name="T19" fmla="*/ 17 h 47"/>
                    <a:gd name="T20" fmla="*/ 0 w 69"/>
                    <a:gd name="T21" fmla="*/ 15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13">
                  <a:extLst>
                    <a:ext uri="{FF2B5EF4-FFF2-40B4-BE49-F238E27FC236}">
                      <a16:creationId xmlns:a16="http://schemas.microsoft.com/office/drawing/2014/main" id="{A0D008BB-92DC-4245-B54E-D96D027E2870}"/>
                    </a:ext>
                  </a:extLst>
                </p:cNvPr>
                <p:cNvSpPr>
                  <a:spLocks/>
                </p:cNvSpPr>
                <p:nvPr userDrawn="1"/>
              </p:nvSpPr>
              <p:spPr bwMode="ltGray">
                <a:xfrm>
                  <a:off x="2007" y="739"/>
                  <a:ext cx="354" cy="228"/>
                </a:xfrm>
                <a:custGeom>
                  <a:avLst/>
                  <a:gdLst>
                    <a:gd name="T0" fmla="*/ 10 w 355"/>
                    <a:gd name="T1" fmla="*/ 2 h 277"/>
                    <a:gd name="T2" fmla="*/ 36 w 355"/>
                    <a:gd name="T3" fmla="*/ 8 h 277"/>
                    <a:gd name="T4" fmla="*/ 46 w 355"/>
                    <a:gd name="T5" fmla="*/ 14 h 277"/>
                    <a:gd name="T6" fmla="*/ 76 w 355"/>
                    <a:gd name="T7" fmla="*/ 24 h 277"/>
                    <a:gd name="T8" fmla="*/ 92 w 355"/>
                    <a:gd name="T9" fmla="*/ 30 h 277"/>
                    <a:gd name="T10" fmla="*/ 122 w 355"/>
                    <a:gd name="T11" fmla="*/ 45 h 277"/>
                    <a:gd name="T12" fmla="*/ 136 w 355"/>
                    <a:gd name="T13" fmla="*/ 58 h 277"/>
                    <a:gd name="T14" fmla="*/ 148 w 355"/>
                    <a:gd name="T15" fmla="*/ 61 h 277"/>
                    <a:gd name="T16" fmla="*/ 154 w 355"/>
                    <a:gd name="T17" fmla="*/ 68 h 277"/>
                    <a:gd name="T18" fmla="*/ 176 w 355"/>
                    <a:gd name="T19" fmla="*/ 70 h 277"/>
                    <a:gd name="T20" fmla="*/ 170 w 355"/>
                    <a:gd name="T21" fmla="*/ 90 h 277"/>
                    <a:gd name="T22" fmla="*/ 177 w 355"/>
                    <a:gd name="T23" fmla="*/ 102 h 277"/>
                    <a:gd name="T24" fmla="*/ 194 w 355"/>
                    <a:gd name="T25" fmla="*/ 106 h 277"/>
                    <a:gd name="T26" fmla="*/ 212 w 355"/>
                    <a:gd name="T27" fmla="*/ 108 h 277"/>
                    <a:gd name="T28" fmla="*/ 232 w 355"/>
                    <a:gd name="T29" fmla="*/ 111 h 277"/>
                    <a:gd name="T30" fmla="*/ 250 w 355"/>
                    <a:gd name="T31" fmla="*/ 109 h 277"/>
                    <a:gd name="T32" fmla="*/ 268 w 355"/>
                    <a:gd name="T33" fmla="*/ 114 h 277"/>
                    <a:gd name="T34" fmla="*/ 292 w 355"/>
                    <a:gd name="T35" fmla="*/ 118 h 277"/>
                    <a:gd name="T36" fmla="*/ 310 w 355"/>
                    <a:gd name="T37" fmla="*/ 121 h 277"/>
                    <a:gd name="T38" fmla="*/ 348 w 355"/>
                    <a:gd name="T39" fmla="*/ 122 h 277"/>
                    <a:gd name="T40" fmla="*/ 338 w 355"/>
                    <a:gd name="T41" fmla="*/ 126 h 277"/>
                    <a:gd name="T42" fmla="*/ 318 w 355"/>
                    <a:gd name="T43" fmla="*/ 124 h 277"/>
                    <a:gd name="T44" fmla="*/ 296 w 355"/>
                    <a:gd name="T45" fmla="*/ 124 h 277"/>
                    <a:gd name="T46" fmla="*/ 284 w 355"/>
                    <a:gd name="T47" fmla="*/ 122 h 277"/>
                    <a:gd name="T48" fmla="*/ 248 w 355"/>
                    <a:gd name="T49" fmla="*/ 121 h 277"/>
                    <a:gd name="T50" fmla="*/ 230 w 355"/>
                    <a:gd name="T51" fmla="*/ 119 h 277"/>
                    <a:gd name="T52" fmla="*/ 172 w 355"/>
                    <a:gd name="T53" fmla="*/ 111 h 277"/>
                    <a:gd name="T54" fmla="*/ 160 w 355"/>
                    <a:gd name="T55" fmla="*/ 100 h 277"/>
                    <a:gd name="T56" fmla="*/ 126 w 355"/>
                    <a:gd name="T57" fmla="*/ 92 h 277"/>
                    <a:gd name="T58" fmla="*/ 108 w 355"/>
                    <a:gd name="T59" fmla="*/ 86 h 277"/>
                    <a:gd name="T60" fmla="*/ 94 w 355"/>
                    <a:gd name="T61" fmla="*/ 72 h 277"/>
                    <a:gd name="T62" fmla="*/ 68 w 355"/>
                    <a:gd name="T63" fmla="*/ 49 h 277"/>
                    <a:gd name="T64" fmla="*/ 64 w 355"/>
                    <a:gd name="T65" fmla="*/ 47 h 277"/>
                    <a:gd name="T66" fmla="*/ 58 w 355"/>
                    <a:gd name="T67" fmla="*/ 45 h 277"/>
                    <a:gd name="T68" fmla="*/ 54 w 355"/>
                    <a:gd name="T69" fmla="*/ 40 h 277"/>
                    <a:gd name="T70" fmla="*/ 38 w 355"/>
                    <a:gd name="T71" fmla="*/ 27 h 277"/>
                    <a:gd name="T72" fmla="*/ 20 w 355"/>
                    <a:gd name="T73" fmla="*/ 18 h 277"/>
                    <a:gd name="T74" fmla="*/ 4 w 355"/>
                    <a:gd name="T75" fmla="*/ 10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14">
                  <a:extLst>
                    <a:ext uri="{FF2B5EF4-FFF2-40B4-BE49-F238E27FC236}">
                      <a16:creationId xmlns:a16="http://schemas.microsoft.com/office/drawing/2014/main" id="{5B368714-1CCB-4B58-87BB-94B7D71B2065}"/>
                    </a:ext>
                  </a:extLst>
                </p:cNvPr>
                <p:cNvSpPr>
                  <a:spLocks/>
                </p:cNvSpPr>
                <p:nvPr userDrawn="1"/>
              </p:nvSpPr>
              <p:spPr bwMode="ltGray">
                <a:xfrm>
                  <a:off x="2222" y="724"/>
                  <a:ext cx="157" cy="167"/>
                </a:xfrm>
                <a:custGeom>
                  <a:avLst/>
                  <a:gdLst>
                    <a:gd name="T0" fmla="*/ 54 w 156"/>
                    <a:gd name="T1" fmla="*/ 29 h 206"/>
                    <a:gd name="T2" fmla="*/ 66 w 156"/>
                    <a:gd name="T3" fmla="*/ 25 h 206"/>
                    <a:gd name="T4" fmla="*/ 68 w 156"/>
                    <a:gd name="T5" fmla="*/ 23 h 206"/>
                    <a:gd name="T6" fmla="*/ 84 w 156"/>
                    <a:gd name="T7" fmla="*/ 19 h 206"/>
                    <a:gd name="T8" fmla="*/ 110 w 156"/>
                    <a:gd name="T9" fmla="*/ 10 h 206"/>
                    <a:gd name="T10" fmla="*/ 116 w 156"/>
                    <a:gd name="T11" fmla="*/ 2 h 206"/>
                    <a:gd name="T12" fmla="*/ 128 w 156"/>
                    <a:gd name="T13" fmla="*/ 0 h 206"/>
                    <a:gd name="T14" fmla="*/ 154 w 156"/>
                    <a:gd name="T15" fmla="*/ 12 h 206"/>
                    <a:gd name="T16" fmla="*/ 150 w 156"/>
                    <a:gd name="T17" fmla="*/ 19 h 206"/>
                    <a:gd name="T18" fmla="*/ 130 w 156"/>
                    <a:gd name="T19" fmla="*/ 28 h 206"/>
                    <a:gd name="T20" fmla="*/ 136 w 156"/>
                    <a:gd name="T21" fmla="*/ 41 h 206"/>
                    <a:gd name="T22" fmla="*/ 146 w 156"/>
                    <a:gd name="T23" fmla="*/ 47 h 206"/>
                    <a:gd name="T24" fmla="*/ 150 w 156"/>
                    <a:gd name="T25" fmla="*/ 55 h 206"/>
                    <a:gd name="T26" fmla="*/ 132 w 156"/>
                    <a:gd name="T27" fmla="*/ 55 h 206"/>
                    <a:gd name="T28" fmla="*/ 120 w 156"/>
                    <a:gd name="T29" fmla="*/ 63 h 206"/>
                    <a:gd name="T30" fmla="*/ 108 w 156"/>
                    <a:gd name="T31" fmla="*/ 67 h 206"/>
                    <a:gd name="T32" fmla="*/ 104 w 156"/>
                    <a:gd name="T33" fmla="*/ 86 h 206"/>
                    <a:gd name="T34" fmla="*/ 92 w 156"/>
                    <a:gd name="T35" fmla="*/ 88 h 206"/>
                    <a:gd name="T36" fmla="*/ 86 w 156"/>
                    <a:gd name="T37" fmla="*/ 88 h 206"/>
                    <a:gd name="T38" fmla="*/ 76 w 156"/>
                    <a:gd name="T39" fmla="*/ 88 h 206"/>
                    <a:gd name="T40" fmla="*/ 72 w 156"/>
                    <a:gd name="T41" fmla="*/ 82 h 206"/>
                    <a:gd name="T42" fmla="*/ 60 w 156"/>
                    <a:gd name="T43" fmla="*/ 80 h 206"/>
                    <a:gd name="T44" fmla="*/ 42 w 156"/>
                    <a:gd name="T45" fmla="*/ 84 h 206"/>
                    <a:gd name="T46" fmla="*/ 28 w 156"/>
                    <a:gd name="T47" fmla="*/ 80 h 206"/>
                    <a:gd name="T48" fmla="*/ 10 w 156"/>
                    <a:gd name="T49" fmla="*/ 64 h 206"/>
                    <a:gd name="T50" fmla="*/ 4 w 156"/>
                    <a:gd name="T51" fmla="*/ 56 h 206"/>
                    <a:gd name="T52" fmla="*/ 0 w 156"/>
                    <a:gd name="T53" fmla="*/ 51 h 206"/>
                    <a:gd name="T54" fmla="*/ 20 w 156"/>
                    <a:gd name="T55" fmla="*/ 41 h 206"/>
                    <a:gd name="T56" fmla="*/ 32 w 156"/>
                    <a:gd name="T57" fmla="*/ 45 h 206"/>
                    <a:gd name="T58" fmla="*/ 34 w 156"/>
                    <a:gd name="T59" fmla="*/ 35 h 206"/>
                    <a:gd name="T60" fmla="*/ 52 w 156"/>
                    <a:gd name="T61" fmla="*/ 30 h 206"/>
                    <a:gd name="T62" fmla="*/ 54 w 156"/>
                    <a:gd name="T63" fmla="*/ 29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Freeform 15">
                  <a:extLst>
                    <a:ext uri="{FF2B5EF4-FFF2-40B4-BE49-F238E27FC236}">
                      <a16:creationId xmlns:a16="http://schemas.microsoft.com/office/drawing/2014/main" id="{2D12AA73-2B65-4A6F-B31B-81258BCF6DAE}"/>
                    </a:ext>
                  </a:extLst>
                </p:cNvPr>
                <p:cNvSpPr>
                  <a:spLocks/>
                </p:cNvSpPr>
                <p:nvPr userDrawn="1"/>
              </p:nvSpPr>
              <p:spPr bwMode="ltGray">
                <a:xfrm>
                  <a:off x="2375" y="800"/>
                  <a:ext cx="110" cy="32"/>
                </a:xfrm>
                <a:custGeom>
                  <a:avLst/>
                  <a:gdLst>
                    <a:gd name="T0" fmla="*/ 4 w 109"/>
                    <a:gd name="T1" fmla="*/ 16 h 38"/>
                    <a:gd name="T2" fmla="*/ 18 w 109"/>
                    <a:gd name="T3" fmla="*/ 5 h 38"/>
                    <a:gd name="T4" fmla="*/ 46 w 109"/>
                    <a:gd name="T5" fmla="*/ 10 h 38"/>
                    <a:gd name="T6" fmla="*/ 76 w 109"/>
                    <a:gd name="T7" fmla="*/ 7 h 38"/>
                    <a:gd name="T8" fmla="*/ 94 w 109"/>
                    <a:gd name="T9" fmla="*/ 0 h 38"/>
                    <a:gd name="T10" fmla="*/ 80 w 109"/>
                    <a:gd name="T11" fmla="*/ 13 h 38"/>
                    <a:gd name="T12" fmla="*/ 64 w 109"/>
                    <a:gd name="T13" fmla="*/ 19 h 38"/>
                    <a:gd name="T14" fmla="*/ 42 w 109"/>
                    <a:gd name="T15" fmla="*/ 16 h 38"/>
                    <a:gd name="T16" fmla="*/ 14 w 109"/>
                    <a:gd name="T17" fmla="*/ 15 h 38"/>
                    <a:gd name="T18" fmla="*/ 4 w 109"/>
                    <a:gd name="T19" fmla="*/ 16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16">
                  <a:extLst>
                    <a:ext uri="{FF2B5EF4-FFF2-40B4-BE49-F238E27FC236}">
                      <a16:creationId xmlns:a16="http://schemas.microsoft.com/office/drawing/2014/main" id="{12FDB592-D09E-4B0F-BB5B-CA5EAF8C29D9}"/>
                    </a:ext>
                  </a:extLst>
                </p:cNvPr>
                <p:cNvSpPr>
                  <a:spLocks/>
                </p:cNvSpPr>
                <p:nvPr userDrawn="1"/>
              </p:nvSpPr>
              <p:spPr bwMode="ltGray">
                <a:xfrm>
                  <a:off x="2370" y="839"/>
                  <a:ext cx="75" cy="84"/>
                </a:xfrm>
                <a:custGeom>
                  <a:avLst/>
                  <a:gdLst>
                    <a:gd name="T0" fmla="*/ 8 w 76"/>
                    <a:gd name="T1" fmla="*/ 8 h 104"/>
                    <a:gd name="T2" fmla="*/ 18 w 76"/>
                    <a:gd name="T3" fmla="*/ 0 h 104"/>
                    <a:gd name="T4" fmla="*/ 34 w 76"/>
                    <a:gd name="T5" fmla="*/ 8 h 104"/>
                    <a:gd name="T6" fmla="*/ 58 w 76"/>
                    <a:gd name="T7" fmla="*/ 2 h 104"/>
                    <a:gd name="T8" fmla="*/ 42 w 76"/>
                    <a:gd name="T9" fmla="*/ 15 h 104"/>
                    <a:gd name="T10" fmla="*/ 50 w 76"/>
                    <a:gd name="T11" fmla="*/ 21 h 104"/>
                    <a:gd name="T12" fmla="*/ 54 w 76"/>
                    <a:gd name="T13" fmla="*/ 26 h 104"/>
                    <a:gd name="T14" fmla="*/ 42 w 76"/>
                    <a:gd name="T15" fmla="*/ 32 h 104"/>
                    <a:gd name="T16" fmla="*/ 34 w 76"/>
                    <a:gd name="T17" fmla="*/ 26 h 104"/>
                    <a:gd name="T18" fmla="*/ 22 w 76"/>
                    <a:gd name="T19" fmla="*/ 21 h 104"/>
                    <a:gd name="T20" fmla="*/ 28 w 76"/>
                    <a:gd name="T21" fmla="*/ 29 h 104"/>
                    <a:gd name="T22" fmla="*/ 30 w 76"/>
                    <a:gd name="T23" fmla="*/ 32 h 104"/>
                    <a:gd name="T24" fmla="*/ 20 w 76"/>
                    <a:gd name="T25" fmla="*/ 44 h 104"/>
                    <a:gd name="T26" fmla="*/ 12 w 76"/>
                    <a:gd name="T27" fmla="*/ 43 h 104"/>
                    <a:gd name="T28" fmla="*/ 8 w 76"/>
                    <a:gd name="T29" fmla="*/ 39 h 104"/>
                    <a:gd name="T30" fmla="*/ 0 w 76"/>
                    <a:gd name="T31" fmla="*/ 23 h 104"/>
                    <a:gd name="T32" fmla="*/ 2 w 76"/>
                    <a:gd name="T33" fmla="*/ 12 h 104"/>
                    <a:gd name="T34" fmla="*/ 8 w 76"/>
                    <a:gd name="T35" fmla="*/ 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Freeform 17">
                  <a:extLst>
                    <a:ext uri="{FF2B5EF4-FFF2-40B4-BE49-F238E27FC236}">
                      <a16:creationId xmlns:a16="http://schemas.microsoft.com/office/drawing/2014/main" id="{0D65B10A-BE4F-49A7-A7ED-4D27F753B45A}"/>
                    </a:ext>
                  </a:extLst>
                </p:cNvPr>
                <p:cNvSpPr>
                  <a:spLocks/>
                </p:cNvSpPr>
                <p:nvPr userDrawn="1"/>
              </p:nvSpPr>
              <p:spPr bwMode="ltGray">
                <a:xfrm>
                  <a:off x="2497" y="793"/>
                  <a:ext cx="37" cy="49"/>
                </a:xfrm>
                <a:custGeom>
                  <a:avLst/>
                  <a:gdLst>
                    <a:gd name="T0" fmla="*/ 3 w 37"/>
                    <a:gd name="T1" fmla="*/ 11 h 61"/>
                    <a:gd name="T2" fmla="*/ 13 w 37"/>
                    <a:gd name="T3" fmla="*/ 0 h 61"/>
                    <a:gd name="T4" fmla="*/ 15 w 37"/>
                    <a:gd name="T5" fmla="*/ 11 h 61"/>
                    <a:gd name="T6" fmla="*/ 37 w 37"/>
                    <a:gd name="T7" fmla="*/ 16 h 61"/>
                    <a:gd name="T8" fmla="*/ 19 w 37"/>
                    <a:gd name="T9" fmla="*/ 18 h 61"/>
                    <a:gd name="T10" fmla="*/ 5 w 37"/>
                    <a:gd name="T11" fmla="*/ 25 h 61"/>
                    <a:gd name="T12" fmla="*/ 1 w 37"/>
                    <a:gd name="T13" fmla="*/ 14 h 61"/>
                    <a:gd name="T14" fmla="*/ 3 w 37"/>
                    <a:gd name="T15" fmla="*/ 11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8">
                  <a:extLst>
                    <a:ext uri="{FF2B5EF4-FFF2-40B4-BE49-F238E27FC236}">
                      <a16:creationId xmlns:a16="http://schemas.microsoft.com/office/drawing/2014/main" id="{2D7E566F-A6FF-4937-AB43-B791A0CF5341}"/>
                    </a:ext>
                  </a:extLst>
                </p:cNvPr>
                <p:cNvSpPr>
                  <a:spLocks/>
                </p:cNvSpPr>
                <p:nvPr userDrawn="1"/>
              </p:nvSpPr>
              <p:spPr bwMode="ltGray">
                <a:xfrm>
                  <a:off x="2506" y="869"/>
                  <a:ext cx="47" cy="24"/>
                </a:xfrm>
                <a:custGeom>
                  <a:avLst/>
                  <a:gdLst>
                    <a:gd name="T0" fmla="*/ 7 w 49"/>
                    <a:gd name="T1" fmla="*/ 0 h 29"/>
                    <a:gd name="T2" fmla="*/ 25 w 49"/>
                    <a:gd name="T3" fmla="*/ 0 h 29"/>
                    <a:gd name="T4" fmla="*/ 41 w 49"/>
                    <a:gd name="T5" fmla="*/ 7 h 29"/>
                    <a:gd name="T6" fmla="*/ 31 w 49"/>
                    <a:gd name="T7" fmla="*/ 7 h 29"/>
                    <a:gd name="T8" fmla="*/ 3 w 49"/>
                    <a:gd name="T9" fmla="*/ 7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19">
                  <a:extLst>
                    <a:ext uri="{FF2B5EF4-FFF2-40B4-BE49-F238E27FC236}">
                      <a16:creationId xmlns:a16="http://schemas.microsoft.com/office/drawing/2014/main" id="{99381199-FF7C-4886-8484-AE15405C2F5A}"/>
                    </a:ext>
                  </a:extLst>
                </p:cNvPr>
                <p:cNvSpPr>
                  <a:spLocks/>
                </p:cNvSpPr>
                <p:nvPr userDrawn="1"/>
              </p:nvSpPr>
              <p:spPr bwMode="ltGray">
                <a:xfrm>
                  <a:off x="2555" y="832"/>
                  <a:ext cx="61" cy="42"/>
                </a:xfrm>
                <a:custGeom>
                  <a:avLst/>
                  <a:gdLst>
                    <a:gd name="T0" fmla="*/ 21 w 61"/>
                    <a:gd name="T1" fmla="*/ 22 h 48"/>
                    <a:gd name="T2" fmla="*/ 15 w 61"/>
                    <a:gd name="T3" fmla="*/ 16 h 48"/>
                    <a:gd name="T4" fmla="*/ 3 w 61"/>
                    <a:gd name="T5" fmla="*/ 13 h 48"/>
                    <a:gd name="T6" fmla="*/ 13 w 61"/>
                    <a:gd name="T7" fmla="*/ 4 h 48"/>
                    <a:gd name="T8" fmla="*/ 25 w 61"/>
                    <a:gd name="T9" fmla="*/ 0 h 48"/>
                    <a:gd name="T10" fmla="*/ 49 w 61"/>
                    <a:gd name="T11" fmla="*/ 6 h 48"/>
                    <a:gd name="T12" fmla="*/ 53 w 61"/>
                    <a:gd name="T13" fmla="*/ 12 h 48"/>
                    <a:gd name="T14" fmla="*/ 61 w 61"/>
                    <a:gd name="T15" fmla="*/ 19 h 48"/>
                    <a:gd name="T16" fmla="*/ 41 w 61"/>
                    <a:gd name="T17" fmla="*/ 22 h 48"/>
                    <a:gd name="T18" fmla="*/ 23 w 61"/>
                    <a:gd name="T19" fmla="*/ 26 h 48"/>
                    <a:gd name="T20" fmla="*/ 21 w 61"/>
                    <a:gd name="T21" fmla="*/ 22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0">
                  <a:extLst>
                    <a:ext uri="{FF2B5EF4-FFF2-40B4-BE49-F238E27FC236}">
                      <a16:creationId xmlns:a16="http://schemas.microsoft.com/office/drawing/2014/main" id="{5FE8B851-B1AA-48CF-A0F0-D08E63A9910B}"/>
                    </a:ext>
                  </a:extLst>
                </p:cNvPr>
                <p:cNvSpPr>
                  <a:spLocks/>
                </p:cNvSpPr>
                <p:nvPr userDrawn="1"/>
              </p:nvSpPr>
              <p:spPr bwMode="ltGray">
                <a:xfrm>
                  <a:off x="2572" y="852"/>
                  <a:ext cx="286" cy="149"/>
                </a:xfrm>
                <a:custGeom>
                  <a:avLst/>
                  <a:gdLst>
                    <a:gd name="T0" fmla="*/ 46 w 286"/>
                    <a:gd name="T1" fmla="*/ 13 h 182"/>
                    <a:gd name="T2" fmla="*/ 36 w 286"/>
                    <a:gd name="T3" fmla="*/ 6 h 182"/>
                    <a:gd name="T4" fmla="*/ 26 w 286"/>
                    <a:gd name="T5" fmla="*/ 13 h 182"/>
                    <a:gd name="T6" fmla="*/ 0 w 286"/>
                    <a:gd name="T7" fmla="*/ 11 h 182"/>
                    <a:gd name="T8" fmla="*/ 10 w 286"/>
                    <a:gd name="T9" fmla="*/ 19 h 182"/>
                    <a:gd name="T10" fmla="*/ 16 w 286"/>
                    <a:gd name="T11" fmla="*/ 28 h 182"/>
                    <a:gd name="T12" fmla="*/ 24 w 286"/>
                    <a:gd name="T13" fmla="*/ 21 h 182"/>
                    <a:gd name="T14" fmla="*/ 30 w 286"/>
                    <a:gd name="T15" fmla="*/ 20 h 182"/>
                    <a:gd name="T16" fmla="*/ 48 w 286"/>
                    <a:gd name="T17" fmla="*/ 25 h 182"/>
                    <a:gd name="T18" fmla="*/ 70 w 286"/>
                    <a:gd name="T19" fmla="*/ 28 h 182"/>
                    <a:gd name="T20" fmla="*/ 88 w 286"/>
                    <a:gd name="T21" fmla="*/ 32 h 182"/>
                    <a:gd name="T22" fmla="*/ 106 w 286"/>
                    <a:gd name="T23" fmla="*/ 46 h 182"/>
                    <a:gd name="T24" fmla="*/ 104 w 286"/>
                    <a:gd name="T25" fmla="*/ 55 h 182"/>
                    <a:gd name="T26" fmla="*/ 98 w 286"/>
                    <a:gd name="T27" fmla="*/ 61 h 182"/>
                    <a:gd name="T28" fmla="*/ 122 w 286"/>
                    <a:gd name="T29" fmla="*/ 57 h 182"/>
                    <a:gd name="T30" fmla="*/ 140 w 286"/>
                    <a:gd name="T31" fmla="*/ 63 h 182"/>
                    <a:gd name="T32" fmla="*/ 168 w 286"/>
                    <a:gd name="T33" fmla="*/ 66 h 182"/>
                    <a:gd name="T34" fmla="*/ 174 w 286"/>
                    <a:gd name="T35" fmla="*/ 65 h 182"/>
                    <a:gd name="T36" fmla="*/ 168 w 286"/>
                    <a:gd name="T37" fmla="*/ 61 h 182"/>
                    <a:gd name="T38" fmla="*/ 178 w 286"/>
                    <a:gd name="T39" fmla="*/ 61 h 182"/>
                    <a:gd name="T40" fmla="*/ 186 w 286"/>
                    <a:gd name="T41" fmla="*/ 53 h 182"/>
                    <a:gd name="T42" fmla="*/ 202 w 286"/>
                    <a:gd name="T43" fmla="*/ 55 h 182"/>
                    <a:gd name="T44" fmla="*/ 214 w 286"/>
                    <a:gd name="T45" fmla="*/ 58 h 182"/>
                    <a:gd name="T46" fmla="*/ 244 w 286"/>
                    <a:gd name="T47" fmla="*/ 76 h 182"/>
                    <a:gd name="T48" fmla="*/ 262 w 286"/>
                    <a:gd name="T49" fmla="*/ 80 h 182"/>
                    <a:gd name="T50" fmla="*/ 284 w 286"/>
                    <a:gd name="T51" fmla="*/ 76 h 182"/>
                    <a:gd name="T52" fmla="*/ 268 w 286"/>
                    <a:gd name="T53" fmla="*/ 72 h 182"/>
                    <a:gd name="T54" fmla="*/ 256 w 286"/>
                    <a:gd name="T55" fmla="*/ 62 h 182"/>
                    <a:gd name="T56" fmla="*/ 250 w 286"/>
                    <a:gd name="T57" fmla="*/ 59 h 182"/>
                    <a:gd name="T58" fmla="*/ 248 w 286"/>
                    <a:gd name="T59" fmla="*/ 55 h 182"/>
                    <a:gd name="T60" fmla="*/ 236 w 286"/>
                    <a:gd name="T61" fmla="*/ 52 h 182"/>
                    <a:gd name="T62" fmla="*/ 240 w 286"/>
                    <a:gd name="T63" fmla="*/ 43 h 182"/>
                    <a:gd name="T64" fmla="*/ 220 w 286"/>
                    <a:gd name="T65" fmla="*/ 38 h 182"/>
                    <a:gd name="T66" fmla="*/ 210 w 286"/>
                    <a:gd name="T67" fmla="*/ 31 h 182"/>
                    <a:gd name="T68" fmla="*/ 190 w 286"/>
                    <a:gd name="T69" fmla="*/ 24 h 182"/>
                    <a:gd name="T70" fmla="*/ 168 w 286"/>
                    <a:gd name="T71" fmla="*/ 16 h 182"/>
                    <a:gd name="T72" fmla="*/ 156 w 286"/>
                    <a:gd name="T73" fmla="*/ 16 h 182"/>
                    <a:gd name="T74" fmla="*/ 120 w 286"/>
                    <a:gd name="T75" fmla="*/ 7 h 182"/>
                    <a:gd name="T76" fmla="*/ 102 w 286"/>
                    <a:gd name="T77" fmla="*/ 2 h 182"/>
                    <a:gd name="T78" fmla="*/ 96 w 286"/>
                    <a:gd name="T79" fmla="*/ 0 h 182"/>
                    <a:gd name="T80" fmla="*/ 70 w 286"/>
                    <a:gd name="T81" fmla="*/ 5 h 182"/>
                    <a:gd name="T82" fmla="*/ 56 w 286"/>
                    <a:gd name="T83" fmla="*/ 14 h 182"/>
                    <a:gd name="T84" fmla="*/ 46 w 286"/>
                    <a:gd name="T85" fmla="*/ 13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1">
                  <a:extLst>
                    <a:ext uri="{FF2B5EF4-FFF2-40B4-BE49-F238E27FC236}">
                      <a16:creationId xmlns:a16="http://schemas.microsoft.com/office/drawing/2014/main" id="{8CBDA40F-83AB-4E9D-9295-A65611FA6549}"/>
                    </a:ext>
                  </a:extLst>
                </p:cNvPr>
                <p:cNvSpPr>
                  <a:spLocks/>
                </p:cNvSpPr>
                <p:nvPr userDrawn="1"/>
              </p:nvSpPr>
              <p:spPr bwMode="ltGray">
                <a:xfrm>
                  <a:off x="2820" y="866"/>
                  <a:ext cx="78" cy="64"/>
                </a:xfrm>
                <a:custGeom>
                  <a:avLst/>
                  <a:gdLst>
                    <a:gd name="T0" fmla="*/ 1 w 78"/>
                    <a:gd name="T1" fmla="*/ 26 h 78"/>
                    <a:gd name="T2" fmla="*/ 27 w 78"/>
                    <a:gd name="T3" fmla="*/ 27 h 78"/>
                    <a:gd name="T4" fmla="*/ 45 w 78"/>
                    <a:gd name="T5" fmla="*/ 21 h 78"/>
                    <a:gd name="T6" fmla="*/ 57 w 78"/>
                    <a:gd name="T7" fmla="*/ 14 h 78"/>
                    <a:gd name="T8" fmla="*/ 43 w 78"/>
                    <a:gd name="T9" fmla="*/ 6 h 78"/>
                    <a:gd name="T10" fmla="*/ 43 w 78"/>
                    <a:gd name="T11" fmla="*/ 2 h 78"/>
                    <a:gd name="T12" fmla="*/ 71 w 78"/>
                    <a:gd name="T13" fmla="*/ 11 h 78"/>
                    <a:gd name="T14" fmla="*/ 67 w 78"/>
                    <a:gd name="T15" fmla="*/ 25 h 78"/>
                    <a:gd name="T16" fmla="*/ 33 w 78"/>
                    <a:gd name="T17" fmla="*/ 35 h 78"/>
                    <a:gd name="T18" fmla="*/ 9 w 78"/>
                    <a:gd name="T19" fmla="*/ 30 h 78"/>
                    <a:gd name="T20" fmla="*/ 3 w 78"/>
                    <a:gd name="T21" fmla="*/ 28 h 78"/>
                    <a:gd name="T22" fmla="*/ 1 w 78"/>
                    <a:gd name="T23" fmla="*/ 26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2">
                  <a:extLst>
                    <a:ext uri="{FF2B5EF4-FFF2-40B4-BE49-F238E27FC236}">
                      <a16:creationId xmlns:a16="http://schemas.microsoft.com/office/drawing/2014/main" id="{99CE1736-106D-4A04-8775-5F474688D24E}"/>
                    </a:ext>
                  </a:extLst>
                </p:cNvPr>
                <p:cNvSpPr>
                  <a:spLocks/>
                </p:cNvSpPr>
                <p:nvPr userDrawn="1"/>
              </p:nvSpPr>
              <p:spPr bwMode="ltGray">
                <a:xfrm>
                  <a:off x="2984" y="732"/>
                  <a:ext cx="19" cy="14"/>
                </a:xfrm>
                <a:custGeom>
                  <a:avLst/>
                  <a:gdLst>
                    <a:gd name="T0" fmla="*/ 3 w 17"/>
                    <a:gd name="T1" fmla="*/ 2 h 18"/>
                    <a:gd name="T2" fmla="*/ 3 w 17"/>
                    <a:gd name="T3" fmla="*/ 5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23">
                  <a:extLst>
                    <a:ext uri="{FF2B5EF4-FFF2-40B4-BE49-F238E27FC236}">
                      <a16:creationId xmlns:a16="http://schemas.microsoft.com/office/drawing/2014/main" id="{F6243E5A-A953-4955-BFFF-240FCE19523F}"/>
                    </a:ext>
                  </a:extLst>
                </p:cNvPr>
                <p:cNvSpPr>
                  <a:spLocks/>
                </p:cNvSpPr>
                <p:nvPr userDrawn="1"/>
              </p:nvSpPr>
              <p:spPr bwMode="ltGray">
                <a:xfrm>
                  <a:off x="3083" y="830"/>
                  <a:ext cx="26" cy="19"/>
                </a:xfrm>
                <a:custGeom>
                  <a:avLst/>
                  <a:gdLst>
                    <a:gd name="T0" fmla="*/ 8 w 26"/>
                    <a:gd name="T1" fmla="*/ 8 h 22"/>
                    <a:gd name="T2" fmla="*/ 14 w 26"/>
                    <a:gd name="T3" fmla="*/ 0 h 22"/>
                    <a:gd name="T4" fmla="*/ 14 w 26"/>
                    <a:gd name="T5" fmla="*/ 12 h 22"/>
                    <a:gd name="T6" fmla="*/ 8 w 26"/>
                    <a:gd name="T7" fmla="*/ 8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24">
                  <a:extLst>
                    <a:ext uri="{FF2B5EF4-FFF2-40B4-BE49-F238E27FC236}">
                      <a16:creationId xmlns:a16="http://schemas.microsoft.com/office/drawing/2014/main" id="{51EE160E-D27E-4A9A-91CE-D852CC26DD1E}"/>
                    </a:ext>
                  </a:extLst>
                </p:cNvPr>
                <p:cNvSpPr>
                  <a:spLocks/>
                </p:cNvSpPr>
                <p:nvPr userDrawn="1"/>
              </p:nvSpPr>
              <p:spPr bwMode="ltGray">
                <a:xfrm>
                  <a:off x="2766" y="610"/>
                  <a:ext cx="19" cy="12"/>
                </a:xfrm>
                <a:custGeom>
                  <a:avLst/>
                  <a:gdLst>
                    <a:gd name="T0" fmla="*/ 7 w 20"/>
                    <a:gd name="T1" fmla="*/ 5 h 15"/>
                    <a:gd name="T2" fmla="*/ 13 w 20"/>
                    <a:gd name="T3" fmla="*/ 2 h 15"/>
                    <a:gd name="T4" fmla="*/ 9 w 20"/>
                    <a:gd name="T5" fmla="*/ 5 h 15"/>
                    <a:gd name="T6" fmla="*/ 7 w 20"/>
                    <a:gd name="T7" fmla="*/ 5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Freeform 25">
                  <a:extLst>
                    <a:ext uri="{FF2B5EF4-FFF2-40B4-BE49-F238E27FC236}">
                      <a16:creationId xmlns:a16="http://schemas.microsoft.com/office/drawing/2014/main" id="{5E82EB72-E9C9-402D-BA35-F41CC3FB8B3F}"/>
                    </a:ext>
                  </a:extLst>
                </p:cNvPr>
                <p:cNvSpPr>
                  <a:spLocks/>
                </p:cNvSpPr>
                <p:nvPr userDrawn="1"/>
              </p:nvSpPr>
              <p:spPr bwMode="ltGray">
                <a:xfrm>
                  <a:off x="2600" y="712"/>
                  <a:ext cx="19" cy="12"/>
                </a:xfrm>
                <a:custGeom>
                  <a:avLst/>
                  <a:gdLst>
                    <a:gd name="T0" fmla="*/ 7 w 20"/>
                    <a:gd name="T1" fmla="*/ 5 h 15"/>
                    <a:gd name="T2" fmla="*/ 11 w 20"/>
                    <a:gd name="T3" fmla="*/ 2 h 15"/>
                    <a:gd name="T4" fmla="*/ 11 w 20"/>
                    <a:gd name="T5" fmla="*/ 6 h 15"/>
                    <a:gd name="T6" fmla="*/ 7 w 20"/>
                    <a:gd name="T7" fmla="*/ 5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26">
                  <a:extLst>
                    <a:ext uri="{FF2B5EF4-FFF2-40B4-BE49-F238E27FC236}">
                      <a16:creationId xmlns:a16="http://schemas.microsoft.com/office/drawing/2014/main" id="{8D21E555-2AC1-4A82-A92E-02673628413B}"/>
                    </a:ext>
                  </a:extLst>
                </p:cNvPr>
                <p:cNvSpPr>
                  <a:spLocks/>
                </p:cNvSpPr>
                <p:nvPr userDrawn="1"/>
              </p:nvSpPr>
              <p:spPr bwMode="ltGray">
                <a:xfrm>
                  <a:off x="2417" y="680"/>
                  <a:ext cx="80" cy="66"/>
                </a:xfrm>
                <a:custGeom>
                  <a:avLst/>
                  <a:gdLst>
                    <a:gd name="T0" fmla="*/ 0 w 80"/>
                    <a:gd name="T1" fmla="*/ 23 h 80"/>
                    <a:gd name="T2" fmla="*/ 14 w 80"/>
                    <a:gd name="T3" fmla="*/ 12 h 80"/>
                    <a:gd name="T4" fmla="*/ 26 w 80"/>
                    <a:gd name="T5" fmla="*/ 10 h 80"/>
                    <a:gd name="T6" fmla="*/ 48 w 80"/>
                    <a:gd name="T7" fmla="*/ 8 h 80"/>
                    <a:gd name="T8" fmla="*/ 58 w 80"/>
                    <a:gd name="T9" fmla="*/ 0 h 80"/>
                    <a:gd name="T10" fmla="*/ 80 w 80"/>
                    <a:gd name="T11" fmla="*/ 18 h 80"/>
                    <a:gd name="T12" fmla="*/ 70 w 80"/>
                    <a:gd name="T13" fmla="*/ 26 h 80"/>
                    <a:gd name="T14" fmla="*/ 54 w 80"/>
                    <a:gd name="T15" fmla="*/ 29 h 80"/>
                    <a:gd name="T16" fmla="*/ 48 w 80"/>
                    <a:gd name="T17" fmla="*/ 37 h 80"/>
                    <a:gd name="T18" fmla="*/ 32 w 80"/>
                    <a:gd name="T19" fmla="*/ 31 h 80"/>
                    <a:gd name="T20" fmla="*/ 38 w 80"/>
                    <a:gd name="T21" fmla="*/ 24 h 80"/>
                    <a:gd name="T22" fmla="*/ 30 w 80"/>
                    <a:gd name="T23" fmla="*/ 13 h 80"/>
                    <a:gd name="T24" fmla="*/ 20 w 80"/>
                    <a:gd name="T25" fmla="*/ 22 h 80"/>
                    <a:gd name="T26" fmla="*/ 8 w 80"/>
                    <a:gd name="T27" fmla="*/ 26 h 80"/>
                    <a:gd name="T28" fmla="*/ 0 w 80"/>
                    <a:gd name="T29" fmla="*/ 23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27">
                  <a:extLst>
                    <a:ext uri="{FF2B5EF4-FFF2-40B4-BE49-F238E27FC236}">
                      <a16:creationId xmlns:a16="http://schemas.microsoft.com/office/drawing/2014/main" id="{0F141EBB-118E-470D-A533-4AA994AFAFDF}"/>
                    </a:ext>
                  </a:extLst>
                </p:cNvPr>
                <p:cNvSpPr>
                  <a:spLocks/>
                </p:cNvSpPr>
                <p:nvPr userDrawn="1"/>
              </p:nvSpPr>
              <p:spPr bwMode="ltGray">
                <a:xfrm>
                  <a:off x="2391" y="541"/>
                  <a:ext cx="94" cy="142"/>
                </a:xfrm>
                <a:custGeom>
                  <a:avLst/>
                  <a:gdLst>
                    <a:gd name="T0" fmla="*/ 14 w 94"/>
                    <a:gd name="T1" fmla="*/ 42 h 174"/>
                    <a:gd name="T2" fmla="*/ 26 w 94"/>
                    <a:gd name="T3" fmla="*/ 56 h 174"/>
                    <a:gd name="T4" fmla="*/ 32 w 94"/>
                    <a:gd name="T5" fmla="*/ 48 h 174"/>
                    <a:gd name="T6" fmla="*/ 52 w 94"/>
                    <a:gd name="T7" fmla="*/ 45 h 174"/>
                    <a:gd name="T8" fmla="*/ 46 w 94"/>
                    <a:gd name="T9" fmla="*/ 55 h 174"/>
                    <a:gd name="T10" fmla="*/ 66 w 94"/>
                    <a:gd name="T11" fmla="*/ 56 h 174"/>
                    <a:gd name="T12" fmla="*/ 76 w 94"/>
                    <a:gd name="T13" fmla="*/ 64 h 174"/>
                    <a:gd name="T14" fmla="*/ 58 w 94"/>
                    <a:gd name="T15" fmla="*/ 66 h 174"/>
                    <a:gd name="T16" fmla="*/ 74 w 94"/>
                    <a:gd name="T17" fmla="*/ 78 h 174"/>
                    <a:gd name="T18" fmla="*/ 84 w 94"/>
                    <a:gd name="T19" fmla="*/ 69 h 174"/>
                    <a:gd name="T20" fmla="*/ 82 w 94"/>
                    <a:gd name="T21" fmla="*/ 49 h 174"/>
                    <a:gd name="T22" fmla="*/ 60 w 94"/>
                    <a:gd name="T23" fmla="*/ 47 h 174"/>
                    <a:gd name="T24" fmla="*/ 50 w 94"/>
                    <a:gd name="T25" fmla="*/ 37 h 174"/>
                    <a:gd name="T26" fmla="*/ 34 w 94"/>
                    <a:gd name="T27" fmla="*/ 37 h 174"/>
                    <a:gd name="T28" fmla="*/ 30 w 94"/>
                    <a:gd name="T29" fmla="*/ 31 h 174"/>
                    <a:gd name="T30" fmla="*/ 42 w 94"/>
                    <a:gd name="T31" fmla="*/ 19 h 174"/>
                    <a:gd name="T32" fmla="*/ 30 w 94"/>
                    <a:gd name="T33" fmla="*/ 0 h 174"/>
                    <a:gd name="T34" fmla="*/ 18 w 94"/>
                    <a:gd name="T35" fmla="*/ 10 h 174"/>
                    <a:gd name="T36" fmla="*/ 4 w 94"/>
                    <a:gd name="T37" fmla="*/ 20 h 174"/>
                    <a:gd name="T38" fmla="*/ 14 w 94"/>
                    <a:gd name="T39" fmla="*/ 34 h 174"/>
                    <a:gd name="T40" fmla="*/ 14 w 94"/>
                    <a:gd name="T41" fmla="*/ 4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Freeform 28">
                  <a:extLst>
                    <a:ext uri="{FF2B5EF4-FFF2-40B4-BE49-F238E27FC236}">
                      <a16:creationId xmlns:a16="http://schemas.microsoft.com/office/drawing/2014/main" id="{8C3E9B52-B041-4283-AE31-B28529E6AD25}"/>
                    </a:ext>
                  </a:extLst>
                </p:cNvPr>
                <p:cNvSpPr>
                  <a:spLocks/>
                </p:cNvSpPr>
                <p:nvPr userDrawn="1"/>
              </p:nvSpPr>
              <p:spPr bwMode="ltGray">
                <a:xfrm>
                  <a:off x="2415" y="644"/>
                  <a:ext cx="32" cy="41"/>
                </a:xfrm>
                <a:custGeom>
                  <a:avLst/>
                  <a:gdLst>
                    <a:gd name="T0" fmla="*/ 6 w 32"/>
                    <a:gd name="T1" fmla="*/ 11 h 50"/>
                    <a:gd name="T2" fmla="*/ 12 w 32"/>
                    <a:gd name="T3" fmla="*/ 0 h 50"/>
                    <a:gd name="T4" fmla="*/ 20 w 32"/>
                    <a:gd name="T5" fmla="*/ 7 h 50"/>
                    <a:gd name="T6" fmla="*/ 22 w 32"/>
                    <a:gd name="T7" fmla="*/ 11 h 50"/>
                    <a:gd name="T8" fmla="*/ 28 w 32"/>
                    <a:gd name="T9" fmla="*/ 11 h 50"/>
                    <a:gd name="T10" fmla="*/ 32 w 32"/>
                    <a:gd name="T11" fmla="*/ 17 h 50"/>
                    <a:gd name="T12" fmla="*/ 18 w 32"/>
                    <a:gd name="T13" fmla="*/ 23 h 50"/>
                    <a:gd name="T14" fmla="*/ 6 w 32"/>
                    <a:gd name="T15" fmla="*/ 11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Freeform 29">
                  <a:extLst>
                    <a:ext uri="{FF2B5EF4-FFF2-40B4-BE49-F238E27FC236}">
                      <a16:creationId xmlns:a16="http://schemas.microsoft.com/office/drawing/2014/main" id="{530B6EA1-AEBF-49A7-8F0F-0626279176A9}"/>
                    </a:ext>
                  </a:extLst>
                </p:cNvPr>
                <p:cNvSpPr>
                  <a:spLocks/>
                </p:cNvSpPr>
                <p:nvPr userDrawn="1"/>
              </p:nvSpPr>
              <p:spPr bwMode="ltGray">
                <a:xfrm>
                  <a:off x="2349" y="654"/>
                  <a:ext cx="45" cy="41"/>
                </a:xfrm>
                <a:custGeom>
                  <a:avLst/>
                  <a:gdLst>
                    <a:gd name="T0" fmla="*/ 0 w 43"/>
                    <a:gd name="T1" fmla="*/ 21 h 50"/>
                    <a:gd name="T2" fmla="*/ 26 w 43"/>
                    <a:gd name="T3" fmla="*/ 9 h 50"/>
                    <a:gd name="T4" fmla="*/ 44 w 43"/>
                    <a:gd name="T5" fmla="*/ 0 h 50"/>
                    <a:gd name="T6" fmla="*/ 28 w 43"/>
                    <a:gd name="T7" fmla="*/ 13 h 50"/>
                    <a:gd name="T8" fmla="*/ 2 w 43"/>
                    <a:gd name="T9" fmla="*/ 23 h 50"/>
                    <a:gd name="T10" fmla="*/ 0 w 43"/>
                    <a:gd name="T11" fmla="*/ 21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Freeform 30">
                  <a:extLst>
                    <a:ext uri="{FF2B5EF4-FFF2-40B4-BE49-F238E27FC236}">
                      <a16:creationId xmlns:a16="http://schemas.microsoft.com/office/drawing/2014/main" id="{846F5C3C-BE02-41E0-900E-BEDF53C32C2F}"/>
                    </a:ext>
                  </a:extLst>
                </p:cNvPr>
                <p:cNvSpPr>
                  <a:spLocks/>
                </p:cNvSpPr>
                <p:nvPr userDrawn="1"/>
              </p:nvSpPr>
              <p:spPr bwMode="ltGray">
                <a:xfrm>
                  <a:off x="4808" y="597"/>
                  <a:ext cx="701" cy="438"/>
                </a:xfrm>
                <a:custGeom>
                  <a:avLst/>
                  <a:gdLst>
                    <a:gd name="T0" fmla="*/ 101 w 471"/>
                    <a:gd name="T1" fmla="*/ 1652 h 281"/>
                    <a:gd name="T2" fmla="*/ 119 w 471"/>
                    <a:gd name="T3" fmla="*/ 1478 h 281"/>
                    <a:gd name="T4" fmla="*/ 109 w 471"/>
                    <a:gd name="T5" fmla="*/ 1445 h 281"/>
                    <a:gd name="T6" fmla="*/ 80 w 471"/>
                    <a:gd name="T7" fmla="*/ 1288 h 281"/>
                    <a:gd name="T8" fmla="*/ 19 w 471"/>
                    <a:gd name="T9" fmla="*/ 1269 h 281"/>
                    <a:gd name="T10" fmla="*/ 0 w 471"/>
                    <a:gd name="T11" fmla="*/ 1127 h 281"/>
                    <a:gd name="T12" fmla="*/ 60 w 471"/>
                    <a:gd name="T13" fmla="*/ 1065 h 281"/>
                    <a:gd name="T14" fmla="*/ 28 w 471"/>
                    <a:gd name="T15" fmla="*/ 974 h 281"/>
                    <a:gd name="T16" fmla="*/ 9 w 471"/>
                    <a:gd name="T17" fmla="*/ 943 h 281"/>
                    <a:gd name="T18" fmla="*/ 140 w 471"/>
                    <a:gd name="T19" fmla="*/ 708 h 281"/>
                    <a:gd name="T20" fmla="*/ 214 w 471"/>
                    <a:gd name="T21" fmla="*/ 569 h 281"/>
                    <a:gd name="T22" fmla="*/ 208 w 471"/>
                    <a:gd name="T23" fmla="*/ 413 h 281"/>
                    <a:gd name="T24" fmla="*/ 119 w 471"/>
                    <a:gd name="T25" fmla="*/ 253 h 281"/>
                    <a:gd name="T26" fmla="*/ 100 w 471"/>
                    <a:gd name="T27" fmla="*/ 190 h 281"/>
                    <a:gd name="T28" fmla="*/ 128 w 471"/>
                    <a:gd name="T29" fmla="*/ 212 h 281"/>
                    <a:gd name="T30" fmla="*/ 235 w 471"/>
                    <a:gd name="T31" fmla="*/ 209 h 281"/>
                    <a:gd name="T32" fmla="*/ 313 w 471"/>
                    <a:gd name="T33" fmla="*/ 64 h 281"/>
                    <a:gd name="T34" fmla="*/ 403 w 471"/>
                    <a:gd name="T35" fmla="*/ 0 h 281"/>
                    <a:gd name="T36" fmla="*/ 432 w 471"/>
                    <a:gd name="T37" fmla="*/ 12 h 281"/>
                    <a:gd name="T38" fmla="*/ 452 w 471"/>
                    <a:gd name="T39" fmla="*/ 53 h 281"/>
                    <a:gd name="T40" fmla="*/ 481 w 471"/>
                    <a:gd name="T41" fmla="*/ 30 h 281"/>
                    <a:gd name="T42" fmla="*/ 540 w 471"/>
                    <a:gd name="T43" fmla="*/ 47 h 281"/>
                    <a:gd name="T44" fmla="*/ 569 w 471"/>
                    <a:gd name="T45" fmla="*/ 53 h 281"/>
                    <a:gd name="T46" fmla="*/ 694 w 471"/>
                    <a:gd name="T47" fmla="*/ 83 h 281"/>
                    <a:gd name="T48" fmla="*/ 762 w 471"/>
                    <a:gd name="T49" fmla="*/ 140 h 281"/>
                    <a:gd name="T50" fmla="*/ 822 w 471"/>
                    <a:gd name="T51" fmla="*/ 100 h 281"/>
                    <a:gd name="T52" fmla="*/ 847 w 471"/>
                    <a:gd name="T53" fmla="*/ 83 h 281"/>
                    <a:gd name="T54" fmla="*/ 957 w 471"/>
                    <a:gd name="T55" fmla="*/ 83 h 281"/>
                    <a:gd name="T56" fmla="*/ 1034 w 471"/>
                    <a:gd name="T57" fmla="*/ 190 h 281"/>
                    <a:gd name="T58" fmla="*/ 1134 w 471"/>
                    <a:gd name="T59" fmla="*/ 348 h 281"/>
                    <a:gd name="T60" fmla="*/ 1203 w 471"/>
                    <a:gd name="T61" fmla="*/ 413 h 281"/>
                    <a:gd name="T62" fmla="*/ 1261 w 471"/>
                    <a:gd name="T63" fmla="*/ 401 h 281"/>
                    <a:gd name="T64" fmla="*/ 1325 w 471"/>
                    <a:gd name="T65" fmla="*/ 382 h 281"/>
                    <a:gd name="T66" fmla="*/ 1424 w 471"/>
                    <a:gd name="T67" fmla="*/ 421 h 281"/>
                    <a:gd name="T68" fmla="*/ 1470 w 471"/>
                    <a:gd name="T69" fmla="*/ 477 h 281"/>
                    <a:gd name="T70" fmla="*/ 1511 w 471"/>
                    <a:gd name="T71" fmla="*/ 530 h 281"/>
                    <a:gd name="T72" fmla="*/ 1560 w 471"/>
                    <a:gd name="T73" fmla="*/ 656 h 281"/>
                    <a:gd name="T74" fmla="*/ 1579 w 471"/>
                    <a:gd name="T75" fmla="*/ 708 h 281"/>
                    <a:gd name="T76" fmla="*/ 1588 w 471"/>
                    <a:gd name="T77" fmla="*/ 739 h 281"/>
                    <a:gd name="T78" fmla="*/ 1520 w 471"/>
                    <a:gd name="T79" fmla="*/ 835 h 281"/>
                    <a:gd name="T80" fmla="*/ 1579 w 471"/>
                    <a:gd name="T81" fmla="*/ 834 h 281"/>
                    <a:gd name="T82" fmla="*/ 1679 w 471"/>
                    <a:gd name="T83" fmla="*/ 917 h 281"/>
                    <a:gd name="T84" fmla="*/ 1787 w 471"/>
                    <a:gd name="T85" fmla="*/ 927 h 281"/>
                    <a:gd name="T86" fmla="*/ 1865 w 471"/>
                    <a:gd name="T87" fmla="*/ 991 h 281"/>
                    <a:gd name="T88" fmla="*/ 1877 w 471"/>
                    <a:gd name="T89" fmla="*/ 1016 h 281"/>
                    <a:gd name="T90" fmla="*/ 1877 w 471"/>
                    <a:gd name="T91" fmla="*/ 1038 h 281"/>
                    <a:gd name="T92" fmla="*/ 1932 w 471"/>
                    <a:gd name="T93" fmla="*/ 1016 h 281"/>
                    <a:gd name="T94" fmla="*/ 1963 w 471"/>
                    <a:gd name="T95" fmla="*/ 1010 h 281"/>
                    <a:gd name="T96" fmla="*/ 2154 w 471"/>
                    <a:gd name="T97" fmla="*/ 1091 h 281"/>
                    <a:gd name="T98" fmla="*/ 2192 w 471"/>
                    <a:gd name="T99" fmla="*/ 1174 h 281"/>
                    <a:gd name="T100" fmla="*/ 2282 w 471"/>
                    <a:gd name="T101" fmla="*/ 1186 h 281"/>
                    <a:gd name="T102" fmla="*/ 2310 w 471"/>
                    <a:gd name="T103" fmla="*/ 1269 h 281"/>
                    <a:gd name="T104" fmla="*/ 2213 w 471"/>
                    <a:gd name="T105" fmla="*/ 1523 h 281"/>
                    <a:gd name="T106" fmla="*/ 2133 w 471"/>
                    <a:gd name="T107" fmla="*/ 1660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Freeform 31">
                  <a:extLst>
                    <a:ext uri="{FF2B5EF4-FFF2-40B4-BE49-F238E27FC236}">
                      <a16:creationId xmlns:a16="http://schemas.microsoft.com/office/drawing/2014/main" id="{3896BD9D-34F0-4BAE-B0E9-777D62395DA2}"/>
                    </a:ext>
                  </a:extLst>
                </p:cNvPr>
                <p:cNvSpPr>
                  <a:spLocks/>
                </p:cNvSpPr>
                <p:nvPr userDrawn="1"/>
              </p:nvSpPr>
              <p:spPr bwMode="ltGray">
                <a:xfrm>
                  <a:off x="3880" y="-7"/>
                  <a:ext cx="984" cy="692"/>
                </a:xfrm>
                <a:custGeom>
                  <a:avLst/>
                  <a:gdLst>
                    <a:gd name="T0" fmla="*/ 406 w 984"/>
                    <a:gd name="T1" fmla="*/ 2 h 844"/>
                    <a:gd name="T2" fmla="*/ 502 w 984"/>
                    <a:gd name="T3" fmla="*/ 16 h 844"/>
                    <a:gd name="T4" fmla="*/ 550 w 984"/>
                    <a:gd name="T5" fmla="*/ 16 h 844"/>
                    <a:gd name="T6" fmla="*/ 578 w 984"/>
                    <a:gd name="T7" fmla="*/ 59 h 844"/>
                    <a:gd name="T8" fmla="*/ 586 w 984"/>
                    <a:gd name="T9" fmla="*/ 41 h 844"/>
                    <a:gd name="T10" fmla="*/ 606 w 984"/>
                    <a:gd name="T11" fmla="*/ 32 h 844"/>
                    <a:gd name="T12" fmla="*/ 642 w 984"/>
                    <a:gd name="T13" fmla="*/ 57 h 844"/>
                    <a:gd name="T14" fmla="*/ 682 w 984"/>
                    <a:gd name="T15" fmla="*/ 44 h 844"/>
                    <a:gd name="T16" fmla="*/ 706 w 984"/>
                    <a:gd name="T17" fmla="*/ 39 h 844"/>
                    <a:gd name="T18" fmla="*/ 762 w 984"/>
                    <a:gd name="T19" fmla="*/ 2 h 844"/>
                    <a:gd name="T20" fmla="*/ 798 w 984"/>
                    <a:gd name="T21" fmla="*/ 32 h 844"/>
                    <a:gd name="T22" fmla="*/ 798 w 984"/>
                    <a:gd name="T23" fmla="*/ 59 h 844"/>
                    <a:gd name="T24" fmla="*/ 790 w 984"/>
                    <a:gd name="T25" fmla="*/ 72 h 844"/>
                    <a:gd name="T26" fmla="*/ 766 w 984"/>
                    <a:gd name="T27" fmla="*/ 73 h 844"/>
                    <a:gd name="T28" fmla="*/ 762 w 984"/>
                    <a:gd name="T29" fmla="*/ 84 h 844"/>
                    <a:gd name="T30" fmla="*/ 802 w 984"/>
                    <a:gd name="T31" fmla="*/ 102 h 844"/>
                    <a:gd name="T32" fmla="*/ 786 w 984"/>
                    <a:gd name="T33" fmla="*/ 145 h 844"/>
                    <a:gd name="T34" fmla="*/ 830 w 984"/>
                    <a:gd name="T35" fmla="*/ 187 h 844"/>
                    <a:gd name="T36" fmla="*/ 854 w 984"/>
                    <a:gd name="T37" fmla="*/ 203 h 844"/>
                    <a:gd name="T38" fmla="*/ 830 w 984"/>
                    <a:gd name="T39" fmla="*/ 203 h 844"/>
                    <a:gd name="T40" fmla="*/ 746 w 984"/>
                    <a:gd name="T41" fmla="*/ 171 h 844"/>
                    <a:gd name="T42" fmla="*/ 678 w 984"/>
                    <a:gd name="T43" fmla="*/ 182 h 844"/>
                    <a:gd name="T44" fmla="*/ 590 w 984"/>
                    <a:gd name="T45" fmla="*/ 200 h 844"/>
                    <a:gd name="T46" fmla="*/ 642 w 984"/>
                    <a:gd name="T47" fmla="*/ 262 h 844"/>
                    <a:gd name="T48" fmla="*/ 710 w 984"/>
                    <a:gd name="T49" fmla="*/ 275 h 844"/>
                    <a:gd name="T50" fmla="*/ 738 w 984"/>
                    <a:gd name="T51" fmla="*/ 248 h 844"/>
                    <a:gd name="T52" fmla="*/ 774 w 984"/>
                    <a:gd name="T53" fmla="*/ 257 h 844"/>
                    <a:gd name="T54" fmla="*/ 766 w 984"/>
                    <a:gd name="T55" fmla="*/ 285 h 844"/>
                    <a:gd name="T56" fmla="*/ 802 w 984"/>
                    <a:gd name="T57" fmla="*/ 303 h 844"/>
                    <a:gd name="T58" fmla="*/ 838 w 984"/>
                    <a:gd name="T59" fmla="*/ 297 h 844"/>
                    <a:gd name="T60" fmla="*/ 922 w 984"/>
                    <a:gd name="T61" fmla="*/ 364 h 844"/>
                    <a:gd name="T62" fmla="*/ 942 w 984"/>
                    <a:gd name="T63" fmla="*/ 373 h 844"/>
                    <a:gd name="T64" fmla="*/ 874 w 984"/>
                    <a:gd name="T65" fmla="*/ 366 h 844"/>
                    <a:gd name="T66" fmla="*/ 830 w 984"/>
                    <a:gd name="T67" fmla="*/ 342 h 844"/>
                    <a:gd name="T68" fmla="*/ 778 w 984"/>
                    <a:gd name="T69" fmla="*/ 321 h 844"/>
                    <a:gd name="T70" fmla="*/ 702 w 984"/>
                    <a:gd name="T71" fmla="*/ 299 h 844"/>
                    <a:gd name="T72" fmla="*/ 614 w 984"/>
                    <a:gd name="T73" fmla="*/ 293 h 844"/>
                    <a:gd name="T74" fmla="*/ 506 w 984"/>
                    <a:gd name="T75" fmla="*/ 268 h 844"/>
                    <a:gd name="T76" fmla="*/ 462 w 984"/>
                    <a:gd name="T77" fmla="*/ 229 h 844"/>
                    <a:gd name="T78" fmla="*/ 430 w 984"/>
                    <a:gd name="T79" fmla="*/ 209 h 844"/>
                    <a:gd name="T80" fmla="*/ 382 w 984"/>
                    <a:gd name="T81" fmla="*/ 194 h 844"/>
                    <a:gd name="T82" fmla="*/ 342 w 984"/>
                    <a:gd name="T83" fmla="*/ 166 h 844"/>
                    <a:gd name="T84" fmla="*/ 354 w 984"/>
                    <a:gd name="T85" fmla="*/ 187 h 844"/>
                    <a:gd name="T86" fmla="*/ 418 w 984"/>
                    <a:gd name="T87" fmla="*/ 223 h 844"/>
                    <a:gd name="T88" fmla="*/ 422 w 984"/>
                    <a:gd name="T89" fmla="*/ 237 h 844"/>
                    <a:gd name="T90" fmla="*/ 394 w 984"/>
                    <a:gd name="T91" fmla="*/ 225 h 844"/>
                    <a:gd name="T92" fmla="*/ 354 w 984"/>
                    <a:gd name="T93" fmla="*/ 211 h 844"/>
                    <a:gd name="T94" fmla="*/ 314 w 984"/>
                    <a:gd name="T95" fmla="*/ 182 h 844"/>
                    <a:gd name="T96" fmla="*/ 266 w 984"/>
                    <a:gd name="T97" fmla="*/ 157 h 844"/>
                    <a:gd name="T98" fmla="*/ 210 w 984"/>
                    <a:gd name="T99" fmla="*/ 142 h 844"/>
                    <a:gd name="T100" fmla="*/ 154 w 984"/>
                    <a:gd name="T101" fmla="*/ 107 h 844"/>
                    <a:gd name="T102" fmla="*/ 66 w 984"/>
                    <a:gd name="T103" fmla="*/ 30 h 844"/>
                    <a:gd name="T104" fmla="*/ 34 w 984"/>
                    <a:gd name="T105" fmla="*/ 16 h 844"/>
                    <a:gd name="T106" fmla="*/ 46 w 984"/>
                    <a:gd name="T107" fmla="*/ 10 h 844"/>
                    <a:gd name="T108" fmla="*/ 102 w 984"/>
                    <a:gd name="T109" fmla="*/ 32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32">
                  <a:extLst>
                    <a:ext uri="{FF2B5EF4-FFF2-40B4-BE49-F238E27FC236}">
                      <a16:creationId xmlns:a16="http://schemas.microsoft.com/office/drawing/2014/main" id="{4444A497-5580-4BBC-9C40-CE9AA8471DC8}"/>
                    </a:ext>
                  </a:extLst>
                </p:cNvPr>
                <p:cNvSpPr>
                  <a:spLocks/>
                </p:cNvSpPr>
                <p:nvPr userDrawn="1"/>
              </p:nvSpPr>
              <p:spPr bwMode="ltGray">
                <a:xfrm>
                  <a:off x="3577" y="490"/>
                  <a:ext cx="36" cy="39"/>
                </a:xfrm>
                <a:custGeom>
                  <a:avLst/>
                  <a:gdLst>
                    <a:gd name="T0" fmla="*/ 6 w 36"/>
                    <a:gd name="T1" fmla="*/ 12 h 48"/>
                    <a:gd name="T2" fmla="*/ 10 w 36"/>
                    <a:gd name="T3" fmla="*/ 21 h 48"/>
                    <a:gd name="T4" fmla="*/ 6 w 36"/>
                    <a:gd name="T5" fmla="*/ 12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Freeform 33">
                  <a:extLst>
                    <a:ext uri="{FF2B5EF4-FFF2-40B4-BE49-F238E27FC236}">
                      <a16:creationId xmlns:a16="http://schemas.microsoft.com/office/drawing/2014/main" id="{D6269E8E-4526-40E1-86D1-DB217CDB4F57}"/>
                    </a:ext>
                  </a:extLst>
                </p:cNvPr>
                <p:cNvSpPr>
                  <a:spLocks/>
                </p:cNvSpPr>
                <p:nvPr userDrawn="1"/>
              </p:nvSpPr>
              <p:spPr bwMode="ltGray">
                <a:xfrm>
                  <a:off x="3549" y="475"/>
                  <a:ext cx="38" cy="29"/>
                </a:xfrm>
                <a:custGeom>
                  <a:avLst/>
                  <a:gdLst>
                    <a:gd name="T0" fmla="*/ 0 w 36"/>
                    <a:gd name="T1" fmla="*/ 2 h 37"/>
                    <a:gd name="T2" fmla="*/ 16 w 36"/>
                    <a:gd name="T3" fmla="*/ 1 h 37"/>
                    <a:gd name="T4" fmla="*/ 44 w 36"/>
                    <a:gd name="T5" fmla="*/ 6 h 37"/>
                    <a:gd name="T6" fmla="*/ 8 w 36"/>
                    <a:gd name="T7" fmla="*/ 6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Freeform 34">
                  <a:extLst>
                    <a:ext uri="{FF2B5EF4-FFF2-40B4-BE49-F238E27FC236}">
                      <a16:creationId xmlns:a16="http://schemas.microsoft.com/office/drawing/2014/main" id="{C8138975-5FBC-4260-978D-6D2EAD9CCFAE}"/>
                    </a:ext>
                  </a:extLst>
                </p:cNvPr>
                <p:cNvSpPr>
                  <a:spLocks/>
                </p:cNvSpPr>
                <p:nvPr userDrawn="1"/>
              </p:nvSpPr>
              <p:spPr bwMode="ltGray">
                <a:xfrm>
                  <a:off x="4686" y="394"/>
                  <a:ext cx="171" cy="81"/>
                </a:xfrm>
                <a:custGeom>
                  <a:avLst/>
                  <a:gdLst>
                    <a:gd name="T0" fmla="*/ 0 w 170"/>
                    <a:gd name="T1" fmla="*/ 25 h 96"/>
                    <a:gd name="T2" fmla="*/ 28 w 170"/>
                    <a:gd name="T3" fmla="*/ 13 h 96"/>
                    <a:gd name="T4" fmla="*/ 56 w 170"/>
                    <a:gd name="T5" fmla="*/ 11 h 96"/>
                    <a:gd name="T6" fmla="*/ 80 w 170"/>
                    <a:gd name="T7" fmla="*/ 5 h 96"/>
                    <a:gd name="T8" fmla="*/ 64 w 170"/>
                    <a:gd name="T9" fmla="*/ 13 h 96"/>
                    <a:gd name="T10" fmla="*/ 128 w 170"/>
                    <a:gd name="T11" fmla="*/ 25 h 96"/>
                    <a:gd name="T12" fmla="*/ 164 w 170"/>
                    <a:gd name="T13" fmla="*/ 33 h 96"/>
                    <a:gd name="T14" fmla="*/ 120 w 170"/>
                    <a:gd name="T15" fmla="*/ 39 h 96"/>
                    <a:gd name="T16" fmla="*/ 92 w 170"/>
                    <a:gd name="T17" fmla="*/ 30 h 96"/>
                    <a:gd name="T18" fmla="*/ 76 w 170"/>
                    <a:gd name="T19" fmla="*/ 27 h 96"/>
                    <a:gd name="T20" fmla="*/ 24 w 170"/>
                    <a:gd name="T21" fmla="*/ 21 h 96"/>
                    <a:gd name="T22" fmla="*/ 0 w 170"/>
                    <a:gd name="T23" fmla="*/ 25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Freeform 35">
                  <a:extLst>
                    <a:ext uri="{FF2B5EF4-FFF2-40B4-BE49-F238E27FC236}">
                      <a16:creationId xmlns:a16="http://schemas.microsoft.com/office/drawing/2014/main" id="{2569FAAC-7060-4043-B407-4C5CAA1FAAFF}"/>
                    </a:ext>
                  </a:extLst>
                </p:cNvPr>
                <p:cNvSpPr>
                  <a:spLocks/>
                </p:cNvSpPr>
                <p:nvPr userDrawn="1"/>
              </p:nvSpPr>
              <p:spPr bwMode="ltGray">
                <a:xfrm>
                  <a:off x="4867" y="460"/>
                  <a:ext cx="138" cy="37"/>
                </a:xfrm>
                <a:custGeom>
                  <a:avLst/>
                  <a:gdLst>
                    <a:gd name="T0" fmla="*/ 0 w 138"/>
                    <a:gd name="T1" fmla="*/ 0 h 44"/>
                    <a:gd name="T2" fmla="*/ 52 w 138"/>
                    <a:gd name="T3" fmla="*/ 3 h 44"/>
                    <a:gd name="T4" fmla="*/ 88 w 138"/>
                    <a:gd name="T5" fmla="*/ 12 h 44"/>
                    <a:gd name="T6" fmla="*/ 112 w 138"/>
                    <a:gd name="T7" fmla="*/ 10 h 44"/>
                    <a:gd name="T8" fmla="*/ 108 w 138"/>
                    <a:gd name="T9" fmla="*/ 22 h 44"/>
                    <a:gd name="T10" fmla="*/ 64 w 138"/>
                    <a:gd name="T11" fmla="*/ 20 h 44"/>
                    <a:gd name="T12" fmla="*/ 0 w 138"/>
                    <a:gd name="T13" fmla="*/ 18 h 44"/>
                    <a:gd name="T14" fmla="*/ 28 w 138"/>
                    <a:gd name="T15" fmla="*/ 1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Freeform 36">
                  <a:extLst>
                    <a:ext uri="{FF2B5EF4-FFF2-40B4-BE49-F238E27FC236}">
                      <a16:creationId xmlns:a16="http://schemas.microsoft.com/office/drawing/2014/main" id="{F3B25086-7D3E-4A98-B2B4-6435123A437F}"/>
                    </a:ext>
                  </a:extLst>
                </p:cNvPr>
                <p:cNvSpPr>
                  <a:spLocks/>
                </p:cNvSpPr>
                <p:nvPr userDrawn="1"/>
              </p:nvSpPr>
              <p:spPr bwMode="ltGray">
                <a:xfrm>
                  <a:off x="4794" y="480"/>
                  <a:ext cx="56" cy="34"/>
                </a:xfrm>
                <a:custGeom>
                  <a:avLst/>
                  <a:gdLst>
                    <a:gd name="T0" fmla="*/ 17 w 57"/>
                    <a:gd name="T1" fmla="*/ 11 h 42"/>
                    <a:gd name="T2" fmla="*/ 33 w 57"/>
                    <a:gd name="T3" fmla="*/ 6 h 42"/>
                    <a:gd name="T4" fmla="*/ 17 w 57"/>
                    <a:gd name="T5" fmla="*/ 11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Freeform 37">
                  <a:extLst>
                    <a:ext uri="{FF2B5EF4-FFF2-40B4-BE49-F238E27FC236}">
                      <a16:creationId xmlns:a16="http://schemas.microsoft.com/office/drawing/2014/main" id="{AB54684B-3C89-4C2E-80F4-E974A555A0EE}"/>
                    </a:ext>
                  </a:extLst>
                </p:cNvPr>
                <p:cNvSpPr>
                  <a:spLocks/>
                </p:cNvSpPr>
                <p:nvPr userDrawn="1"/>
              </p:nvSpPr>
              <p:spPr bwMode="ltGray">
                <a:xfrm>
                  <a:off x="4757" y="375"/>
                  <a:ext cx="37" cy="44"/>
                </a:xfrm>
                <a:custGeom>
                  <a:avLst/>
                  <a:gdLst>
                    <a:gd name="T0" fmla="*/ 15 w 39"/>
                    <a:gd name="T1" fmla="*/ 16 h 52"/>
                    <a:gd name="T2" fmla="*/ 15 w 39"/>
                    <a:gd name="T3" fmla="*/ 0 h 52"/>
                    <a:gd name="T4" fmla="*/ 15 w 39"/>
                    <a:gd name="T5" fmla="*/ 16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Freeform 38">
                  <a:extLst>
                    <a:ext uri="{FF2B5EF4-FFF2-40B4-BE49-F238E27FC236}">
                      <a16:creationId xmlns:a16="http://schemas.microsoft.com/office/drawing/2014/main" id="{0781AAE3-B0DF-4253-9949-B90659A356B1}"/>
                    </a:ext>
                  </a:extLst>
                </p:cNvPr>
                <p:cNvSpPr>
                  <a:spLocks/>
                </p:cNvSpPr>
                <p:nvPr userDrawn="1"/>
              </p:nvSpPr>
              <p:spPr bwMode="ltGray">
                <a:xfrm>
                  <a:off x="5054" y="507"/>
                  <a:ext cx="45" cy="66"/>
                </a:xfrm>
                <a:custGeom>
                  <a:avLst/>
                  <a:gdLst>
                    <a:gd name="T0" fmla="*/ 4 w 44"/>
                    <a:gd name="T1" fmla="*/ 4 h 80"/>
                    <a:gd name="T2" fmla="*/ 20 w 44"/>
                    <a:gd name="T3" fmla="*/ 15 h 80"/>
                    <a:gd name="T4" fmla="*/ 28 w 44"/>
                    <a:gd name="T5" fmla="*/ 22 h 80"/>
                    <a:gd name="T6" fmla="*/ 40 w 44"/>
                    <a:gd name="T7" fmla="*/ 25 h 80"/>
                    <a:gd name="T8" fmla="*/ 28 w 44"/>
                    <a:gd name="T9" fmla="*/ 34 h 80"/>
                    <a:gd name="T10" fmla="*/ 0 w 44"/>
                    <a:gd name="T11" fmla="*/ 10 h 80"/>
                    <a:gd name="T12" fmla="*/ 4 w 44"/>
                    <a:gd name="T13" fmla="*/ 4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Freeform 39">
                  <a:extLst>
                    <a:ext uri="{FF2B5EF4-FFF2-40B4-BE49-F238E27FC236}">
                      <a16:creationId xmlns:a16="http://schemas.microsoft.com/office/drawing/2014/main" id="{F854724A-CEAB-4ACD-A183-71C031602623}"/>
                    </a:ext>
                  </a:extLst>
                </p:cNvPr>
                <p:cNvSpPr>
                  <a:spLocks/>
                </p:cNvSpPr>
                <p:nvPr userDrawn="1"/>
              </p:nvSpPr>
              <p:spPr bwMode="ltGray">
                <a:xfrm>
                  <a:off x="4260" y="6"/>
                  <a:ext cx="480" cy="100"/>
                </a:xfrm>
                <a:custGeom>
                  <a:avLst/>
                  <a:gdLst>
                    <a:gd name="T0" fmla="*/ 1073 w 323"/>
                    <a:gd name="T1" fmla="*/ 8 h 64"/>
                    <a:gd name="T2" fmla="*/ 1126 w 323"/>
                    <a:gd name="T3" fmla="*/ 48 h 64"/>
                    <a:gd name="T4" fmla="*/ 1146 w 323"/>
                    <a:gd name="T5" fmla="*/ 0 h 64"/>
                    <a:gd name="T6" fmla="*/ 1294 w 323"/>
                    <a:gd name="T7" fmla="*/ 0 h 64"/>
                    <a:gd name="T8" fmla="*/ 1403 w 323"/>
                    <a:gd name="T9" fmla="*/ 103 h 64"/>
                    <a:gd name="T10" fmla="*/ 1554 w 323"/>
                    <a:gd name="T11" fmla="*/ 61 h 64"/>
                    <a:gd name="T12" fmla="*/ 1532 w 323"/>
                    <a:gd name="T13" fmla="*/ 170 h 64"/>
                    <a:gd name="T14" fmla="*/ 1453 w 323"/>
                    <a:gd name="T15" fmla="*/ 277 h 64"/>
                    <a:gd name="T16" fmla="*/ 1437 w 323"/>
                    <a:gd name="T17" fmla="*/ 170 h 64"/>
                    <a:gd name="T18" fmla="*/ 1403 w 323"/>
                    <a:gd name="T19" fmla="*/ 183 h 64"/>
                    <a:gd name="T20" fmla="*/ 1363 w 323"/>
                    <a:gd name="T21" fmla="*/ 170 h 64"/>
                    <a:gd name="T22" fmla="*/ 1282 w 323"/>
                    <a:gd name="T23" fmla="*/ 127 h 64"/>
                    <a:gd name="T24" fmla="*/ 1113 w 323"/>
                    <a:gd name="T25" fmla="*/ 225 h 64"/>
                    <a:gd name="T26" fmla="*/ 981 w 323"/>
                    <a:gd name="T27" fmla="*/ 264 h 64"/>
                    <a:gd name="T28" fmla="*/ 1033 w 323"/>
                    <a:gd name="T29" fmla="*/ 339 h 64"/>
                    <a:gd name="T30" fmla="*/ 917 w 323"/>
                    <a:gd name="T31" fmla="*/ 373 h 64"/>
                    <a:gd name="T32" fmla="*/ 823 w 323"/>
                    <a:gd name="T33" fmla="*/ 361 h 64"/>
                    <a:gd name="T34" fmla="*/ 863 w 323"/>
                    <a:gd name="T35" fmla="*/ 339 h 64"/>
                    <a:gd name="T36" fmla="*/ 832 w 323"/>
                    <a:gd name="T37" fmla="*/ 239 h 64"/>
                    <a:gd name="T38" fmla="*/ 823 w 323"/>
                    <a:gd name="T39" fmla="*/ 183 h 64"/>
                    <a:gd name="T40" fmla="*/ 771 w 323"/>
                    <a:gd name="T41" fmla="*/ 138 h 64"/>
                    <a:gd name="T42" fmla="*/ 694 w 323"/>
                    <a:gd name="T43" fmla="*/ 161 h 64"/>
                    <a:gd name="T44" fmla="*/ 654 w 323"/>
                    <a:gd name="T45" fmla="*/ 161 h 64"/>
                    <a:gd name="T46" fmla="*/ 600 w 323"/>
                    <a:gd name="T47" fmla="*/ 148 h 64"/>
                    <a:gd name="T48" fmla="*/ 404 w 323"/>
                    <a:gd name="T49" fmla="*/ 13 h 64"/>
                    <a:gd name="T50" fmla="*/ 290 w 323"/>
                    <a:gd name="T51" fmla="*/ 83 h 64"/>
                    <a:gd name="T52" fmla="*/ 1 w 323"/>
                    <a:gd name="T53" fmla="*/ 0 h 64"/>
                    <a:gd name="T54" fmla="*/ 1073 w 323"/>
                    <a:gd name="T55" fmla="*/ 8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Freeform 40">
                  <a:extLst>
                    <a:ext uri="{FF2B5EF4-FFF2-40B4-BE49-F238E27FC236}">
                      <a16:creationId xmlns:a16="http://schemas.microsoft.com/office/drawing/2014/main" id="{931FD00A-FF79-4E40-B0AB-BA8ABD25522A}"/>
                    </a:ext>
                  </a:extLst>
                </p:cNvPr>
                <p:cNvSpPr>
                  <a:spLocks/>
                </p:cNvSpPr>
                <p:nvPr userDrawn="1"/>
              </p:nvSpPr>
              <p:spPr bwMode="ltGray">
                <a:xfrm>
                  <a:off x="3835" y="3"/>
                  <a:ext cx="446" cy="49"/>
                </a:xfrm>
                <a:custGeom>
                  <a:avLst/>
                  <a:gdLst>
                    <a:gd name="T0" fmla="*/ 513 w 300"/>
                    <a:gd name="T1" fmla="*/ 193 h 31"/>
                    <a:gd name="T2" fmla="*/ 149 w 300"/>
                    <a:gd name="T3" fmla="*/ 8 h 31"/>
                    <a:gd name="T4" fmla="*/ 1393 w 300"/>
                    <a:gd name="T5" fmla="*/ 0 h 31"/>
                    <a:gd name="T6" fmla="*/ 1445 w 300"/>
                    <a:gd name="T7" fmla="*/ 87 h 31"/>
                    <a:gd name="T8" fmla="*/ 1289 w 300"/>
                    <a:gd name="T9" fmla="*/ 100 h 31"/>
                    <a:gd name="T10" fmla="*/ 513 w 300"/>
                    <a:gd name="T11" fmla="*/ 193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Freeform 41">
                  <a:extLst>
                    <a:ext uri="{FF2B5EF4-FFF2-40B4-BE49-F238E27FC236}">
                      <a16:creationId xmlns:a16="http://schemas.microsoft.com/office/drawing/2014/main" id="{71FB8F44-2578-49A9-92EA-90A13514F9B0}"/>
                    </a:ext>
                  </a:extLst>
                </p:cNvPr>
                <p:cNvSpPr>
                  <a:spLocks/>
                </p:cNvSpPr>
                <p:nvPr userDrawn="1"/>
              </p:nvSpPr>
              <p:spPr bwMode="ltGray">
                <a:xfrm>
                  <a:off x="2853" y="74"/>
                  <a:ext cx="42" cy="25"/>
                </a:xfrm>
                <a:custGeom>
                  <a:avLst/>
                  <a:gdLst>
                    <a:gd name="T0" fmla="*/ 0 w 41"/>
                    <a:gd name="T1" fmla="*/ 14 h 29"/>
                    <a:gd name="T2" fmla="*/ 12 w 41"/>
                    <a:gd name="T3" fmla="*/ 16 h 29"/>
                    <a:gd name="T4" fmla="*/ 0 w 41"/>
                    <a:gd name="T5" fmla="*/ 14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Freeform 42">
                  <a:extLst>
                    <a:ext uri="{FF2B5EF4-FFF2-40B4-BE49-F238E27FC236}">
                      <a16:creationId xmlns:a16="http://schemas.microsoft.com/office/drawing/2014/main" id="{16926932-F502-48A6-BC4A-D586BAB28969}"/>
                    </a:ext>
                  </a:extLst>
                </p:cNvPr>
                <p:cNvSpPr>
                  <a:spLocks/>
                </p:cNvSpPr>
                <p:nvPr userDrawn="1"/>
              </p:nvSpPr>
              <p:spPr bwMode="ltGray">
                <a:xfrm>
                  <a:off x="1704" y="3"/>
                  <a:ext cx="1022" cy="372"/>
                </a:xfrm>
                <a:custGeom>
                  <a:avLst/>
                  <a:gdLst>
                    <a:gd name="T0" fmla="*/ 2203 w 436"/>
                    <a:gd name="T1" fmla="*/ 29 h 152"/>
                    <a:gd name="T2" fmla="*/ 13164 w 436"/>
                    <a:gd name="T3" fmla="*/ 0 h 152"/>
                    <a:gd name="T4" fmla="*/ 12555 w 436"/>
                    <a:gd name="T5" fmla="*/ 1936 h 152"/>
                    <a:gd name="T6" fmla="*/ 11990 w 436"/>
                    <a:gd name="T7" fmla="*/ 2433 h 152"/>
                    <a:gd name="T8" fmla="*/ 11835 w 436"/>
                    <a:gd name="T9" fmla="*/ 2509 h 152"/>
                    <a:gd name="T10" fmla="*/ 11319 w 436"/>
                    <a:gd name="T11" fmla="*/ 2624 h 152"/>
                    <a:gd name="T12" fmla="*/ 10895 w 436"/>
                    <a:gd name="T13" fmla="*/ 3150 h 152"/>
                    <a:gd name="T14" fmla="*/ 10935 w 436"/>
                    <a:gd name="T15" fmla="*/ 3546 h 152"/>
                    <a:gd name="T16" fmla="*/ 10984 w 436"/>
                    <a:gd name="T17" fmla="*/ 3840 h 152"/>
                    <a:gd name="T18" fmla="*/ 11050 w 436"/>
                    <a:gd name="T19" fmla="*/ 4060 h 152"/>
                    <a:gd name="T20" fmla="*/ 10935 w 436"/>
                    <a:gd name="T21" fmla="*/ 4383 h 152"/>
                    <a:gd name="T22" fmla="*/ 10600 w 436"/>
                    <a:gd name="T23" fmla="*/ 4312 h 152"/>
                    <a:gd name="T24" fmla="*/ 10330 w 436"/>
                    <a:gd name="T25" fmla="*/ 4630 h 152"/>
                    <a:gd name="T26" fmla="*/ 10473 w 436"/>
                    <a:gd name="T27" fmla="*/ 3766 h 152"/>
                    <a:gd name="T28" fmla="*/ 10199 w 436"/>
                    <a:gd name="T29" fmla="*/ 3593 h 152"/>
                    <a:gd name="T30" fmla="*/ 10379 w 436"/>
                    <a:gd name="T31" fmla="*/ 3343 h 152"/>
                    <a:gd name="T32" fmla="*/ 10330 w 436"/>
                    <a:gd name="T33" fmla="*/ 3199 h 152"/>
                    <a:gd name="T34" fmla="*/ 9660 w 436"/>
                    <a:gd name="T35" fmla="*/ 3372 h 152"/>
                    <a:gd name="T36" fmla="*/ 9571 w 436"/>
                    <a:gd name="T37" fmla="*/ 3049 h 152"/>
                    <a:gd name="T38" fmla="*/ 8961 w 436"/>
                    <a:gd name="T39" fmla="*/ 3372 h 152"/>
                    <a:gd name="T40" fmla="*/ 9660 w 436"/>
                    <a:gd name="T41" fmla="*/ 3696 h 152"/>
                    <a:gd name="T42" fmla="*/ 9210 w 436"/>
                    <a:gd name="T43" fmla="*/ 4192 h 152"/>
                    <a:gd name="T44" fmla="*/ 9390 w 436"/>
                    <a:gd name="T45" fmla="*/ 4515 h 152"/>
                    <a:gd name="T46" fmla="*/ 9505 w 436"/>
                    <a:gd name="T47" fmla="*/ 4953 h 152"/>
                    <a:gd name="T48" fmla="*/ 9325 w 436"/>
                    <a:gd name="T49" fmla="*/ 4983 h 152"/>
                    <a:gd name="T50" fmla="*/ 9477 w 436"/>
                    <a:gd name="T51" fmla="*/ 5157 h 152"/>
                    <a:gd name="T52" fmla="*/ 9275 w 436"/>
                    <a:gd name="T53" fmla="*/ 5450 h 152"/>
                    <a:gd name="T54" fmla="*/ 0 w 436"/>
                    <a:gd name="T55" fmla="*/ 5350 h 152"/>
                    <a:gd name="T56" fmla="*/ 2203 w 436"/>
                    <a:gd name="T57" fmla="*/ 29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Freeform 43">
                  <a:extLst>
                    <a:ext uri="{FF2B5EF4-FFF2-40B4-BE49-F238E27FC236}">
                      <a16:creationId xmlns:a16="http://schemas.microsoft.com/office/drawing/2014/main" id="{ED999C96-FFB6-40FB-A743-51E0F14D88F2}"/>
                    </a:ext>
                  </a:extLst>
                </p:cNvPr>
                <p:cNvSpPr>
                  <a:spLocks/>
                </p:cNvSpPr>
                <p:nvPr userDrawn="1"/>
              </p:nvSpPr>
              <p:spPr bwMode="ltGray">
                <a:xfrm>
                  <a:off x="2729" y="-9"/>
                  <a:ext cx="47" cy="134"/>
                </a:xfrm>
                <a:custGeom>
                  <a:avLst/>
                  <a:gdLst>
                    <a:gd name="T0" fmla="*/ 5 w 47"/>
                    <a:gd name="T1" fmla="*/ 68 h 165"/>
                    <a:gd name="T2" fmla="*/ 15 w 47"/>
                    <a:gd name="T3" fmla="*/ 47 h 165"/>
                    <a:gd name="T4" fmla="*/ 17 w 47"/>
                    <a:gd name="T5" fmla="*/ 30 h 165"/>
                    <a:gd name="T6" fmla="*/ 11 w 47"/>
                    <a:gd name="T7" fmla="*/ 17 h 165"/>
                    <a:gd name="T8" fmla="*/ 17 w 47"/>
                    <a:gd name="T9" fmla="*/ 5 h 165"/>
                    <a:gd name="T10" fmla="*/ 21 w 47"/>
                    <a:gd name="T11" fmla="*/ 0 h 165"/>
                    <a:gd name="T12" fmla="*/ 31 w 47"/>
                    <a:gd name="T13" fmla="*/ 12 h 165"/>
                    <a:gd name="T14" fmla="*/ 47 w 47"/>
                    <a:gd name="T15" fmla="*/ 43 h 165"/>
                    <a:gd name="T16" fmla="*/ 31 w 47"/>
                    <a:gd name="T17" fmla="*/ 47 h 165"/>
                    <a:gd name="T18" fmla="*/ 23 w 47"/>
                    <a:gd name="T19" fmla="*/ 54 h 165"/>
                    <a:gd name="T20" fmla="*/ 21 w 47"/>
                    <a:gd name="T21" fmla="*/ 58 h 165"/>
                    <a:gd name="T22" fmla="*/ 27 w 47"/>
                    <a:gd name="T23" fmla="*/ 58 h 165"/>
                    <a:gd name="T24" fmla="*/ 31 w 47"/>
                    <a:gd name="T25" fmla="*/ 64 h 165"/>
                    <a:gd name="T26" fmla="*/ 13 w 47"/>
                    <a:gd name="T27" fmla="*/ 64 h 165"/>
                    <a:gd name="T28" fmla="*/ 7 w 47"/>
                    <a:gd name="T29" fmla="*/ 70 h 165"/>
                    <a:gd name="T30" fmla="*/ 3 w 47"/>
                    <a:gd name="T31" fmla="*/ 67 h 165"/>
                    <a:gd name="T32" fmla="*/ 5 w 47"/>
                    <a:gd name="T33" fmla="*/ 68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Freeform 44">
                  <a:extLst>
                    <a:ext uri="{FF2B5EF4-FFF2-40B4-BE49-F238E27FC236}">
                      <a16:creationId xmlns:a16="http://schemas.microsoft.com/office/drawing/2014/main" id="{478F8739-58B8-4832-9CF2-8472EC68ECCE}"/>
                    </a:ext>
                  </a:extLst>
                </p:cNvPr>
                <p:cNvSpPr>
                  <a:spLocks/>
                </p:cNvSpPr>
                <p:nvPr userDrawn="1"/>
              </p:nvSpPr>
              <p:spPr bwMode="ltGray">
                <a:xfrm>
                  <a:off x="2701" y="103"/>
                  <a:ext cx="138" cy="84"/>
                </a:xfrm>
                <a:custGeom>
                  <a:avLst/>
                  <a:gdLst>
                    <a:gd name="T0" fmla="*/ 26 w 138"/>
                    <a:gd name="T1" fmla="*/ 27 h 103"/>
                    <a:gd name="T2" fmla="*/ 30 w 138"/>
                    <a:gd name="T3" fmla="*/ 20 h 103"/>
                    <a:gd name="T4" fmla="*/ 50 w 138"/>
                    <a:gd name="T5" fmla="*/ 15 h 103"/>
                    <a:gd name="T6" fmla="*/ 54 w 138"/>
                    <a:gd name="T7" fmla="*/ 20 h 103"/>
                    <a:gd name="T8" fmla="*/ 66 w 138"/>
                    <a:gd name="T9" fmla="*/ 22 h 103"/>
                    <a:gd name="T10" fmla="*/ 80 w 138"/>
                    <a:gd name="T11" fmla="*/ 24 h 103"/>
                    <a:gd name="T12" fmla="*/ 116 w 138"/>
                    <a:gd name="T13" fmla="*/ 15 h 103"/>
                    <a:gd name="T14" fmla="*/ 130 w 138"/>
                    <a:gd name="T15" fmla="*/ 7 h 103"/>
                    <a:gd name="T16" fmla="*/ 138 w 138"/>
                    <a:gd name="T17" fmla="*/ 5 h 103"/>
                    <a:gd name="T18" fmla="*/ 106 w 138"/>
                    <a:gd name="T19" fmla="*/ 22 h 103"/>
                    <a:gd name="T20" fmla="*/ 84 w 138"/>
                    <a:gd name="T21" fmla="*/ 30 h 103"/>
                    <a:gd name="T22" fmla="*/ 66 w 138"/>
                    <a:gd name="T23" fmla="*/ 36 h 103"/>
                    <a:gd name="T24" fmla="*/ 48 w 138"/>
                    <a:gd name="T25" fmla="*/ 46 h 103"/>
                    <a:gd name="T26" fmla="*/ 26 w 138"/>
                    <a:gd name="T27" fmla="*/ 40 h 103"/>
                    <a:gd name="T28" fmla="*/ 20 w 138"/>
                    <a:gd name="T29" fmla="*/ 38 h 103"/>
                    <a:gd name="T30" fmla="*/ 22 w 138"/>
                    <a:gd name="T31" fmla="*/ 42 h 103"/>
                    <a:gd name="T32" fmla="*/ 0 w 138"/>
                    <a:gd name="T33" fmla="*/ 42 h 103"/>
                    <a:gd name="T34" fmla="*/ 10 w 138"/>
                    <a:gd name="T35" fmla="*/ 34 h 103"/>
                    <a:gd name="T36" fmla="*/ 26 w 138"/>
                    <a:gd name="T37" fmla="*/ 27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45">
                  <a:extLst>
                    <a:ext uri="{FF2B5EF4-FFF2-40B4-BE49-F238E27FC236}">
                      <a16:creationId xmlns:a16="http://schemas.microsoft.com/office/drawing/2014/main" id="{F719C288-FF4E-4E22-89B7-F2E8E695AD90}"/>
                    </a:ext>
                  </a:extLst>
                </p:cNvPr>
                <p:cNvSpPr>
                  <a:spLocks/>
                </p:cNvSpPr>
                <p:nvPr userDrawn="1"/>
              </p:nvSpPr>
              <p:spPr bwMode="ltGray">
                <a:xfrm>
                  <a:off x="2553" y="182"/>
                  <a:ext cx="187" cy="176"/>
                </a:xfrm>
                <a:custGeom>
                  <a:avLst/>
                  <a:gdLst>
                    <a:gd name="T0" fmla="*/ 154 w 188"/>
                    <a:gd name="T1" fmla="*/ 11 h 214"/>
                    <a:gd name="T2" fmla="*/ 156 w 188"/>
                    <a:gd name="T3" fmla="*/ 2 h 214"/>
                    <a:gd name="T4" fmla="*/ 166 w 188"/>
                    <a:gd name="T5" fmla="*/ 0 h 214"/>
                    <a:gd name="T6" fmla="*/ 178 w 188"/>
                    <a:gd name="T7" fmla="*/ 11 h 214"/>
                    <a:gd name="T8" fmla="*/ 184 w 188"/>
                    <a:gd name="T9" fmla="*/ 20 h 214"/>
                    <a:gd name="T10" fmla="*/ 174 w 188"/>
                    <a:gd name="T11" fmla="*/ 26 h 214"/>
                    <a:gd name="T12" fmla="*/ 166 w 188"/>
                    <a:gd name="T13" fmla="*/ 35 h 214"/>
                    <a:gd name="T14" fmla="*/ 158 w 188"/>
                    <a:gd name="T15" fmla="*/ 58 h 214"/>
                    <a:gd name="T16" fmla="*/ 140 w 188"/>
                    <a:gd name="T17" fmla="*/ 63 h 214"/>
                    <a:gd name="T18" fmla="*/ 116 w 188"/>
                    <a:gd name="T19" fmla="*/ 63 h 214"/>
                    <a:gd name="T20" fmla="*/ 108 w 188"/>
                    <a:gd name="T21" fmla="*/ 57 h 214"/>
                    <a:gd name="T22" fmla="*/ 98 w 188"/>
                    <a:gd name="T23" fmla="*/ 67 h 214"/>
                    <a:gd name="T24" fmla="*/ 90 w 188"/>
                    <a:gd name="T25" fmla="*/ 68 h 214"/>
                    <a:gd name="T26" fmla="*/ 80 w 188"/>
                    <a:gd name="T27" fmla="*/ 61 h 214"/>
                    <a:gd name="T28" fmla="*/ 58 w 188"/>
                    <a:gd name="T29" fmla="*/ 66 h 214"/>
                    <a:gd name="T30" fmla="*/ 76 w 188"/>
                    <a:gd name="T31" fmla="*/ 65 h 214"/>
                    <a:gd name="T32" fmla="*/ 78 w 188"/>
                    <a:gd name="T33" fmla="*/ 74 h 214"/>
                    <a:gd name="T34" fmla="*/ 58 w 188"/>
                    <a:gd name="T35" fmla="*/ 76 h 214"/>
                    <a:gd name="T36" fmla="*/ 34 w 188"/>
                    <a:gd name="T37" fmla="*/ 76 h 214"/>
                    <a:gd name="T38" fmla="*/ 36 w 188"/>
                    <a:gd name="T39" fmla="*/ 71 h 214"/>
                    <a:gd name="T40" fmla="*/ 46 w 188"/>
                    <a:gd name="T41" fmla="*/ 66 h 214"/>
                    <a:gd name="T42" fmla="*/ 34 w 188"/>
                    <a:gd name="T43" fmla="*/ 67 h 214"/>
                    <a:gd name="T44" fmla="*/ 26 w 188"/>
                    <a:gd name="T45" fmla="*/ 76 h 214"/>
                    <a:gd name="T46" fmla="*/ 30 w 188"/>
                    <a:gd name="T47" fmla="*/ 86 h 214"/>
                    <a:gd name="T48" fmla="*/ 14 w 188"/>
                    <a:gd name="T49" fmla="*/ 91 h 214"/>
                    <a:gd name="T50" fmla="*/ 0 w 188"/>
                    <a:gd name="T51" fmla="*/ 98 h 214"/>
                    <a:gd name="T52" fmla="*/ 8 w 188"/>
                    <a:gd name="T53" fmla="*/ 86 h 214"/>
                    <a:gd name="T54" fmla="*/ 0 w 188"/>
                    <a:gd name="T55" fmla="*/ 75 h 214"/>
                    <a:gd name="T56" fmla="*/ 14 w 188"/>
                    <a:gd name="T57" fmla="*/ 70 h 214"/>
                    <a:gd name="T58" fmla="*/ 32 w 188"/>
                    <a:gd name="T59" fmla="*/ 61 h 214"/>
                    <a:gd name="T60" fmla="*/ 44 w 188"/>
                    <a:gd name="T61" fmla="*/ 54 h 214"/>
                    <a:gd name="T62" fmla="*/ 72 w 188"/>
                    <a:gd name="T63" fmla="*/ 53 h 214"/>
                    <a:gd name="T64" fmla="*/ 84 w 188"/>
                    <a:gd name="T65" fmla="*/ 52 h 214"/>
                    <a:gd name="T66" fmla="*/ 110 w 188"/>
                    <a:gd name="T67" fmla="*/ 36 h 214"/>
                    <a:gd name="T68" fmla="*/ 116 w 188"/>
                    <a:gd name="T69" fmla="*/ 43 h 214"/>
                    <a:gd name="T70" fmla="*/ 128 w 188"/>
                    <a:gd name="T71" fmla="*/ 35 h 214"/>
                    <a:gd name="T72" fmla="*/ 146 w 188"/>
                    <a:gd name="T73" fmla="*/ 25 h 214"/>
                    <a:gd name="T74" fmla="*/ 150 w 188"/>
                    <a:gd name="T75" fmla="*/ 20 h 214"/>
                    <a:gd name="T76" fmla="*/ 144 w 188"/>
                    <a:gd name="T77" fmla="*/ 17 h 214"/>
                    <a:gd name="T78" fmla="*/ 148 w 188"/>
                    <a:gd name="T79" fmla="*/ 14 h 214"/>
                    <a:gd name="T80" fmla="*/ 154 w 188"/>
                    <a:gd name="T81" fmla="*/ 11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Freeform 46">
                  <a:extLst>
                    <a:ext uri="{FF2B5EF4-FFF2-40B4-BE49-F238E27FC236}">
                      <a16:creationId xmlns:a16="http://schemas.microsoft.com/office/drawing/2014/main" id="{317C4ADF-1F5F-4882-8CCF-7D01F887332A}"/>
                    </a:ext>
                  </a:extLst>
                </p:cNvPr>
                <p:cNvSpPr>
                  <a:spLocks/>
                </p:cNvSpPr>
                <p:nvPr userDrawn="1"/>
              </p:nvSpPr>
              <p:spPr bwMode="ltGray">
                <a:xfrm>
                  <a:off x="2677" y="233"/>
                  <a:ext cx="14" cy="10"/>
                </a:xfrm>
                <a:custGeom>
                  <a:avLst/>
                  <a:gdLst>
                    <a:gd name="T0" fmla="*/ 0 w 13"/>
                    <a:gd name="T1" fmla="*/ 3 h 13"/>
                    <a:gd name="T2" fmla="*/ 4 w 13"/>
                    <a:gd name="T3" fmla="*/ 5 h 13"/>
                    <a:gd name="T4" fmla="*/ 0 w 13"/>
                    <a:gd name="T5" fmla="*/ 3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47">
                  <a:extLst>
                    <a:ext uri="{FF2B5EF4-FFF2-40B4-BE49-F238E27FC236}">
                      <a16:creationId xmlns:a16="http://schemas.microsoft.com/office/drawing/2014/main" id="{10FDC9FF-5D5E-4DF1-A4F5-01FA16C703DF}"/>
                    </a:ext>
                  </a:extLst>
                </p:cNvPr>
                <p:cNvSpPr>
                  <a:spLocks/>
                </p:cNvSpPr>
                <p:nvPr userDrawn="1"/>
              </p:nvSpPr>
              <p:spPr bwMode="ltGray">
                <a:xfrm>
                  <a:off x="1627" y="353"/>
                  <a:ext cx="813" cy="462"/>
                </a:xfrm>
                <a:custGeom>
                  <a:avLst/>
                  <a:gdLst>
                    <a:gd name="T0" fmla="*/ 816 w 812"/>
                    <a:gd name="T1" fmla="*/ 11 h 564"/>
                    <a:gd name="T2" fmla="*/ 782 w 812"/>
                    <a:gd name="T3" fmla="*/ 35 h 564"/>
                    <a:gd name="T4" fmla="*/ 752 w 812"/>
                    <a:gd name="T5" fmla="*/ 55 h 564"/>
                    <a:gd name="T6" fmla="*/ 726 w 812"/>
                    <a:gd name="T7" fmla="*/ 64 h 564"/>
                    <a:gd name="T8" fmla="*/ 638 w 812"/>
                    <a:gd name="T9" fmla="*/ 80 h 564"/>
                    <a:gd name="T10" fmla="*/ 636 w 812"/>
                    <a:gd name="T11" fmla="*/ 95 h 564"/>
                    <a:gd name="T12" fmla="*/ 608 w 812"/>
                    <a:gd name="T13" fmla="*/ 103 h 564"/>
                    <a:gd name="T14" fmla="*/ 624 w 812"/>
                    <a:gd name="T15" fmla="*/ 80 h 564"/>
                    <a:gd name="T16" fmla="*/ 580 w 812"/>
                    <a:gd name="T17" fmla="*/ 84 h 564"/>
                    <a:gd name="T18" fmla="*/ 560 w 812"/>
                    <a:gd name="T19" fmla="*/ 98 h 564"/>
                    <a:gd name="T20" fmla="*/ 600 w 812"/>
                    <a:gd name="T21" fmla="*/ 126 h 564"/>
                    <a:gd name="T22" fmla="*/ 598 w 812"/>
                    <a:gd name="T23" fmla="*/ 165 h 564"/>
                    <a:gd name="T24" fmla="*/ 546 w 812"/>
                    <a:gd name="T25" fmla="*/ 183 h 564"/>
                    <a:gd name="T26" fmla="*/ 526 w 812"/>
                    <a:gd name="T27" fmla="*/ 174 h 564"/>
                    <a:gd name="T28" fmla="*/ 486 w 812"/>
                    <a:gd name="T29" fmla="*/ 156 h 564"/>
                    <a:gd name="T30" fmla="*/ 466 w 812"/>
                    <a:gd name="T31" fmla="*/ 156 h 564"/>
                    <a:gd name="T32" fmla="*/ 454 w 812"/>
                    <a:gd name="T33" fmla="*/ 178 h 564"/>
                    <a:gd name="T34" fmla="*/ 504 w 812"/>
                    <a:gd name="T35" fmla="*/ 209 h 564"/>
                    <a:gd name="T36" fmla="*/ 514 w 812"/>
                    <a:gd name="T37" fmla="*/ 236 h 564"/>
                    <a:gd name="T38" fmla="*/ 530 w 812"/>
                    <a:gd name="T39" fmla="*/ 252 h 564"/>
                    <a:gd name="T40" fmla="*/ 496 w 812"/>
                    <a:gd name="T41" fmla="*/ 245 h 564"/>
                    <a:gd name="T42" fmla="*/ 474 w 812"/>
                    <a:gd name="T43" fmla="*/ 233 h 564"/>
                    <a:gd name="T44" fmla="*/ 426 w 812"/>
                    <a:gd name="T45" fmla="*/ 191 h 564"/>
                    <a:gd name="T46" fmla="*/ 430 w 812"/>
                    <a:gd name="T47" fmla="*/ 139 h 564"/>
                    <a:gd name="T48" fmla="*/ 426 w 812"/>
                    <a:gd name="T49" fmla="*/ 120 h 564"/>
                    <a:gd name="T50" fmla="*/ 416 w 812"/>
                    <a:gd name="T51" fmla="*/ 125 h 564"/>
                    <a:gd name="T52" fmla="*/ 386 w 812"/>
                    <a:gd name="T53" fmla="*/ 120 h 564"/>
                    <a:gd name="T54" fmla="*/ 360 w 812"/>
                    <a:gd name="T55" fmla="*/ 76 h 564"/>
                    <a:gd name="T56" fmla="*/ 330 w 812"/>
                    <a:gd name="T57" fmla="*/ 75 h 564"/>
                    <a:gd name="T58" fmla="*/ 288 w 812"/>
                    <a:gd name="T59" fmla="*/ 78 h 564"/>
                    <a:gd name="T60" fmla="*/ 242 w 812"/>
                    <a:gd name="T61" fmla="*/ 105 h 564"/>
                    <a:gd name="T62" fmla="*/ 196 w 812"/>
                    <a:gd name="T63" fmla="*/ 120 h 564"/>
                    <a:gd name="T64" fmla="*/ 184 w 812"/>
                    <a:gd name="T65" fmla="*/ 123 h 564"/>
                    <a:gd name="T66" fmla="*/ 160 w 812"/>
                    <a:gd name="T67" fmla="*/ 147 h 564"/>
                    <a:gd name="T68" fmla="*/ 152 w 812"/>
                    <a:gd name="T69" fmla="*/ 160 h 564"/>
                    <a:gd name="T70" fmla="*/ 128 w 812"/>
                    <a:gd name="T71" fmla="*/ 182 h 564"/>
                    <a:gd name="T72" fmla="*/ 94 w 812"/>
                    <a:gd name="T73" fmla="*/ 176 h 564"/>
                    <a:gd name="T74" fmla="*/ 66 w 812"/>
                    <a:gd name="T75" fmla="*/ 116 h 564"/>
                    <a:gd name="T76" fmla="*/ 72 w 812"/>
                    <a:gd name="T77" fmla="*/ 70 h 564"/>
                    <a:gd name="T78" fmla="*/ 44 w 812"/>
                    <a:gd name="T79" fmla="*/ 80 h 564"/>
                    <a:gd name="T80" fmla="*/ 20 w 812"/>
                    <a:gd name="T81" fmla="*/ 68 h 564"/>
                    <a:gd name="T82" fmla="*/ 24 w 812"/>
                    <a:gd name="T83" fmla="*/ 62 h 564"/>
                    <a:gd name="T84" fmla="*/ 0 w 812"/>
                    <a:gd name="T85" fmla="*/ 41 h 564"/>
                    <a:gd name="T86" fmla="*/ 802 w 812"/>
                    <a:gd name="T87" fmla="*/ 2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48">
                  <a:extLst>
                    <a:ext uri="{FF2B5EF4-FFF2-40B4-BE49-F238E27FC236}">
                      <a16:creationId xmlns:a16="http://schemas.microsoft.com/office/drawing/2014/main" id="{2FE2E305-46C7-4596-A8EE-BBB21BE89AC9}"/>
                    </a:ext>
                  </a:extLst>
                </p:cNvPr>
                <p:cNvSpPr>
                  <a:spLocks/>
                </p:cNvSpPr>
                <p:nvPr userDrawn="1"/>
              </p:nvSpPr>
              <p:spPr bwMode="ltGray">
                <a:xfrm>
                  <a:off x="1770" y="671"/>
                  <a:ext cx="45" cy="71"/>
                </a:xfrm>
                <a:custGeom>
                  <a:avLst/>
                  <a:gdLst>
                    <a:gd name="T0" fmla="*/ 7 w 43"/>
                    <a:gd name="T1" fmla="*/ 6 h 85"/>
                    <a:gd name="T2" fmla="*/ 21 w 43"/>
                    <a:gd name="T3" fmla="*/ 3 h 85"/>
                    <a:gd name="T4" fmla="*/ 45 w 43"/>
                    <a:gd name="T5" fmla="*/ 16 h 85"/>
                    <a:gd name="T6" fmla="*/ 23 w 43"/>
                    <a:gd name="T7" fmla="*/ 41 h 85"/>
                    <a:gd name="T8" fmla="*/ 1 w 43"/>
                    <a:gd name="T9" fmla="*/ 33 h 85"/>
                    <a:gd name="T10" fmla="*/ 7 w 43"/>
                    <a:gd name="T11" fmla="*/ 6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Freeform 49">
                  <a:extLst>
                    <a:ext uri="{FF2B5EF4-FFF2-40B4-BE49-F238E27FC236}">
                      <a16:creationId xmlns:a16="http://schemas.microsoft.com/office/drawing/2014/main" id="{797B7174-10AC-414F-BB94-24878B5A21C5}"/>
                    </a:ext>
                  </a:extLst>
                </p:cNvPr>
                <p:cNvSpPr>
                  <a:spLocks/>
                </p:cNvSpPr>
                <p:nvPr userDrawn="1"/>
              </p:nvSpPr>
              <p:spPr bwMode="ltGray">
                <a:xfrm>
                  <a:off x="2394" y="431"/>
                  <a:ext cx="42" cy="59"/>
                </a:xfrm>
                <a:custGeom>
                  <a:avLst/>
                  <a:gdLst>
                    <a:gd name="T0" fmla="*/ 11 w 44"/>
                    <a:gd name="T1" fmla="*/ 11 h 74"/>
                    <a:gd name="T2" fmla="*/ 25 w 44"/>
                    <a:gd name="T3" fmla="*/ 2 h 74"/>
                    <a:gd name="T4" fmla="*/ 35 w 44"/>
                    <a:gd name="T5" fmla="*/ 2 h 74"/>
                    <a:gd name="T6" fmla="*/ 32 w 44"/>
                    <a:gd name="T7" fmla="*/ 11 h 74"/>
                    <a:gd name="T8" fmla="*/ 11 w 44"/>
                    <a:gd name="T9" fmla="*/ 30 h 74"/>
                    <a:gd name="T10" fmla="*/ 7 w 44"/>
                    <a:gd name="T11" fmla="*/ 24 h 74"/>
                    <a:gd name="T12" fmla="*/ 3 w 44"/>
                    <a:gd name="T13" fmla="*/ 14 h 74"/>
                    <a:gd name="T14" fmla="*/ 11 w 44"/>
                    <a:gd name="T15" fmla="*/ 11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Freeform 50">
                  <a:extLst>
                    <a:ext uri="{FF2B5EF4-FFF2-40B4-BE49-F238E27FC236}">
                      <a16:creationId xmlns:a16="http://schemas.microsoft.com/office/drawing/2014/main" id="{6DB469A1-A212-46BC-B4FF-A2C9CD8E3165}"/>
                    </a:ext>
                  </a:extLst>
                </p:cNvPr>
                <p:cNvSpPr>
                  <a:spLocks/>
                </p:cNvSpPr>
                <p:nvPr userDrawn="1"/>
              </p:nvSpPr>
              <p:spPr bwMode="ltGray">
                <a:xfrm>
                  <a:off x="2513" y="402"/>
                  <a:ext cx="21" cy="24"/>
                </a:xfrm>
                <a:custGeom>
                  <a:avLst/>
                  <a:gdLst>
                    <a:gd name="T0" fmla="*/ 7 w 20"/>
                    <a:gd name="T1" fmla="*/ 6 h 30"/>
                    <a:gd name="T2" fmla="*/ 5 w 20"/>
                    <a:gd name="T3" fmla="*/ 12 h 30"/>
                    <a:gd name="T4" fmla="*/ 7 w 20"/>
                    <a:gd name="T5" fmla="*/ 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Freeform 51">
                  <a:extLst>
                    <a:ext uri="{FF2B5EF4-FFF2-40B4-BE49-F238E27FC236}">
                      <a16:creationId xmlns:a16="http://schemas.microsoft.com/office/drawing/2014/main" id="{A9487AC0-11A2-41A8-91B5-FAB9E79114FC}"/>
                    </a:ext>
                  </a:extLst>
                </p:cNvPr>
                <p:cNvSpPr>
                  <a:spLocks/>
                </p:cNvSpPr>
                <p:nvPr userDrawn="1"/>
              </p:nvSpPr>
              <p:spPr bwMode="ltGray">
                <a:xfrm>
                  <a:off x="333" y="169"/>
                  <a:ext cx="1015" cy="866"/>
                </a:xfrm>
                <a:custGeom>
                  <a:avLst/>
                  <a:gdLst>
                    <a:gd name="T0" fmla="*/ 2360 w 682"/>
                    <a:gd name="T1" fmla="*/ 2710 h 557"/>
                    <a:gd name="T2" fmla="*/ 2383 w 682"/>
                    <a:gd name="T3" fmla="*/ 2635 h 557"/>
                    <a:gd name="T4" fmla="*/ 2453 w 682"/>
                    <a:gd name="T5" fmla="*/ 2413 h 557"/>
                    <a:gd name="T6" fmla="*/ 1517 w 682"/>
                    <a:gd name="T7" fmla="*/ 1674 h 557"/>
                    <a:gd name="T8" fmla="*/ 1384 w 682"/>
                    <a:gd name="T9" fmla="*/ 2021 h 557"/>
                    <a:gd name="T10" fmla="*/ 1487 w 682"/>
                    <a:gd name="T11" fmla="*/ 3246 h 557"/>
                    <a:gd name="T12" fmla="*/ 1384 w 682"/>
                    <a:gd name="T13" fmla="*/ 2886 h 557"/>
                    <a:gd name="T14" fmla="*/ 1188 w 682"/>
                    <a:gd name="T15" fmla="*/ 2567 h 557"/>
                    <a:gd name="T16" fmla="*/ 1203 w 682"/>
                    <a:gd name="T17" fmla="*/ 2413 h 557"/>
                    <a:gd name="T18" fmla="*/ 1214 w 682"/>
                    <a:gd name="T19" fmla="*/ 2304 h 557"/>
                    <a:gd name="T20" fmla="*/ 1079 w 682"/>
                    <a:gd name="T21" fmla="*/ 2191 h 557"/>
                    <a:gd name="T22" fmla="*/ 952 w 682"/>
                    <a:gd name="T23" fmla="*/ 2021 h 557"/>
                    <a:gd name="T24" fmla="*/ 725 w 682"/>
                    <a:gd name="T25" fmla="*/ 2066 h 557"/>
                    <a:gd name="T26" fmla="*/ 621 w 682"/>
                    <a:gd name="T27" fmla="*/ 2132 h 557"/>
                    <a:gd name="T28" fmla="*/ 382 w 682"/>
                    <a:gd name="T29" fmla="*/ 2132 h 557"/>
                    <a:gd name="T30" fmla="*/ 109 w 682"/>
                    <a:gd name="T31" fmla="*/ 1822 h 557"/>
                    <a:gd name="T32" fmla="*/ 54 w 682"/>
                    <a:gd name="T33" fmla="*/ 1726 h 557"/>
                    <a:gd name="T34" fmla="*/ 0 w 682"/>
                    <a:gd name="T35" fmla="*/ 1539 h 557"/>
                    <a:gd name="T36" fmla="*/ 119 w 682"/>
                    <a:gd name="T37" fmla="*/ 1245 h 557"/>
                    <a:gd name="T38" fmla="*/ 158 w 682"/>
                    <a:gd name="T39" fmla="*/ 1056 h 557"/>
                    <a:gd name="T40" fmla="*/ 250 w 682"/>
                    <a:gd name="T41" fmla="*/ 833 h 557"/>
                    <a:gd name="T42" fmla="*/ 399 w 682"/>
                    <a:gd name="T43" fmla="*/ 676 h 557"/>
                    <a:gd name="T44" fmla="*/ 822 w 682"/>
                    <a:gd name="T45" fmla="*/ 392 h 557"/>
                    <a:gd name="T46" fmla="*/ 1079 w 682"/>
                    <a:gd name="T47" fmla="*/ 176 h 557"/>
                    <a:gd name="T48" fmla="*/ 1265 w 682"/>
                    <a:gd name="T49" fmla="*/ 34 h 557"/>
                    <a:gd name="T50" fmla="*/ 1781 w 682"/>
                    <a:gd name="T51" fmla="*/ 12 h 557"/>
                    <a:gd name="T52" fmla="*/ 1951 w 682"/>
                    <a:gd name="T53" fmla="*/ 0 h 557"/>
                    <a:gd name="T54" fmla="*/ 1883 w 682"/>
                    <a:gd name="T55" fmla="*/ 197 h 557"/>
                    <a:gd name="T56" fmla="*/ 2173 w 682"/>
                    <a:gd name="T57" fmla="*/ 493 h 557"/>
                    <a:gd name="T58" fmla="*/ 2439 w 682"/>
                    <a:gd name="T59" fmla="*/ 432 h 557"/>
                    <a:gd name="T60" fmla="*/ 2594 w 682"/>
                    <a:gd name="T61" fmla="*/ 476 h 557"/>
                    <a:gd name="T62" fmla="*/ 2741 w 682"/>
                    <a:gd name="T63" fmla="*/ 567 h 557"/>
                    <a:gd name="T64" fmla="*/ 2807 w 682"/>
                    <a:gd name="T65" fmla="*/ 1098 h 557"/>
                    <a:gd name="T66" fmla="*/ 2807 w 682"/>
                    <a:gd name="T67" fmla="*/ 1402 h 557"/>
                    <a:gd name="T68" fmla="*/ 2936 w 682"/>
                    <a:gd name="T69" fmla="*/ 1653 h 557"/>
                    <a:gd name="T70" fmla="*/ 3166 w 682"/>
                    <a:gd name="T71" fmla="*/ 1752 h 557"/>
                    <a:gd name="T72" fmla="*/ 3335 w 682"/>
                    <a:gd name="T73" fmla="*/ 1726 h 557"/>
                    <a:gd name="T74" fmla="*/ 3256 w 682"/>
                    <a:gd name="T75" fmla="*/ 1987 h 557"/>
                    <a:gd name="T76" fmla="*/ 2936 w 682"/>
                    <a:gd name="T77" fmla="*/ 2379 h 557"/>
                    <a:gd name="T78" fmla="*/ 2689 w 682"/>
                    <a:gd name="T79" fmla="*/ 2833 h 557"/>
                    <a:gd name="T80" fmla="*/ 2727 w 682"/>
                    <a:gd name="T81" fmla="*/ 2968 h 557"/>
                    <a:gd name="T82" fmla="*/ 2133 w 682"/>
                    <a:gd name="T83" fmla="*/ 324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52">
                  <a:extLst>
                    <a:ext uri="{FF2B5EF4-FFF2-40B4-BE49-F238E27FC236}">
                      <a16:creationId xmlns:a16="http://schemas.microsoft.com/office/drawing/2014/main" id="{984C29DF-F48F-48F2-BF18-D4C71A49556F}"/>
                    </a:ext>
                  </a:extLst>
                </p:cNvPr>
                <p:cNvSpPr>
                  <a:spLocks/>
                </p:cNvSpPr>
                <p:nvPr userDrawn="1"/>
              </p:nvSpPr>
              <p:spPr bwMode="ltGray">
                <a:xfrm>
                  <a:off x="727" y="495"/>
                  <a:ext cx="382" cy="540"/>
                </a:xfrm>
                <a:custGeom>
                  <a:avLst/>
                  <a:gdLst>
                    <a:gd name="T0" fmla="*/ 1186 w 257"/>
                    <a:gd name="T1" fmla="*/ 2034 h 347"/>
                    <a:gd name="T2" fmla="*/ 1136 w 257"/>
                    <a:gd name="T3" fmla="*/ 1763 h 347"/>
                    <a:gd name="T4" fmla="*/ 1060 w 257"/>
                    <a:gd name="T5" fmla="*/ 1688 h 347"/>
                    <a:gd name="T6" fmla="*/ 1052 w 257"/>
                    <a:gd name="T7" fmla="*/ 1580 h 347"/>
                    <a:gd name="T8" fmla="*/ 1021 w 257"/>
                    <a:gd name="T9" fmla="*/ 1489 h 347"/>
                    <a:gd name="T10" fmla="*/ 1021 w 257"/>
                    <a:gd name="T11" fmla="*/ 1341 h 347"/>
                    <a:gd name="T12" fmla="*/ 1012 w 257"/>
                    <a:gd name="T13" fmla="*/ 1254 h 347"/>
                    <a:gd name="T14" fmla="*/ 1113 w 257"/>
                    <a:gd name="T15" fmla="*/ 1184 h 347"/>
                    <a:gd name="T16" fmla="*/ 1255 w 257"/>
                    <a:gd name="T17" fmla="*/ 1158 h 347"/>
                    <a:gd name="T18" fmla="*/ 1255 w 257"/>
                    <a:gd name="T19" fmla="*/ 800 h 347"/>
                    <a:gd name="T20" fmla="*/ 263 w 257"/>
                    <a:gd name="T21" fmla="*/ 562 h 347"/>
                    <a:gd name="T22" fmla="*/ 158 w 257"/>
                    <a:gd name="T23" fmla="*/ 576 h 347"/>
                    <a:gd name="T24" fmla="*/ 80 w 257"/>
                    <a:gd name="T25" fmla="*/ 598 h 347"/>
                    <a:gd name="T26" fmla="*/ 0 w 257"/>
                    <a:gd name="T27" fmla="*/ 875 h 347"/>
                    <a:gd name="T28" fmla="*/ 453 w 257"/>
                    <a:gd name="T29" fmla="*/ 2028 h 347"/>
                    <a:gd name="T30" fmla="*/ 1186 w 257"/>
                    <a:gd name="T31" fmla="*/ 2034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a:extLst>
                  <a:ext uri="{91240B29-F687-4F45-9708-019B960494DF}">
                    <a14:hiddenLine xmlns:a14="http://schemas.microsoft.com/office/drawing/2010/main" w="9525">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53">
                  <a:extLst>
                    <a:ext uri="{FF2B5EF4-FFF2-40B4-BE49-F238E27FC236}">
                      <a16:creationId xmlns:a16="http://schemas.microsoft.com/office/drawing/2014/main" id="{441880FB-F335-4AEB-A353-E819A5F3D069}"/>
                    </a:ext>
                  </a:extLst>
                </p:cNvPr>
                <p:cNvSpPr>
                  <a:spLocks/>
                </p:cNvSpPr>
                <p:nvPr userDrawn="1"/>
              </p:nvSpPr>
              <p:spPr bwMode="ltGray">
                <a:xfrm>
                  <a:off x="1400" y="896"/>
                  <a:ext cx="16" cy="29"/>
                </a:xfrm>
                <a:custGeom>
                  <a:avLst/>
                  <a:gdLst>
                    <a:gd name="T0" fmla="*/ 3 w 19"/>
                    <a:gd name="T1" fmla="*/ 10 h 37"/>
                    <a:gd name="T2" fmla="*/ 9 w 19"/>
                    <a:gd name="T3" fmla="*/ 8 h 37"/>
                    <a:gd name="T4" fmla="*/ 3 w 19"/>
                    <a:gd name="T5" fmla="*/ 10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54">
                  <a:extLst>
                    <a:ext uri="{FF2B5EF4-FFF2-40B4-BE49-F238E27FC236}">
                      <a16:creationId xmlns:a16="http://schemas.microsoft.com/office/drawing/2014/main" id="{2CE41E83-F8E3-4FCE-A570-998686DC1B4E}"/>
                    </a:ext>
                  </a:extLst>
                </p:cNvPr>
                <p:cNvSpPr>
                  <a:spLocks/>
                </p:cNvSpPr>
                <p:nvPr userDrawn="1"/>
              </p:nvSpPr>
              <p:spPr bwMode="ltGray">
                <a:xfrm>
                  <a:off x="1379" y="617"/>
                  <a:ext cx="21" cy="17"/>
                </a:xfrm>
                <a:custGeom>
                  <a:avLst/>
                  <a:gdLst>
                    <a:gd name="T0" fmla="*/ 11 w 22"/>
                    <a:gd name="T1" fmla="*/ 7 h 20"/>
                    <a:gd name="T2" fmla="*/ 12 w 22"/>
                    <a:gd name="T3" fmla="*/ 0 h 20"/>
                    <a:gd name="T4" fmla="*/ 16 w 22"/>
                    <a:gd name="T5" fmla="*/ 7 h 20"/>
                    <a:gd name="T6" fmla="*/ 8 w 22"/>
                    <a:gd name="T7" fmla="*/ 10 h 20"/>
                    <a:gd name="T8" fmla="*/ 11 w 22"/>
                    <a:gd name="T9" fmla="*/ 7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Freeform 55">
                  <a:extLst>
                    <a:ext uri="{FF2B5EF4-FFF2-40B4-BE49-F238E27FC236}">
                      <a16:creationId xmlns:a16="http://schemas.microsoft.com/office/drawing/2014/main" id="{DEE6262D-D0B2-4D14-A0E4-9B717274AE17}"/>
                    </a:ext>
                  </a:extLst>
                </p:cNvPr>
                <p:cNvSpPr>
                  <a:spLocks/>
                </p:cNvSpPr>
                <p:nvPr userDrawn="1"/>
              </p:nvSpPr>
              <p:spPr bwMode="ltGray">
                <a:xfrm>
                  <a:off x="453" y="275"/>
                  <a:ext cx="58" cy="24"/>
                </a:xfrm>
                <a:custGeom>
                  <a:avLst/>
                  <a:gdLst>
                    <a:gd name="T0" fmla="*/ 24 w 57"/>
                    <a:gd name="T1" fmla="*/ 7 h 30"/>
                    <a:gd name="T2" fmla="*/ 36 w 57"/>
                    <a:gd name="T3" fmla="*/ 2 h 30"/>
                    <a:gd name="T4" fmla="*/ 40 w 57"/>
                    <a:gd name="T5" fmla="*/ 12 h 30"/>
                    <a:gd name="T6" fmla="*/ 24 w 57"/>
                    <a:gd name="T7" fmla="*/ 7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56">
                  <a:extLst>
                    <a:ext uri="{FF2B5EF4-FFF2-40B4-BE49-F238E27FC236}">
                      <a16:creationId xmlns:a16="http://schemas.microsoft.com/office/drawing/2014/main" id="{1750A9BA-8D9A-4BA1-9744-4B63B913FE59}"/>
                    </a:ext>
                  </a:extLst>
                </p:cNvPr>
                <p:cNvSpPr>
                  <a:spLocks/>
                </p:cNvSpPr>
                <p:nvPr userDrawn="1"/>
              </p:nvSpPr>
              <p:spPr bwMode="ltGray">
                <a:xfrm>
                  <a:off x="1161" y="50"/>
                  <a:ext cx="691" cy="569"/>
                </a:xfrm>
                <a:custGeom>
                  <a:avLst/>
                  <a:gdLst>
                    <a:gd name="T0" fmla="*/ 469 w 693"/>
                    <a:gd name="T1" fmla="*/ 207 h 696"/>
                    <a:gd name="T2" fmla="*/ 389 w 693"/>
                    <a:gd name="T3" fmla="*/ 202 h 696"/>
                    <a:gd name="T4" fmla="*/ 321 w 693"/>
                    <a:gd name="T5" fmla="*/ 185 h 696"/>
                    <a:gd name="T6" fmla="*/ 261 w 693"/>
                    <a:gd name="T7" fmla="*/ 178 h 696"/>
                    <a:gd name="T8" fmla="*/ 233 w 693"/>
                    <a:gd name="T9" fmla="*/ 186 h 696"/>
                    <a:gd name="T10" fmla="*/ 257 w 693"/>
                    <a:gd name="T11" fmla="*/ 191 h 696"/>
                    <a:gd name="T12" fmla="*/ 289 w 693"/>
                    <a:gd name="T13" fmla="*/ 209 h 696"/>
                    <a:gd name="T14" fmla="*/ 317 w 693"/>
                    <a:gd name="T15" fmla="*/ 213 h 696"/>
                    <a:gd name="T16" fmla="*/ 329 w 693"/>
                    <a:gd name="T17" fmla="*/ 240 h 696"/>
                    <a:gd name="T18" fmla="*/ 309 w 693"/>
                    <a:gd name="T19" fmla="*/ 247 h 696"/>
                    <a:gd name="T20" fmla="*/ 257 w 693"/>
                    <a:gd name="T21" fmla="*/ 276 h 696"/>
                    <a:gd name="T22" fmla="*/ 221 w 693"/>
                    <a:gd name="T23" fmla="*/ 280 h 696"/>
                    <a:gd name="T24" fmla="*/ 97 w 693"/>
                    <a:gd name="T25" fmla="*/ 311 h 696"/>
                    <a:gd name="T26" fmla="*/ 77 w 693"/>
                    <a:gd name="T27" fmla="*/ 276 h 696"/>
                    <a:gd name="T28" fmla="*/ 45 w 693"/>
                    <a:gd name="T29" fmla="*/ 234 h 696"/>
                    <a:gd name="T30" fmla="*/ 33 w 693"/>
                    <a:gd name="T31" fmla="*/ 199 h 696"/>
                    <a:gd name="T32" fmla="*/ 53 w 693"/>
                    <a:gd name="T33" fmla="*/ 154 h 696"/>
                    <a:gd name="T34" fmla="*/ 17 w 693"/>
                    <a:gd name="T35" fmla="*/ 175 h 696"/>
                    <a:gd name="T36" fmla="*/ 81 w 693"/>
                    <a:gd name="T37" fmla="*/ 125 h 696"/>
                    <a:gd name="T38" fmla="*/ 113 w 693"/>
                    <a:gd name="T39" fmla="*/ 92 h 696"/>
                    <a:gd name="T40" fmla="*/ 37 w 693"/>
                    <a:gd name="T41" fmla="*/ 92 h 696"/>
                    <a:gd name="T42" fmla="*/ 1 w 693"/>
                    <a:gd name="T43" fmla="*/ 87 h 696"/>
                    <a:gd name="T44" fmla="*/ 25 w 693"/>
                    <a:gd name="T45" fmla="*/ 62 h 696"/>
                    <a:gd name="T46" fmla="*/ 97 w 693"/>
                    <a:gd name="T47" fmla="*/ 50 h 696"/>
                    <a:gd name="T48" fmla="*/ 217 w 693"/>
                    <a:gd name="T49" fmla="*/ 56 h 696"/>
                    <a:gd name="T50" fmla="*/ 225 w 693"/>
                    <a:gd name="T51" fmla="*/ 29 h 696"/>
                    <a:gd name="T52" fmla="*/ 257 w 693"/>
                    <a:gd name="T53" fmla="*/ 0 h 696"/>
                    <a:gd name="T54" fmla="*/ 353 w 693"/>
                    <a:gd name="T55" fmla="*/ 20 h 696"/>
                    <a:gd name="T56" fmla="*/ 325 w 693"/>
                    <a:gd name="T57" fmla="*/ 39 h 696"/>
                    <a:gd name="T58" fmla="*/ 297 w 693"/>
                    <a:gd name="T59" fmla="*/ 78 h 696"/>
                    <a:gd name="T60" fmla="*/ 357 w 693"/>
                    <a:gd name="T61" fmla="*/ 86 h 696"/>
                    <a:gd name="T62" fmla="*/ 369 w 693"/>
                    <a:gd name="T63" fmla="*/ 60 h 696"/>
                    <a:gd name="T64" fmla="*/ 413 w 693"/>
                    <a:gd name="T65" fmla="*/ 41 h 696"/>
                    <a:gd name="T66" fmla="*/ 493 w 693"/>
                    <a:gd name="T67" fmla="*/ 39 h 696"/>
                    <a:gd name="T68" fmla="*/ 521 w 693"/>
                    <a:gd name="T69" fmla="*/ 24 h 696"/>
                    <a:gd name="T70" fmla="*/ 533 w 693"/>
                    <a:gd name="T71" fmla="*/ 205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Freeform 57">
                  <a:extLst>
                    <a:ext uri="{FF2B5EF4-FFF2-40B4-BE49-F238E27FC236}">
                      <a16:creationId xmlns:a16="http://schemas.microsoft.com/office/drawing/2014/main" id="{F29BF103-A247-40DE-BF8D-B54530BA05A6}"/>
                    </a:ext>
                  </a:extLst>
                </p:cNvPr>
                <p:cNvSpPr>
                  <a:spLocks/>
                </p:cNvSpPr>
                <p:nvPr userDrawn="1"/>
              </p:nvSpPr>
              <p:spPr bwMode="ltGray">
                <a:xfrm>
                  <a:off x="689" y="6"/>
                  <a:ext cx="1386" cy="232"/>
                </a:xfrm>
                <a:custGeom>
                  <a:avLst/>
                  <a:gdLst>
                    <a:gd name="T0" fmla="*/ 4051 w 931"/>
                    <a:gd name="T1" fmla="*/ 0 h 149"/>
                    <a:gd name="T2" fmla="*/ 703 w 931"/>
                    <a:gd name="T3" fmla="*/ 170 h 149"/>
                    <a:gd name="T4" fmla="*/ 445 w 931"/>
                    <a:gd name="T5" fmla="*/ 244 h 149"/>
                    <a:gd name="T6" fmla="*/ 304 w 931"/>
                    <a:gd name="T7" fmla="*/ 244 h 149"/>
                    <a:gd name="T8" fmla="*/ 109 w 931"/>
                    <a:gd name="T9" fmla="*/ 453 h 149"/>
                    <a:gd name="T10" fmla="*/ 0 w 931"/>
                    <a:gd name="T11" fmla="*/ 615 h 149"/>
                    <a:gd name="T12" fmla="*/ 290 w 931"/>
                    <a:gd name="T13" fmla="*/ 676 h 149"/>
                    <a:gd name="T14" fmla="*/ 475 w 931"/>
                    <a:gd name="T15" fmla="*/ 562 h 149"/>
                    <a:gd name="T16" fmla="*/ 531 w 931"/>
                    <a:gd name="T17" fmla="*/ 495 h 149"/>
                    <a:gd name="T18" fmla="*/ 822 w 931"/>
                    <a:gd name="T19" fmla="*/ 305 h 149"/>
                    <a:gd name="T20" fmla="*/ 1056 w 931"/>
                    <a:gd name="T21" fmla="*/ 271 h 149"/>
                    <a:gd name="T22" fmla="*/ 1166 w 931"/>
                    <a:gd name="T23" fmla="*/ 550 h 149"/>
                    <a:gd name="T24" fmla="*/ 924 w 931"/>
                    <a:gd name="T25" fmla="*/ 643 h 149"/>
                    <a:gd name="T26" fmla="*/ 1134 w 931"/>
                    <a:gd name="T27" fmla="*/ 665 h 149"/>
                    <a:gd name="T28" fmla="*/ 1228 w 931"/>
                    <a:gd name="T29" fmla="*/ 528 h 149"/>
                    <a:gd name="T30" fmla="*/ 1307 w 931"/>
                    <a:gd name="T31" fmla="*/ 540 h 149"/>
                    <a:gd name="T32" fmla="*/ 1243 w 931"/>
                    <a:gd name="T33" fmla="*/ 318 h 149"/>
                    <a:gd name="T34" fmla="*/ 1307 w 931"/>
                    <a:gd name="T35" fmla="*/ 260 h 149"/>
                    <a:gd name="T36" fmla="*/ 1359 w 931"/>
                    <a:gd name="T37" fmla="*/ 517 h 149"/>
                    <a:gd name="T38" fmla="*/ 1307 w 931"/>
                    <a:gd name="T39" fmla="*/ 665 h 149"/>
                    <a:gd name="T40" fmla="*/ 1456 w 931"/>
                    <a:gd name="T41" fmla="*/ 763 h 149"/>
                    <a:gd name="T42" fmla="*/ 1468 w 931"/>
                    <a:gd name="T43" fmla="*/ 540 h 149"/>
                    <a:gd name="T44" fmla="*/ 1627 w 931"/>
                    <a:gd name="T45" fmla="*/ 604 h 149"/>
                    <a:gd name="T46" fmla="*/ 1877 w 931"/>
                    <a:gd name="T47" fmla="*/ 431 h 149"/>
                    <a:gd name="T48" fmla="*/ 2010 w 931"/>
                    <a:gd name="T49" fmla="*/ 293 h 149"/>
                    <a:gd name="T50" fmla="*/ 2159 w 931"/>
                    <a:gd name="T51" fmla="*/ 327 h 149"/>
                    <a:gd name="T52" fmla="*/ 2235 w 931"/>
                    <a:gd name="T53" fmla="*/ 293 h 149"/>
                    <a:gd name="T54" fmla="*/ 2118 w 931"/>
                    <a:gd name="T55" fmla="*/ 260 h 149"/>
                    <a:gd name="T56" fmla="*/ 2330 w 931"/>
                    <a:gd name="T57" fmla="*/ 204 h 149"/>
                    <a:gd name="T58" fmla="*/ 2672 w 931"/>
                    <a:gd name="T59" fmla="*/ 318 h 149"/>
                    <a:gd name="T60" fmla="*/ 2854 w 931"/>
                    <a:gd name="T61" fmla="*/ 244 h 149"/>
                    <a:gd name="T62" fmla="*/ 2867 w 931"/>
                    <a:gd name="T63" fmla="*/ 371 h 149"/>
                    <a:gd name="T64" fmla="*/ 2790 w 931"/>
                    <a:gd name="T65" fmla="*/ 592 h 149"/>
                    <a:gd name="T66" fmla="*/ 3003 w 931"/>
                    <a:gd name="T67" fmla="*/ 517 h 149"/>
                    <a:gd name="T68" fmla="*/ 3065 w 931"/>
                    <a:gd name="T69" fmla="*/ 473 h 149"/>
                    <a:gd name="T70" fmla="*/ 3184 w 931"/>
                    <a:gd name="T71" fmla="*/ 358 h 149"/>
                    <a:gd name="T72" fmla="*/ 3900 w 931"/>
                    <a:gd name="T73" fmla="*/ 495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Freeform 58">
                  <a:extLst>
                    <a:ext uri="{FF2B5EF4-FFF2-40B4-BE49-F238E27FC236}">
                      <a16:creationId xmlns:a16="http://schemas.microsoft.com/office/drawing/2014/main" id="{B3005A6C-1895-45E4-B7E9-6F8F33E8B478}"/>
                    </a:ext>
                  </a:extLst>
                </p:cNvPr>
                <p:cNvSpPr>
                  <a:spLocks/>
                </p:cNvSpPr>
                <p:nvPr userDrawn="1"/>
              </p:nvSpPr>
              <p:spPr bwMode="ltGray">
                <a:xfrm>
                  <a:off x="971" y="91"/>
                  <a:ext cx="30" cy="25"/>
                </a:xfrm>
                <a:custGeom>
                  <a:avLst/>
                  <a:gdLst>
                    <a:gd name="T0" fmla="*/ 3 w 31"/>
                    <a:gd name="T1" fmla="*/ 13 h 30"/>
                    <a:gd name="T2" fmla="*/ 27 w 31"/>
                    <a:gd name="T3" fmla="*/ 0 h 30"/>
                    <a:gd name="T4" fmla="*/ 15 w 31"/>
                    <a:gd name="T5" fmla="*/ 12 h 30"/>
                    <a:gd name="T6" fmla="*/ 3 w 31"/>
                    <a:gd name="T7" fmla="*/ 13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Freeform 59">
                  <a:extLst>
                    <a:ext uri="{FF2B5EF4-FFF2-40B4-BE49-F238E27FC236}">
                      <a16:creationId xmlns:a16="http://schemas.microsoft.com/office/drawing/2014/main" id="{7E01C872-4CB0-4188-99D2-451B2B4F6A38}"/>
                    </a:ext>
                  </a:extLst>
                </p:cNvPr>
                <p:cNvSpPr>
                  <a:spLocks/>
                </p:cNvSpPr>
                <p:nvPr userDrawn="1"/>
              </p:nvSpPr>
              <p:spPr bwMode="ltGray">
                <a:xfrm>
                  <a:off x="935" y="125"/>
                  <a:ext cx="45" cy="27"/>
                </a:xfrm>
                <a:custGeom>
                  <a:avLst/>
                  <a:gdLst>
                    <a:gd name="T0" fmla="*/ 6 w 44"/>
                    <a:gd name="T1" fmla="*/ 16 h 32"/>
                    <a:gd name="T2" fmla="*/ 26 w 44"/>
                    <a:gd name="T3" fmla="*/ 0 h 32"/>
                    <a:gd name="T4" fmla="*/ 42 w 44"/>
                    <a:gd name="T5" fmla="*/ 3 h 32"/>
                    <a:gd name="T6" fmla="*/ 6 w 44"/>
                    <a:gd name="T7" fmla="*/ 16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Freeform 60">
                  <a:extLst>
                    <a:ext uri="{FF2B5EF4-FFF2-40B4-BE49-F238E27FC236}">
                      <a16:creationId xmlns:a16="http://schemas.microsoft.com/office/drawing/2014/main" id="{E4441AA1-A797-4703-BD39-D500D409C398}"/>
                    </a:ext>
                  </a:extLst>
                </p:cNvPr>
                <p:cNvSpPr>
                  <a:spLocks/>
                </p:cNvSpPr>
                <p:nvPr userDrawn="1"/>
              </p:nvSpPr>
              <p:spPr bwMode="ltGray">
                <a:xfrm>
                  <a:off x="1081" y="226"/>
                  <a:ext cx="75" cy="14"/>
                </a:xfrm>
                <a:custGeom>
                  <a:avLst/>
                  <a:gdLst>
                    <a:gd name="T0" fmla="*/ 37 w 76"/>
                    <a:gd name="T1" fmla="*/ 7 h 18"/>
                    <a:gd name="T2" fmla="*/ 25 w 76"/>
                    <a:gd name="T3" fmla="*/ 2 h 18"/>
                    <a:gd name="T4" fmla="*/ 37 w 76"/>
                    <a:gd name="T5" fmla="*/ 7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Freeform 61">
                  <a:extLst>
                    <a:ext uri="{FF2B5EF4-FFF2-40B4-BE49-F238E27FC236}">
                      <a16:creationId xmlns:a16="http://schemas.microsoft.com/office/drawing/2014/main" id="{0314C2DC-2204-4BDD-B6D8-B63D1B0197B0}"/>
                    </a:ext>
                  </a:extLst>
                </p:cNvPr>
                <p:cNvSpPr>
                  <a:spLocks/>
                </p:cNvSpPr>
                <p:nvPr userDrawn="1"/>
              </p:nvSpPr>
              <p:spPr bwMode="ltGray">
                <a:xfrm>
                  <a:off x="1210" y="223"/>
                  <a:ext cx="42" cy="37"/>
                </a:xfrm>
                <a:custGeom>
                  <a:avLst/>
                  <a:gdLst>
                    <a:gd name="T0" fmla="*/ 0 w 42"/>
                    <a:gd name="T1" fmla="*/ 11 h 44"/>
                    <a:gd name="T2" fmla="*/ 12 w 42"/>
                    <a:gd name="T3" fmla="*/ 5 h 44"/>
                    <a:gd name="T4" fmla="*/ 0 w 42"/>
                    <a:gd name="T5" fmla="*/ 1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Freeform 62">
                  <a:extLst>
                    <a:ext uri="{FF2B5EF4-FFF2-40B4-BE49-F238E27FC236}">
                      <a16:creationId xmlns:a16="http://schemas.microsoft.com/office/drawing/2014/main" id="{D4C88648-C884-4AC7-A4B1-E0B29FC00336}"/>
                    </a:ext>
                  </a:extLst>
                </p:cNvPr>
                <p:cNvSpPr>
                  <a:spLocks/>
                </p:cNvSpPr>
                <p:nvPr userDrawn="1"/>
              </p:nvSpPr>
              <p:spPr bwMode="ltGray">
                <a:xfrm>
                  <a:off x="865" y="123"/>
                  <a:ext cx="33" cy="24"/>
                </a:xfrm>
                <a:custGeom>
                  <a:avLst/>
                  <a:gdLst>
                    <a:gd name="T0" fmla="*/ 7 w 31"/>
                    <a:gd name="T1" fmla="*/ 9 h 30"/>
                    <a:gd name="T2" fmla="*/ 39 w 31"/>
                    <a:gd name="T3" fmla="*/ 4 h 30"/>
                    <a:gd name="T4" fmla="*/ 7 w 31"/>
                    <a:gd name="T5" fmla="*/ 9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63">
                <a:extLst>
                  <a:ext uri="{FF2B5EF4-FFF2-40B4-BE49-F238E27FC236}">
                    <a16:creationId xmlns:a16="http://schemas.microsoft.com/office/drawing/2014/main" id="{C51AB918-A2B6-4F91-8EDC-06C826B7B006}"/>
                  </a:ext>
                </a:extLst>
              </p:cNvPr>
              <p:cNvGrpSpPr>
                <a:grpSpLocks/>
              </p:cNvGrpSpPr>
              <p:nvPr userDrawn="1"/>
            </p:nvGrpSpPr>
            <p:grpSpPr bwMode="auto">
              <a:xfrm>
                <a:off x="7" y="6"/>
                <a:ext cx="5739" cy="1022"/>
                <a:chOff x="1056" y="111"/>
                <a:chExt cx="2448" cy="418"/>
              </a:xfrm>
            </p:grpSpPr>
            <p:sp>
              <p:nvSpPr>
                <p:cNvPr id="27" name="Line 64">
                  <a:extLst>
                    <a:ext uri="{FF2B5EF4-FFF2-40B4-BE49-F238E27FC236}">
                      <a16:creationId xmlns:a16="http://schemas.microsoft.com/office/drawing/2014/main" id="{76562760-FD63-4E78-80A8-5B436B39DD11}"/>
                    </a:ext>
                  </a:extLst>
                </p:cNvPr>
                <p:cNvSpPr>
                  <a:spLocks noChangeShapeType="1"/>
                </p:cNvSpPr>
                <p:nvPr/>
              </p:nvSpPr>
              <p:spPr bwMode="white">
                <a:xfrm>
                  <a:off x="1056" y="332"/>
                  <a:ext cx="244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65">
                  <a:extLst>
                    <a:ext uri="{FF2B5EF4-FFF2-40B4-BE49-F238E27FC236}">
                      <a16:creationId xmlns:a16="http://schemas.microsoft.com/office/drawing/2014/main" id="{BCF99C8F-1B1F-45CD-888A-9314BC544C38}"/>
                    </a:ext>
                  </a:extLst>
                </p:cNvPr>
                <p:cNvSpPr>
                  <a:spLocks noChangeShapeType="1"/>
                </p:cNvSpPr>
                <p:nvPr/>
              </p:nvSpPr>
              <p:spPr bwMode="white">
                <a:xfrm>
                  <a:off x="125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66">
                  <a:extLst>
                    <a:ext uri="{FF2B5EF4-FFF2-40B4-BE49-F238E27FC236}">
                      <a16:creationId xmlns:a16="http://schemas.microsoft.com/office/drawing/2014/main" id="{043ADB78-B062-4E74-AE98-2223E851A2B4}"/>
                    </a:ext>
                  </a:extLst>
                </p:cNvPr>
                <p:cNvSpPr>
                  <a:spLocks noChangeShapeType="1"/>
                </p:cNvSpPr>
                <p:nvPr/>
              </p:nvSpPr>
              <p:spPr bwMode="white">
                <a:xfrm>
                  <a:off x="148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67">
                  <a:extLst>
                    <a:ext uri="{FF2B5EF4-FFF2-40B4-BE49-F238E27FC236}">
                      <a16:creationId xmlns:a16="http://schemas.microsoft.com/office/drawing/2014/main" id="{15B4DB88-E40D-4400-A5B0-BE89F2087F0D}"/>
                    </a:ext>
                  </a:extLst>
                </p:cNvPr>
                <p:cNvSpPr>
                  <a:spLocks noChangeShapeType="1"/>
                </p:cNvSpPr>
                <p:nvPr/>
              </p:nvSpPr>
              <p:spPr bwMode="white">
                <a:xfrm>
                  <a:off x="171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68">
                  <a:extLst>
                    <a:ext uri="{FF2B5EF4-FFF2-40B4-BE49-F238E27FC236}">
                      <a16:creationId xmlns:a16="http://schemas.microsoft.com/office/drawing/2014/main" id="{818B60FE-17BC-43B7-B795-34B554C6B3F8}"/>
                    </a:ext>
                  </a:extLst>
                </p:cNvPr>
                <p:cNvSpPr>
                  <a:spLocks noChangeShapeType="1"/>
                </p:cNvSpPr>
                <p:nvPr/>
              </p:nvSpPr>
              <p:spPr bwMode="white">
                <a:xfrm>
                  <a:off x="193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9">
                  <a:extLst>
                    <a:ext uri="{FF2B5EF4-FFF2-40B4-BE49-F238E27FC236}">
                      <a16:creationId xmlns:a16="http://schemas.microsoft.com/office/drawing/2014/main" id="{F1AA186F-27A5-431A-8AC4-2814EFF2D9D5}"/>
                    </a:ext>
                  </a:extLst>
                </p:cNvPr>
                <p:cNvSpPr>
                  <a:spLocks noChangeShapeType="1"/>
                </p:cNvSpPr>
                <p:nvPr/>
              </p:nvSpPr>
              <p:spPr bwMode="white">
                <a:xfrm>
                  <a:off x="216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70">
                  <a:extLst>
                    <a:ext uri="{FF2B5EF4-FFF2-40B4-BE49-F238E27FC236}">
                      <a16:creationId xmlns:a16="http://schemas.microsoft.com/office/drawing/2014/main" id="{C3EB807B-4B14-4B24-BED6-BB38AA97D321}"/>
                    </a:ext>
                  </a:extLst>
                </p:cNvPr>
                <p:cNvSpPr>
                  <a:spLocks noChangeShapeType="1"/>
                </p:cNvSpPr>
                <p:nvPr/>
              </p:nvSpPr>
              <p:spPr bwMode="white">
                <a:xfrm>
                  <a:off x="239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1">
                  <a:extLst>
                    <a:ext uri="{FF2B5EF4-FFF2-40B4-BE49-F238E27FC236}">
                      <a16:creationId xmlns:a16="http://schemas.microsoft.com/office/drawing/2014/main" id="{045A1CEE-ACA9-4C59-8BAB-0BE77DEA84BD}"/>
                    </a:ext>
                  </a:extLst>
                </p:cNvPr>
                <p:cNvSpPr>
                  <a:spLocks noChangeShapeType="1"/>
                </p:cNvSpPr>
                <p:nvPr/>
              </p:nvSpPr>
              <p:spPr bwMode="white">
                <a:xfrm>
                  <a:off x="262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2">
                  <a:extLst>
                    <a:ext uri="{FF2B5EF4-FFF2-40B4-BE49-F238E27FC236}">
                      <a16:creationId xmlns:a16="http://schemas.microsoft.com/office/drawing/2014/main" id="{BFA7AB9A-51A2-4094-BA68-75635445C8F0}"/>
                    </a:ext>
                  </a:extLst>
                </p:cNvPr>
                <p:cNvSpPr>
                  <a:spLocks noChangeShapeType="1"/>
                </p:cNvSpPr>
                <p:nvPr/>
              </p:nvSpPr>
              <p:spPr bwMode="white">
                <a:xfrm>
                  <a:off x="285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3">
                  <a:extLst>
                    <a:ext uri="{FF2B5EF4-FFF2-40B4-BE49-F238E27FC236}">
                      <a16:creationId xmlns:a16="http://schemas.microsoft.com/office/drawing/2014/main" id="{77AA095B-DD88-4E79-BF11-37DB7A34ABAC}"/>
                    </a:ext>
                  </a:extLst>
                </p:cNvPr>
                <p:cNvSpPr>
                  <a:spLocks noChangeShapeType="1"/>
                </p:cNvSpPr>
                <p:nvPr/>
              </p:nvSpPr>
              <p:spPr bwMode="white">
                <a:xfrm>
                  <a:off x="307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74">
                  <a:extLst>
                    <a:ext uri="{FF2B5EF4-FFF2-40B4-BE49-F238E27FC236}">
                      <a16:creationId xmlns:a16="http://schemas.microsoft.com/office/drawing/2014/main" id="{93F00424-4856-4AD1-9F6C-2C94DDE68D33}"/>
                    </a:ext>
                  </a:extLst>
                </p:cNvPr>
                <p:cNvSpPr>
                  <a:spLocks noChangeShapeType="1"/>
                </p:cNvSpPr>
                <p:nvPr/>
              </p:nvSpPr>
              <p:spPr bwMode="white">
                <a:xfrm>
                  <a:off x="330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75">
                <a:extLst>
                  <a:ext uri="{FF2B5EF4-FFF2-40B4-BE49-F238E27FC236}">
                    <a16:creationId xmlns:a16="http://schemas.microsoft.com/office/drawing/2014/main" id="{F7808A06-601B-48BD-81DB-8AC9D2B81FE7}"/>
                  </a:ext>
                </a:extLst>
              </p:cNvPr>
              <p:cNvGrpSpPr>
                <a:grpSpLocks/>
              </p:cNvGrpSpPr>
              <p:nvPr userDrawn="1"/>
            </p:nvGrpSpPr>
            <p:grpSpPr bwMode="auto">
              <a:xfrm>
                <a:off x="363" y="1"/>
                <a:ext cx="4919" cy="1034"/>
                <a:chOff x="1208" y="109"/>
                <a:chExt cx="2098" cy="423"/>
              </a:xfrm>
            </p:grpSpPr>
            <p:sp>
              <p:nvSpPr>
                <p:cNvPr id="12" name="Line 76">
                  <a:extLst>
                    <a:ext uri="{FF2B5EF4-FFF2-40B4-BE49-F238E27FC236}">
                      <a16:creationId xmlns:a16="http://schemas.microsoft.com/office/drawing/2014/main" id="{08A64F1F-97B1-4B0F-9273-F2D0BF2C79C5}"/>
                    </a:ext>
                  </a:extLst>
                </p:cNvPr>
                <p:cNvSpPr>
                  <a:spLocks noChangeShapeType="1"/>
                </p:cNvSpPr>
                <p:nvPr/>
              </p:nvSpPr>
              <p:spPr bwMode="ltGray">
                <a:xfrm>
                  <a:off x="2850" y="110"/>
                  <a:ext cx="0" cy="14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77">
                  <a:extLst>
                    <a:ext uri="{FF2B5EF4-FFF2-40B4-BE49-F238E27FC236}">
                      <a16:creationId xmlns:a16="http://schemas.microsoft.com/office/drawing/2014/main" id="{320D98A9-E4BC-4E48-B976-DA35B1DC5F42}"/>
                    </a:ext>
                  </a:extLst>
                </p:cNvPr>
                <p:cNvSpPr>
                  <a:spLocks noChangeShapeType="1"/>
                </p:cNvSpPr>
                <p:nvPr/>
              </p:nvSpPr>
              <p:spPr bwMode="ltGray">
                <a:xfrm>
                  <a:off x="2972" y="332"/>
                  <a:ext cx="7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8">
                  <a:extLst>
                    <a:ext uri="{FF2B5EF4-FFF2-40B4-BE49-F238E27FC236}">
                      <a16:creationId xmlns:a16="http://schemas.microsoft.com/office/drawing/2014/main" id="{C038A981-581F-41A7-8022-9FE9455E8A0F}"/>
                    </a:ext>
                  </a:extLst>
                </p:cNvPr>
                <p:cNvSpPr>
                  <a:spLocks noChangeShapeType="1"/>
                </p:cNvSpPr>
                <p:nvPr/>
              </p:nvSpPr>
              <p:spPr bwMode="ltGray">
                <a:xfrm>
                  <a:off x="3078" y="350"/>
                  <a:ext cx="0" cy="2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9">
                  <a:extLst>
                    <a:ext uri="{FF2B5EF4-FFF2-40B4-BE49-F238E27FC236}">
                      <a16:creationId xmlns:a16="http://schemas.microsoft.com/office/drawing/2014/main" id="{B1336456-53DE-4964-8DF2-6A3396889A66}"/>
                    </a:ext>
                  </a:extLst>
                </p:cNvPr>
                <p:cNvSpPr>
                  <a:spLocks noChangeShapeType="1"/>
                </p:cNvSpPr>
                <p:nvPr/>
              </p:nvSpPr>
              <p:spPr bwMode="ltGray">
                <a:xfrm>
                  <a:off x="3306" y="450"/>
                  <a:ext cx="0" cy="79"/>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80">
                  <a:extLst>
                    <a:ext uri="{FF2B5EF4-FFF2-40B4-BE49-F238E27FC236}">
                      <a16:creationId xmlns:a16="http://schemas.microsoft.com/office/drawing/2014/main" id="{A73118F8-709B-4A20-82BA-FB61A1CD3C21}"/>
                    </a:ext>
                  </a:extLst>
                </p:cNvPr>
                <p:cNvSpPr>
                  <a:spLocks noChangeShapeType="1"/>
                </p:cNvSpPr>
                <p:nvPr/>
              </p:nvSpPr>
              <p:spPr bwMode="ltGray">
                <a:xfrm>
                  <a:off x="2166" y="114"/>
                  <a:ext cx="0" cy="6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81">
                  <a:extLst>
                    <a:ext uri="{FF2B5EF4-FFF2-40B4-BE49-F238E27FC236}">
                      <a16:creationId xmlns:a16="http://schemas.microsoft.com/office/drawing/2014/main" id="{B1906C7A-CE3F-42C9-94F1-4357D85071FE}"/>
                    </a:ext>
                  </a:extLst>
                </p:cNvPr>
                <p:cNvSpPr>
                  <a:spLocks noChangeShapeType="1"/>
                </p:cNvSpPr>
                <p:nvPr/>
              </p:nvSpPr>
              <p:spPr bwMode="ltGray">
                <a:xfrm>
                  <a:off x="1938" y="111"/>
                  <a:ext cx="0" cy="33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82">
                  <a:extLst>
                    <a:ext uri="{FF2B5EF4-FFF2-40B4-BE49-F238E27FC236}">
                      <a16:creationId xmlns:a16="http://schemas.microsoft.com/office/drawing/2014/main" id="{02621875-761F-4BBD-83D5-DC84FF6626B3}"/>
                    </a:ext>
                  </a:extLst>
                </p:cNvPr>
                <p:cNvSpPr>
                  <a:spLocks noChangeShapeType="1"/>
                </p:cNvSpPr>
                <p:nvPr/>
              </p:nvSpPr>
              <p:spPr bwMode="ltGray">
                <a:xfrm flipH="1">
                  <a:off x="1912" y="332"/>
                  <a:ext cx="6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83">
                  <a:extLst>
                    <a:ext uri="{FF2B5EF4-FFF2-40B4-BE49-F238E27FC236}">
                      <a16:creationId xmlns:a16="http://schemas.microsoft.com/office/drawing/2014/main" id="{DD8831A5-B373-4810-B48D-73429A6D8CA1}"/>
                    </a:ext>
                  </a:extLst>
                </p:cNvPr>
                <p:cNvSpPr>
                  <a:spLocks noChangeShapeType="1"/>
                </p:cNvSpPr>
                <p:nvPr/>
              </p:nvSpPr>
              <p:spPr bwMode="ltGray">
                <a:xfrm>
                  <a:off x="1778" y="332"/>
                  <a:ext cx="6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4">
                  <a:extLst>
                    <a:ext uri="{FF2B5EF4-FFF2-40B4-BE49-F238E27FC236}">
                      <a16:creationId xmlns:a16="http://schemas.microsoft.com/office/drawing/2014/main" id="{E69E3EFA-31BA-4F2A-9D83-86BBDE391FC4}"/>
                    </a:ext>
                  </a:extLst>
                </p:cNvPr>
                <p:cNvSpPr>
                  <a:spLocks noChangeShapeType="1"/>
                </p:cNvSpPr>
                <p:nvPr/>
              </p:nvSpPr>
              <p:spPr bwMode="ltGray">
                <a:xfrm flipH="1">
                  <a:off x="1578" y="332"/>
                  <a:ext cx="82"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5">
                  <a:extLst>
                    <a:ext uri="{FF2B5EF4-FFF2-40B4-BE49-F238E27FC236}">
                      <a16:creationId xmlns:a16="http://schemas.microsoft.com/office/drawing/2014/main" id="{837E3844-9C97-4157-B427-C1B543B8AD25}"/>
                    </a:ext>
                  </a:extLst>
                </p:cNvPr>
                <p:cNvSpPr>
                  <a:spLocks noChangeShapeType="1"/>
                </p:cNvSpPr>
                <p:nvPr/>
              </p:nvSpPr>
              <p:spPr bwMode="ltGray">
                <a:xfrm>
                  <a:off x="1208" y="332"/>
                  <a:ext cx="34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6">
                  <a:extLst>
                    <a:ext uri="{FF2B5EF4-FFF2-40B4-BE49-F238E27FC236}">
                      <a16:creationId xmlns:a16="http://schemas.microsoft.com/office/drawing/2014/main" id="{0B5CC6BB-66F5-43F4-BB5A-8CC4FF6AC384}"/>
                    </a:ext>
                  </a:extLst>
                </p:cNvPr>
                <p:cNvSpPr>
                  <a:spLocks noChangeShapeType="1"/>
                </p:cNvSpPr>
                <p:nvPr/>
              </p:nvSpPr>
              <p:spPr bwMode="ltGray">
                <a:xfrm>
                  <a:off x="1480" y="234"/>
                  <a:ext cx="0" cy="29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7">
                  <a:extLst>
                    <a:ext uri="{FF2B5EF4-FFF2-40B4-BE49-F238E27FC236}">
                      <a16:creationId xmlns:a16="http://schemas.microsoft.com/office/drawing/2014/main" id="{30D406D6-E1BF-49F5-ADC1-D29E17E4BDE5}"/>
                    </a:ext>
                  </a:extLst>
                </p:cNvPr>
                <p:cNvSpPr>
                  <a:spLocks noChangeShapeType="1"/>
                </p:cNvSpPr>
                <p:nvPr/>
              </p:nvSpPr>
              <p:spPr bwMode="ltGray">
                <a:xfrm>
                  <a:off x="1254" y="252"/>
                  <a:ext cx="0" cy="15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8">
                  <a:extLst>
                    <a:ext uri="{FF2B5EF4-FFF2-40B4-BE49-F238E27FC236}">
                      <a16:creationId xmlns:a16="http://schemas.microsoft.com/office/drawing/2014/main" id="{2645A066-4281-4A93-9239-40336ED0D159}"/>
                    </a:ext>
                  </a:extLst>
                </p:cNvPr>
                <p:cNvSpPr>
                  <a:spLocks noChangeShapeType="1"/>
                </p:cNvSpPr>
                <p:nvPr/>
              </p:nvSpPr>
              <p:spPr bwMode="ltGray">
                <a:xfrm flipH="1" flipV="1">
                  <a:off x="1482" y="109"/>
                  <a:ext cx="0" cy="2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89">
                  <a:extLst>
                    <a:ext uri="{FF2B5EF4-FFF2-40B4-BE49-F238E27FC236}">
                      <a16:creationId xmlns:a16="http://schemas.microsoft.com/office/drawing/2014/main" id="{72630B82-E7BE-4081-B027-E57C80892456}"/>
                    </a:ext>
                  </a:extLst>
                </p:cNvPr>
                <p:cNvSpPr>
                  <a:spLocks noChangeShapeType="1"/>
                </p:cNvSpPr>
                <p:nvPr/>
              </p:nvSpPr>
              <p:spPr bwMode="ltGray">
                <a:xfrm>
                  <a:off x="1710" y="180"/>
                  <a:ext cx="0" cy="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90">
                  <a:extLst>
                    <a:ext uri="{FF2B5EF4-FFF2-40B4-BE49-F238E27FC236}">
                      <a16:creationId xmlns:a16="http://schemas.microsoft.com/office/drawing/2014/main" id="{88E17F3A-FCFF-4D61-82DF-48AF48710298}"/>
                    </a:ext>
                  </a:extLst>
                </p:cNvPr>
                <p:cNvSpPr>
                  <a:spLocks noChangeShapeType="1"/>
                </p:cNvSpPr>
                <p:nvPr/>
              </p:nvSpPr>
              <p:spPr bwMode="ltGray">
                <a:xfrm flipV="1">
                  <a:off x="1710" y="111"/>
                  <a:ext cx="0" cy="2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7" name="Picture 91" descr="earth">
              <a:extLst>
                <a:ext uri="{FF2B5EF4-FFF2-40B4-BE49-F238E27FC236}">
                  <a16:creationId xmlns:a16="http://schemas.microsoft.com/office/drawing/2014/main" id="{9C183CA9-E04A-4087-94F7-15DAC693C8A6}"/>
                </a:ext>
              </a:extLst>
            </p:cNvPr>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8860" name="Rectangle 92"/>
          <p:cNvSpPr>
            <a:spLocks noGrp="1" noChangeArrowheads="1"/>
          </p:cNvSpPr>
          <p:nvPr>
            <p:ph type="ctrTitle"/>
          </p:nvPr>
        </p:nvSpPr>
        <p:spPr>
          <a:xfrm>
            <a:off x="1828800" y="1828800"/>
            <a:ext cx="6934200" cy="2362200"/>
          </a:xfrm>
        </p:spPr>
        <p:txBody>
          <a:bodyPr/>
          <a:lstStyle>
            <a:lvl1pPr>
              <a:defRPr/>
            </a:lvl1pPr>
          </a:lstStyle>
          <a:p>
            <a:pPr lvl="0"/>
            <a:r>
              <a:rPr lang="zh-CN" altLang="en-US" noProof="0"/>
              <a:t>单击此处编辑母版标题样式</a:t>
            </a:r>
          </a:p>
        </p:txBody>
      </p:sp>
      <p:sp>
        <p:nvSpPr>
          <p:cNvPr id="288861"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pPr lvl="0"/>
            <a:r>
              <a:rPr lang="zh-CN" altLang="en-US" noProof="0"/>
              <a:t>单击此处编辑母版副标题样式</a:t>
            </a:r>
          </a:p>
        </p:txBody>
      </p:sp>
      <p:sp>
        <p:nvSpPr>
          <p:cNvPr id="94" name="Rectangle 94">
            <a:extLst>
              <a:ext uri="{FF2B5EF4-FFF2-40B4-BE49-F238E27FC236}">
                <a16:creationId xmlns:a16="http://schemas.microsoft.com/office/drawing/2014/main" id="{7E4A90FC-3167-48E6-920A-614F5D358379}"/>
              </a:ext>
            </a:extLst>
          </p:cNvPr>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zh-CN"/>
          </a:p>
        </p:txBody>
      </p:sp>
      <p:sp>
        <p:nvSpPr>
          <p:cNvPr id="95" name="Rectangle 95">
            <a:extLst>
              <a:ext uri="{FF2B5EF4-FFF2-40B4-BE49-F238E27FC236}">
                <a16:creationId xmlns:a16="http://schemas.microsoft.com/office/drawing/2014/main" id="{FB38A73C-DBB2-49EC-A487-8AEF6B020B4A}"/>
              </a:ext>
            </a:extLst>
          </p:cNvPr>
          <p:cNvSpPr>
            <a:spLocks noGrp="1" noChangeArrowheads="1"/>
          </p:cNvSpPr>
          <p:nvPr>
            <p:ph type="ftr" sz="quarter" idx="11"/>
          </p:nvPr>
        </p:nvSpPr>
        <p:spPr>
          <a:xfrm>
            <a:off x="3200400" y="6324600"/>
            <a:ext cx="2895600" cy="457200"/>
          </a:xfrm>
        </p:spPr>
        <p:txBody>
          <a:bodyPr/>
          <a:lstStyle>
            <a:lvl1pPr>
              <a:defRPr/>
            </a:lvl1pPr>
          </a:lstStyle>
          <a:p>
            <a:pPr>
              <a:defRPr/>
            </a:pPr>
            <a:endParaRPr lang="en-US" altLang="zh-CN"/>
          </a:p>
        </p:txBody>
      </p:sp>
      <p:sp>
        <p:nvSpPr>
          <p:cNvPr id="96" name="Rectangle 96">
            <a:extLst>
              <a:ext uri="{FF2B5EF4-FFF2-40B4-BE49-F238E27FC236}">
                <a16:creationId xmlns:a16="http://schemas.microsoft.com/office/drawing/2014/main" id="{437688DF-3862-4901-994C-FE60867F47F7}"/>
              </a:ext>
            </a:extLst>
          </p:cNvPr>
          <p:cNvSpPr>
            <a:spLocks noGrp="1" noChangeArrowheads="1"/>
          </p:cNvSpPr>
          <p:nvPr>
            <p:ph type="sldNum" sz="quarter" idx="12"/>
          </p:nvPr>
        </p:nvSpPr>
        <p:spPr>
          <a:xfrm>
            <a:off x="6858000" y="6324600"/>
            <a:ext cx="1905000" cy="457200"/>
          </a:xfrm>
        </p:spPr>
        <p:txBody>
          <a:bodyPr/>
          <a:lstStyle>
            <a:lvl1pPr>
              <a:defRPr/>
            </a:lvl1pPr>
          </a:lstStyle>
          <a:p>
            <a:pPr>
              <a:defRPr/>
            </a:pPr>
            <a:fld id="{2AB4056B-04EF-4549-8E2D-A494B9F7135A}" type="slidenum">
              <a:rPr lang="zh-CN" altLang="en-US"/>
              <a:pPr>
                <a:defRPr/>
              </a:pPr>
              <a:t>‹#›</a:t>
            </a:fld>
            <a:endParaRPr lang="en-US" altLang="zh-CN"/>
          </a:p>
        </p:txBody>
      </p:sp>
    </p:spTree>
    <p:extLst>
      <p:ext uri="{BB962C8B-B14F-4D97-AF65-F5344CB8AC3E}">
        <p14:creationId xmlns:p14="http://schemas.microsoft.com/office/powerpoint/2010/main" val="751526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0D5A380-9412-477A-8E03-18A146148DF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2793C3C-2509-4215-BEDE-C61B3D0433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99936B2-1366-4B7A-B243-5888A9A119DB}"/>
              </a:ext>
            </a:extLst>
          </p:cNvPr>
          <p:cNvSpPr>
            <a:spLocks noGrp="1" noChangeArrowheads="1"/>
          </p:cNvSpPr>
          <p:nvPr>
            <p:ph type="sldNum" sz="quarter" idx="12"/>
          </p:nvPr>
        </p:nvSpPr>
        <p:spPr>
          <a:ln/>
        </p:spPr>
        <p:txBody>
          <a:bodyPr/>
          <a:lstStyle>
            <a:lvl1pPr>
              <a:defRPr/>
            </a:lvl1pPr>
          </a:lstStyle>
          <a:p>
            <a:pPr>
              <a:defRPr/>
            </a:pPr>
            <a:fld id="{F2492AD9-67FB-4BF4-A8CA-1BC8EFE3173F}" type="slidenum">
              <a:rPr lang="zh-CN" altLang="en-US"/>
              <a:pPr>
                <a:defRPr/>
              </a:pPr>
              <a:t>‹#›</a:t>
            </a:fld>
            <a:endParaRPr lang="en-US" altLang="zh-CN"/>
          </a:p>
        </p:txBody>
      </p:sp>
    </p:spTree>
    <p:extLst>
      <p:ext uri="{BB962C8B-B14F-4D97-AF65-F5344CB8AC3E}">
        <p14:creationId xmlns:p14="http://schemas.microsoft.com/office/powerpoint/2010/main" val="10640880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1646C541-5334-40BD-B805-F0F68036C9B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95D3FD3-BB6A-49BA-BF90-AFBE2BE052E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D6636CD5-6AD1-466A-92D0-9EF0F29B0790}"/>
              </a:ext>
            </a:extLst>
          </p:cNvPr>
          <p:cNvSpPr>
            <a:spLocks noGrp="1" noChangeArrowheads="1"/>
          </p:cNvSpPr>
          <p:nvPr>
            <p:ph type="sldNum" sz="quarter" idx="12"/>
          </p:nvPr>
        </p:nvSpPr>
        <p:spPr>
          <a:ln/>
        </p:spPr>
        <p:txBody>
          <a:bodyPr/>
          <a:lstStyle>
            <a:lvl1pPr>
              <a:defRPr/>
            </a:lvl1pPr>
          </a:lstStyle>
          <a:p>
            <a:pPr>
              <a:defRPr/>
            </a:pPr>
            <a:fld id="{F2346ADE-3229-4675-83B6-00AF48EAAF8B}" type="slidenum">
              <a:rPr lang="zh-CN" altLang="en-US"/>
              <a:pPr>
                <a:defRPr/>
              </a:pPr>
              <a:t>‹#›</a:t>
            </a:fld>
            <a:endParaRPr lang="en-US" altLang="zh-CN"/>
          </a:p>
        </p:txBody>
      </p:sp>
    </p:spTree>
    <p:extLst>
      <p:ext uri="{BB962C8B-B14F-4D97-AF65-F5344CB8AC3E}">
        <p14:creationId xmlns:p14="http://schemas.microsoft.com/office/powerpoint/2010/main" val="162620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D4488204-23A0-4F18-A906-48FC6DC3557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097428F-EFA0-475B-9685-AAB836E6097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5EFBF5A-F277-4B19-9AA3-77FA19A16BC0}"/>
              </a:ext>
            </a:extLst>
          </p:cNvPr>
          <p:cNvSpPr>
            <a:spLocks noGrp="1" noChangeArrowheads="1"/>
          </p:cNvSpPr>
          <p:nvPr>
            <p:ph type="sldNum" sz="quarter" idx="12"/>
          </p:nvPr>
        </p:nvSpPr>
        <p:spPr>
          <a:ln/>
        </p:spPr>
        <p:txBody>
          <a:bodyPr/>
          <a:lstStyle>
            <a:lvl1pPr>
              <a:defRPr/>
            </a:lvl1pPr>
          </a:lstStyle>
          <a:p>
            <a:pPr>
              <a:defRPr/>
            </a:pPr>
            <a:fld id="{5A4F1290-7F0B-4DB5-927E-F7287AA6E4F3}" type="slidenum">
              <a:rPr lang="zh-CN" altLang="en-US"/>
              <a:pPr>
                <a:defRPr/>
              </a:pPr>
              <a:t>‹#›</a:t>
            </a:fld>
            <a:endParaRPr lang="en-US" altLang="zh-CN"/>
          </a:p>
        </p:txBody>
      </p:sp>
    </p:spTree>
    <p:extLst>
      <p:ext uri="{BB962C8B-B14F-4D97-AF65-F5344CB8AC3E}">
        <p14:creationId xmlns:p14="http://schemas.microsoft.com/office/powerpoint/2010/main" val="1378884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EBA47B28-91F6-4CC0-8D1E-BA2B5EC65F8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B6CB6CF6-BF8C-45CC-8A16-04CE50B3A58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DA61099-1F39-43C2-B91A-B42A4749DDF5}"/>
              </a:ext>
            </a:extLst>
          </p:cNvPr>
          <p:cNvSpPr>
            <a:spLocks noGrp="1" noChangeArrowheads="1"/>
          </p:cNvSpPr>
          <p:nvPr>
            <p:ph type="sldNum" sz="quarter" idx="12"/>
          </p:nvPr>
        </p:nvSpPr>
        <p:spPr>
          <a:ln/>
        </p:spPr>
        <p:txBody>
          <a:bodyPr/>
          <a:lstStyle>
            <a:lvl1pPr>
              <a:defRPr/>
            </a:lvl1pPr>
          </a:lstStyle>
          <a:p>
            <a:pPr>
              <a:defRPr/>
            </a:pPr>
            <a:fld id="{4C64CE26-9399-43D0-98F5-AD2A29B47DD3}" type="slidenum">
              <a:rPr lang="zh-CN" altLang="en-US"/>
              <a:pPr>
                <a:defRPr/>
              </a:pPr>
              <a:t>‹#›</a:t>
            </a:fld>
            <a:endParaRPr lang="en-US" altLang="zh-CN"/>
          </a:p>
        </p:txBody>
      </p:sp>
    </p:spTree>
    <p:extLst>
      <p:ext uri="{BB962C8B-B14F-4D97-AF65-F5344CB8AC3E}">
        <p14:creationId xmlns:p14="http://schemas.microsoft.com/office/powerpoint/2010/main" val="3496032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5BF24766-C3D9-4108-9240-296B360CCC9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F25259FB-1B3E-4573-B3F8-82ABF980793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0BF5489-1776-4038-B52D-DD14DF9B95E5}"/>
              </a:ext>
            </a:extLst>
          </p:cNvPr>
          <p:cNvSpPr>
            <a:spLocks noGrp="1" noChangeArrowheads="1"/>
          </p:cNvSpPr>
          <p:nvPr>
            <p:ph type="sldNum" sz="quarter" idx="12"/>
          </p:nvPr>
        </p:nvSpPr>
        <p:spPr>
          <a:ln/>
        </p:spPr>
        <p:txBody>
          <a:bodyPr/>
          <a:lstStyle>
            <a:lvl1pPr>
              <a:defRPr/>
            </a:lvl1pPr>
          </a:lstStyle>
          <a:p>
            <a:pPr>
              <a:defRPr/>
            </a:pPr>
            <a:fld id="{77853383-741F-4E7B-B76D-45A18C49240C}" type="slidenum">
              <a:rPr lang="zh-CN" altLang="en-US"/>
              <a:pPr>
                <a:defRPr/>
              </a:pPr>
              <a:t>‹#›</a:t>
            </a:fld>
            <a:endParaRPr lang="en-US" altLang="zh-CN"/>
          </a:p>
        </p:txBody>
      </p:sp>
    </p:spTree>
    <p:extLst>
      <p:ext uri="{BB962C8B-B14F-4D97-AF65-F5344CB8AC3E}">
        <p14:creationId xmlns:p14="http://schemas.microsoft.com/office/powerpoint/2010/main" val="2474422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29D4275-F10A-4906-8C7F-3CC69302CA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24933668-BE93-4BEB-94D4-274A32A3AD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D9C76D0-9C7D-485D-801D-08C3623FCEA9}"/>
              </a:ext>
            </a:extLst>
          </p:cNvPr>
          <p:cNvSpPr>
            <a:spLocks noGrp="1" noChangeArrowheads="1"/>
          </p:cNvSpPr>
          <p:nvPr>
            <p:ph type="sldNum" sz="quarter" idx="12"/>
          </p:nvPr>
        </p:nvSpPr>
        <p:spPr>
          <a:ln/>
        </p:spPr>
        <p:txBody>
          <a:bodyPr/>
          <a:lstStyle>
            <a:lvl1pPr>
              <a:defRPr/>
            </a:lvl1pPr>
          </a:lstStyle>
          <a:p>
            <a:pPr>
              <a:defRPr/>
            </a:pPr>
            <a:fld id="{22A62175-B48D-4F91-A78F-777A27EEFC55}" type="slidenum">
              <a:rPr lang="zh-CN" altLang="en-US"/>
              <a:pPr>
                <a:defRPr/>
              </a:pPr>
              <a:t>‹#›</a:t>
            </a:fld>
            <a:endParaRPr lang="en-US" altLang="zh-CN"/>
          </a:p>
        </p:txBody>
      </p:sp>
    </p:spTree>
    <p:extLst>
      <p:ext uri="{BB962C8B-B14F-4D97-AF65-F5344CB8AC3E}">
        <p14:creationId xmlns:p14="http://schemas.microsoft.com/office/powerpoint/2010/main" val="2098984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51A8B2B-4017-4517-881E-D16A1FA6B23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DB022379-4B77-45CF-A6C3-1BC85FEE41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DDDE5DA-CD6E-44F8-A3EE-C71F3D4217C1}"/>
              </a:ext>
            </a:extLst>
          </p:cNvPr>
          <p:cNvSpPr>
            <a:spLocks noGrp="1" noChangeArrowheads="1"/>
          </p:cNvSpPr>
          <p:nvPr>
            <p:ph type="sldNum" sz="quarter" idx="12"/>
          </p:nvPr>
        </p:nvSpPr>
        <p:spPr>
          <a:ln/>
        </p:spPr>
        <p:txBody>
          <a:bodyPr/>
          <a:lstStyle>
            <a:lvl1pPr>
              <a:defRPr/>
            </a:lvl1pPr>
          </a:lstStyle>
          <a:p>
            <a:pPr>
              <a:defRPr/>
            </a:pPr>
            <a:fld id="{4E1E0C40-0F8A-47B8-BB4E-1C7DA0D4F336}" type="slidenum">
              <a:rPr lang="zh-CN" altLang="en-US"/>
              <a:pPr>
                <a:defRPr/>
              </a:pPr>
              <a:t>‹#›</a:t>
            </a:fld>
            <a:endParaRPr lang="en-US" altLang="zh-CN"/>
          </a:p>
        </p:txBody>
      </p:sp>
    </p:spTree>
    <p:extLst>
      <p:ext uri="{BB962C8B-B14F-4D97-AF65-F5344CB8AC3E}">
        <p14:creationId xmlns:p14="http://schemas.microsoft.com/office/powerpoint/2010/main" val="4566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B114CF0-06FC-4B75-8A81-052B96B1BD5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6C08674B-793D-481F-9F63-172A85E182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E265207-7018-44FA-92BD-F0F9E7A5F463}"/>
              </a:ext>
            </a:extLst>
          </p:cNvPr>
          <p:cNvSpPr>
            <a:spLocks noGrp="1" noChangeArrowheads="1"/>
          </p:cNvSpPr>
          <p:nvPr>
            <p:ph type="sldNum" sz="quarter" idx="12"/>
          </p:nvPr>
        </p:nvSpPr>
        <p:spPr>
          <a:ln/>
        </p:spPr>
        <p:txBody>
          <a:bodyPr/>
          <a:lstStyle>
            <a:lvl1pPr>
              <a:defRPr/>
            </a:lvl1pPr>
          </a:lstStyle>
          <a:p>
            <a:pPr>
              <a:defRPr/>
            </a:pPr>
            <a:fld id="{A49807AB-22E7-41AF-AEFE-06B6F87A4BD8}" type="slidenum">
              <a:rPr lang="zh-CN" altLang="en-US"/>
              <a:pPr>
                <a:defRPr/>
              </a:pPr>
              <a:t>‹#›</a:t>
            </a:fld>
            <a:endParaRPr lang="en-US" altLang="zh-CN"/>
          </a:p>
        </p:txBody>
      </p:sp>
    </p:spTree>
    <p:extLst>
      <p:ext uri="{BB962C8B-B14F-4D97-AF65-F5344CB8AC3E}">
        <p14:creationId xmlns:p14="http://schemas.microsoft.com/office/powerpoint/2010/main" val="964574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CA06E65-587D-449B-8410-340460786F6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A1D3D920-F7E4-4D5E-B450-4AB215B48CE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E410B7E-A817-4CAD-975D-887594A82BDB}"/>
              </a:ext>
            </a:extLst>
          </p:cNvPr>
          <p:cNvSpPr>
            <a:spLocks noGrp="1" noChangeArrowheads="1"/>
          </p:cNvSpPr>
          <p:nvPr>
            <p:ph type="sldNum" sz="quarter" idx="12"/>
          </p:nvPr>
        </p:nvSpPr>
        <p:spPr>
          <a:ln/>
        </p:spPr>
        <p:txBody>
          <a:bodyPr/>
          <a:lstStyle>
            <a:lvl1pPr>
              <a:defRPr/>
            </a:lvl1pPr>
          </a:lstStyle>
          <a:p>
            <a:pPr>
              <a:defRPr/>
            </a:pPr>
            <a:fld id="{33921E97-4110-4AB7-AD34-01CA13B08C31}" type="slidenum">
              <a:rPr lang="zh-CN" altLang="en-US"/>
              <a:pPr>
                <a:defRPr/>
              </a:pPr>
              <a:t>‹#›</a:t>
            </a:fld>
            <a:endParaRPr lang="en-US" altLang="zh-CN"/>
          </a:p>
        </p:txBody>
      </p:sp>
    </p:spTree>
    <p:extLst>
      <p:ext uri="{BB962C8B-B14F-4D97-AF65-F5344CB8AC3E}">
        <p14:creationId xmlns:p14="http://schemas.microsoft.com/office/powerpoint/2010/main" val="3679569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05563" y="930275"/>
            <a:ext cx="2052637" cy="53324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46063" y="930275"/>
            <a:ext cx="6007100" cy="53324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5A1F9504-EFF5-42F6-9792-BF2BA529AEA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FC24E9D8-FF64-44AB-8830-3611AE3B04C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5428681-4008-4127-8BD5-29F0D9C680CB}"/>
              </a:ext>
            </a:extLst>
          </p:cNvPr>
          <p:cNvSpPr>
            <a:spLocks noGrp="1" noChangeArrowheads="1"/>
          </p:cNvSpPr>
          <p:nvPr>
            <p:ph type="sldNum" sz="quarter" idx="12"/>
          </p:nvPr>
        </p:nvSpPr>
        <p:spPr>
          <a:ln/>
        </p:spPr>
        <p:txBody>
          <a:bodyPr/>
          <a:lstStyle>
            <a:lvl1pPr>
              <a:defRPr/>
            </a:lvl1pPr>
          </a:lstStyle>
          <a:p>
            <a:pPr>
              <a:defRPr/>
            </a:pPr>
            <a:fld id="{C3E93CFD-17B0-47F5-BE30-E1749D07A5EC}" type="slidenum">
              <a:rPr lang="zh-CN" altLang="en-US"/>
              <a:pPr>
                <a:defRPr/>
              </a:pPr>
              <a:t>‹#›</a:t>
            </a:fld>
            <a:endParaRPr lang="en-US" altLang="zh-CN"/>
          </a:p>
        </p:txBody>
      </p:sp>
    </p:spTree>
    <p:extLst>
      <p:ext uri="{BB962C8B-B14F-4D97-AF65-F5344CB8AC3E}">
        <p14:creationId xmlns:p14="http://schemas.microsoft.com/office/powerpoint/2010/main" val="128637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246063" y="930275"/>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2147888"/>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281488"/>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a:extLst>
              <a:ext uri="{FF2B5EF4-FFF2-40B4-BE49-F238E27FC236}">
                <a16:creationId xmlns:a16="http://schemas.microsoft.com/office/drawing/2014/main" id="{43795080-25E1-40C6-B1DE-5DB309715CC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ED108C53-D0E2-4639-989C-F28AF2B4A40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D2D388C2-CD36-4339-92DF-CFC99F6B3F7A}"/>
              </a:ext>
            </a:extLst>
          </p:cNvPr>
          <p:cNvSpPr>
            <a:spLocks noGrp="1" noChangeArrowheads="1"/>
          </p:cNvSpPr>
          <p:nvPr>
            <p:ph type="sldNum" sz="quarter" idx="12"/>
          </p:nvPr>
        </p:nvSpPr>
        <p:spPr>
          <a:ln/>
        </p:spPr>
        <p:txBody>
          <a:bodyPr/>
          <a:lstStyle>
            <a:lvl1pPr>
              <a:defRPr/>
            </a:lvl1pPr>
          </a:lstStyle>
          <a:p>
            <a:pPr>
              <a:defRPr/>
            </a:pPr>
            <a:fld id="{6521263F-D8C1-4BDB-8770-8B28CE7038FC}" type="slidenum">
              <a:rPr lang="zh-CN" altLang="en-US"/>
              <a:pPr>
                <a:defRPr/>
              </a:pPr>
              <a:t>‹#›</a:t>
            </a:fld>
            <a:endParaRPr lang="en-US" altLang="zh-CN"/>
          </a:p>
        </p:txBody>
      </p:sp>
    </p:spTree>
    <p:extLst>
      <p:ext uri="{BB962C8B-B14F-4D97-AF65-F5344CB8AC3E}">
        <p14:creationId xmlns:p14="http://schemas.microsoft.com/office/powerpoint/2010/main" val="3280596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46063" y="930275"/>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75A582A7-D846-4F73-9E5C-092B875AF45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BE5E14C-936D-4E85-B8AC-D6178CAD68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C655C1A-0605-4D43-B939-8FABB5F0D747}"/>
              </a:ext>
            </a:extLst>
          </p:cNvPr>
          <p:cNvSpPr>
            <a:spLocks noGrp="1" noChangeArrowheads="1"/>
          </p:cNvSpPr>
          <p:nvPr>
            <p:ph type="sldNum" sz="quarter" idx="12"/>
          </p:nvPr>
        </p:nvSpPr>
        <p:spPr>
          <a:ln/>
        </p:spPr>
        <p:txBody>
          <a:bodyPr/>
          <a:lstStyle>
            <a:lvl1pPr>
              <a:defRPr/>
            </a:lvl1pPr>
          </a:lstStyle>
          <a:p>
            <a:pPr>
              <a:defRPr/>
            </a:pPr>
            <a:fld id="{C1DD2EF9-D65B-48B6-8CC2-BC815DDC623F}" type="slidenum">
              <a:rPr lang="zh-CN" altLang="en-US"/>
              <a:pPr>
                <a:defRPr/>
              </a:pPr>
              <a:t>‹#›</a:t>
            </a:fld>
            <a:endParaRPr lang="en-US" altLang="zh-CN"/>
          </a:p>
        </p:txBody>
      </p:sp>
    </p:spTree>
    <p:extLst>
      <p:ext uri="{BB962C8B-B14F-4D97-AF65-F5344CB8AC3E}">
        <p14:creationId xmlns:p14="http://schemas.microsoft.com/office/powerpoint/2010/main" val="39012754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246063" y="930275"/>
            <a:ext cx="8212137" cy="53324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C0AEDCFF-D46C-4968-99CD-B2043D4710D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25469119-506F-46A4-A9AD-B43B5FD814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1721850D-7F7A-486F-89A9-A2BB51FCAD43}"/>
              </a:ext>
            </a:extLst>
          </p:cNvPr>
          <p:cNvSpPr>
            <a:spLocks noGrp="1" noChangeArrowheads="1"/>
          </p:cNvSpPr>
          <p:nvPr>
            <p:ph type="sldNum" sz="quarter" idx="12"/>
          </p:nvPr>
        </p:nvSpPr>
        <p:spPr>
          <a:ln/>
        </p:spPr>
        <p:txBody>
          <a:bodyPr/>
          <a:lstStyle>
            <a:lvl1pPr>
              <a:defRPr/>
            </a:lvl1pPr>
          </a:lstStyle>
          <a:p>
            <a:pPr>
              <a:defRPr/>
            </a:pPr>
            <a:fld id="{17C00BD5-E902-4C11-9465-B96D7E34F076}" type="slidenum">
              <a:rPr lang="zh-CN" altLang="en-US"/>
              <a:pPr>
                <a:defRPr/>
              </a:pPr>
              <a:t>‹#›</a:t>
            </a:fld>
            <a:endParaRPr lang="en-US" altLang="zh-CN"/>
          </a:p>
        </p:txBody>
      </p:sp>
    </p:spTree>
    <p:extLst>
      <p:ext uri="{BB962C8B-B14F-4D97-AF65-F5344CB8AC3E}">
        <p14:creationId xmlns:p14="http://schemas.microsoft.com/office/powerpoint/2010/main" val="3476739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2F08BF98-ED27-4800-9530-F08A0D428470}"/>
              </a:ext>
            </a:extLst>
          </p:cNvPr>
          <p:cNvGrpSpPr>
            <a:grpSpLocks/>
          </p:cNvGrpSpPr>
          <p:nvPr/>
        </p:nvGrpSpPr>
        <p:grpSpPr bwMode="auto">
          <a:xfrm>
            <a:off x="0" y="-19050"/>
            <a:ext cx="9144000" cy="6877050"/>
            <a:chOff x="0" y="-12"/>
            <a:chExt cx="5760" cy="4332"/>
          </a:xfrm>
        </p:grpSpPr>
        <p:sp>
          <p:nvSpPr>
            <p:cNvPr id="5" name="Rectangle 3">
              <a:extLst>
                <a:ext uri="{FF2B5EF4-FFF2-40B4-BE49-F238E27FC236}">
                  <a16:creationId xmlns:a16="http://schemas.microsoft.com/office/drawing/2014/main" id="{0CA8085C-DCF8-41F1-8388-D715C4547938}"/>
                </a:ext>
              </a:extLst>
            </p:cNvPr>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defRPr/>
              </a:pPr>
              <a:endParaRPr lang="zh-CN" altLang="en-US"/>
            </a:p>
          </p:txBody>
        </p:sp>
        <p:grpSp>
          <p:nvGrpSpPr>
            <p:cNvPr id="6" name="Group 4">
              <a:extLst>
                <a:ext uri="{FF2B5EF4-FFF2-40B4-BE49-F238E27FC236}">
                  <a16:creationId xmlns:a16="http://schemas.microsoft.com/office/drawing/2014/main" id="{0F4A3BB9-3001-4AFF-A6E2-60F380EC633A}"/>
                </a:ext>
              </a:extLst>
            </p:cNvPr>
            <p:cNvGrpSpPr>
              <a:grpSpLocks/>
            </p:cNvGrpSpPr>
            <p:nvPr userDrawn="1"/>
          </p:nvGrpSpPr>
          <p:grpSpPr bwMode="auto">
            <a:xfrm>
              <a:off x="0" y="-12"/>
              <a:ext cx="5760" cy="1045"/>
              <a:chOff x="0" y="-9"/>
              <a:chExt cx="5760" cy="1045"/>
            </a:xfrm>
          </p:grpSpPr>
          <p:sp>
            <p:nvSpPr>
              <p:cNvPr id="8" name="Freeform 5">
                <a:extLst>
                  <a:ext uri="{FF2B5EF4-FFF2-40B4-BE49-F238E27FC236}">
                    <a16:creationId xmlns:a16="http://schemas.microsoft.com/office/drawing/2014/main" id="{6FC186E7-B2B2-4B56-8B58-6194285C5974}"/>
                  </a:ext>
                </a:extLst>
              </p:cNvPr>
              <p:cNvSpPr>
                <a:spLocks/>
              </p:cNvSpPr>
              <p:nvPr userDrawn="1"/>
            </p:nvSpPr>
            <p:spPr bwMode="ltGray">
              <a:xfrm>
                <a:off x="0" y="4"/>
                <a:ext cx="5760" cy="1032"/>
              </a:xfrm>
              <a:custGeom>
                <a:avLst/>
                <a:gdLst>
                  <a:gd name="T0" fmla="*/ 8131 w 4848"/>
                  <a:gd name="T1" fmla="*/ 5889 h 432"/>
                  <a:gd name="T2" fmla="*/ 0 w 4848"/>
                  <a:gd name="T3" fmla="*/ 5889 h 432"/>
                  <a:gd name="T4" fmla="*/ 0 w 4848"/>
                  <a:gd name="T5" fmla="*/ 0 h 432"/>
                  <a:gd name="T6" fmla="*/ 8131 w 4848"/>
                  <a:gd name="T7" fmla="*/ 0 h 432"/>
                  <a:gd name="T8" fmla="*/ 8131 w 4848"/>
                  <a:gd name="T9" fmla="*/ 5889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ffectLst/>
              <a:extLst>
                <a:ext uri="{91240B29-F687-4F45-9708-019B960494DF}">
                  <a14:hiddenLine xmlns:a14="http://schemas.microsoft.com/office/drawing/2010/main" w="9525">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 name="Group 6">
                <a:extLst>
                  <a:ext uri="{FF2B5EF4-FFF2-40B4-BE49-F238E27FC236}">
                    <a16:creationId xmlns:a16="http://schemas.microsoft.com/office/drawing/2014/main" id="{7E5E63D7-A9B3-4C85-8931-B4DB263D1500}"/>
                  </a:ext>
                </a:extLst>
              </p:cNvPr>
              <p:cNvGrpSpPr>
                <a:grpSpLocks/>
              </p:cNvGrpSpPr>
              <p:nvPr userDrawn="1"/>
            </p:nvGrpSpPr>
            <p:grpSpPr bwMode="auto">
              <a:xfrm>
                <a:off x="333" y="-9"/>
                <a:ext cx="5176" cy="1044"/>
                <a:chOff x="333" y="-9"/>
                <a:chExt cx="5176" cy="1044"/>
              </a:xfrm>
            </p:grpSpPr>
            <p:sp>
              <p:nvSpPr>
                <p:cNvPr id="38" name="Freeform 7">
                  <a:extLst>
                    <a:ext uri="{FF2B5EF4-FFF2-40B4-BE49-F238E27FC236}">
                      <a16:creationId xmlns:a16="http://schemas.microsoft.com/office/drawing/2014/main" id="{5975FC41-CEEB-4B36-91DC-06C33072F2CF}"/>
                    </a:ext>
                  </a:extLst>
                </p:cNvPr>
                <p:cNvSpPr>
                  <a:spLocks/>
                </p:cNvSpPr>
                <p:nvPr userDrawn="1"/>
              </p:nvSpPr>
              <p:spPr bwMode="ltGray">
                <a:xfrm>
                  <a:off x="3230" y="949"/>
                  <a:ext cx="17" cy="20"/>
                </a:xfrm>
                <a:custGeom>
                  <a:avLst/>
                  <a:gdLst>
                    <a:gd name="T0" fmla="*/ 8 w 15"/>
                    <a:gd name="T1" fmla="*/ 8 h 23"/>
                    <a:gd name="T2" fmla="*/ 22 w 15"/>
                    <a:gd name="T3" fmla="*/ 3 h 23"/>
                    <a:gd name="T4" fmla="*/ 19 w 15"/>
                    <a:gd name="T5" fmla="*/ 11 h 23"/>
                    <a:gd name="T6" fmla="*/ 8 w 15"/>
                    <a:gd name="T7" fmla="*/ 8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Freeform 8">
                  <a:extLst>
                    <a:ext uri="{FF2B5EF4-FFF2-40B4-BE49-F238E27FC236}">
                      <a16:creationId xmlns:a16="http://schemas.microsoft.com/office/drawing/2014/main" id="{EB714CF0-D38F-47AA-A66C-B4BDD79932DE}"/>
                    </a:ext>
                  </a:extLst>
                </p:cNvPr>
                <p:cNvSpPr>
                  <a:spLocks/>
                </p:cNvSpPr>
                <p:nvPr userDrawn="1"/>
              </p:nvSpPr>
              <p:spPr bwMode="ltGray">
                <a:xfrm>
                  <a:off x="3406" y="1015"/>
                  <a:ext cx="21" cy="20"/>
                </a:xfrm>
                <a:custGeom>
                  <a:avLst/>
                  <a:gdLst>
                    <a:gd name="T0" fmla="*/ 3 w 20"/>
                    <a:gd name="T1" fmla="*/ 9 h 23"/>
                    <a:gd name="T2" fmla="*/ 14 w 20"/>
                    <a:gd name="T3" fmla="*/ 3 h 23"/>
                    <a:gd name="T4" fmla="*/ 7 w 20"/>
                    <a:gd name="T5" fmla="*/ 13 h 23"/>
                    <a:gd name="T6" fmla="*/ 3 w 20"/>
                    <a:gd name="T7" fmla="*/ 9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Freeform 9">
                  <a:extLst>
                    <a:ext uri="{FF2B5EF4-FFF2-40B4-BE49-F238E27FC236}">
                      <a16:creationId xmlns:a16="http://schemas.microsoft.com/office/drawing/2014/main" id="{42483607-30EE-4448-B6F2-06B80E61DA8B}"/>
                    </a:ext>
                  </a:extLst>
                </p:cNvPr>
                <p:cNvSpPr>
                  <a:spLocks/>
                </p:cNvSpPr>
                <p:nvPr userDrawn="1"/>
              </p:nvSpPr>
              <p:spPr bwMode="ltGray">
                <a:xfrm>
                  <a:off x="2909" y="908"/>
                  <a:ext cx="31" cy="34"/>
                </a:xfrm>
                <a:custGeom>
                  <a:avLst/>
                  <a:gdLst>
                    <a:gd name="T0" fmla="*/ 19 w 30"/>
                    <a:gd name="T1" fmla="*/ 18 h 42"/>
                    <a:gd name="T2" fmla="*/ 8 w 30"/>
                    <a:gd name="T3" fmla="*/ 11 h 42"/>
                    <a:gd name="T4" fmla="*/ 0 w 30"/>
                    <a:gd name="T5" fmla="*/ 5 h 42"/>
                    <a:gd name="T6" fmla="*/ 19 w 30"/>
                    <a:gd name="T7" fmla="*/ 2 h 42"/>
                    <a:gd name="T8" fmla="*/ 33 w 30"/>
                    <a:gd name="T9" fmla="*/ 12 h 42"/>
                    <a:gd name="T10" fmla="*/ 31 w 30"/>
                    <a:gd name="T11" fmla="*/ 16 h 42"/>
                    <a:gd name="T12" fmla="*/ 19 w 30"/>
                    <a:gd name="T13" fmla="*/ 18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Freeform 10">
                  <a:extLst>
                    <a:ext uri="{FF2B5EF4-FFF2-40B4-BE49-F238E27FC236}">
                      <a16:creationId xmlns:a16="http://schemas.microsoft.com/office/drawing/2014/main" id="{E26549B5-A4DD-4294-98C6-319FF99B3DCB}"/>
                    </a:ext>
                  </a:extLst>
                </p:cNvPr>
                <p:cNvSpPr>
                  <a:spLocks/>
                </p:cNvSpPr>
                <p:nvPr userDrawn="1"/>
              </p:nvSpPr>
              <p:spPr bwMode="ltGray">
                <a:xfrm>
                  <a:off x="2551" y="940"/>
                  <a:ext cx="25" cy="12"/>
                </a:xfrm>
                <a:custGeom>
                  <a:avLst/>
                  <a:gdLst>
                    <a:gd name="T0" fmla="*/ 15 w 25"/>
                    <a:gd name="T1" fmla="*/ 7 h 16"/>
                    <a:gd name="T2" fmla="*/ 3 w 25"/>
                    <a:gd name="T3" fmla="*/ 4 h 16"/>
                    <a:gd name="T4" fmla="*/ 15 w 25"/>
                    <a:gd name="T5" fmla="*/ 0 h 16"/>
                    <a:gd name="T6" fmla="*/ 15 w 25"/>
                    <a:gd name="T7" fmla="*/ 7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Freeform 11">
                  <a:extLst>
                    <a:ext uri="{FF2B5EF4-FFF2-40B4-BE49-F238E27FC236}">
                      <a16:creationId xmlns:a16="http://schemas.microsoft.com/office/drawing/2014/main" id="{12664CA4-AF22-4CF3-8F87-4F502B5A5CB2}"/>
                    </a:ext>
                  </a:extLst>
                </p:cNvPr>
                <p:cNvSpPr>
                  <a:spLocks/>
                </p:cNvSpPr>
                <p:nvPr userDrawn="1"/>
              </p:nvSpPr>
              <p:spPr bwMode="ltGray">
                <a:xfrm>
                  <a:off x="2443" y="954"/>
                  <a:ext cx="65" cy="39"/>
                </a:xfrm>
                <a:custGeom>
                  <a:avLst/>
                  <a:gdLst>
                    <a:gd name="T0" fmla="*/ 14 w 65"/>
                    <a:gd name="T1" fmla="*/ 14 h 46"/>
                    <a:gd name="T2" fmla="*/ 30 w 65"/>
                    <a:gd name="T3" fmla="*/ 3 h 46"/>
                    <a:gd name="T4" fmla="*/ 42 w 65"/>
                    <a:gd name="T5" fmla="*/ 0 h 46"/>
                    <a:gd name="T6" fmla="*/ 58 w 65"/>
                    <a:gd name="T7" fmla="*/ 7 h 46"/>
                    <a:gd name="T8" fmla="*/ 32 w 65"/>
                    <a:gd name="T9" fmla="*/ 16 h 46"/>
                    <a:gd name="T10" fmla="*/ 12 w 65"/>
                    <a:gd name="T11" fmla="*/ 28 h 46"/>
                    <a:gd name="T12" fmla="*/ 8 w 65"/>
                    <a:gd name="T13" fmla="*/ 12 h 46"/>
                    <a:gd name="T14" fmla="*/ 12 w 65"/>
                    <a:gd name="T15" fmla="*/ 8 h 46"/>
                    <a:gd name="T16" fmla="*/ 14 w 65"/>
                    <a:gd name="T17" fmla="*/ 1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Freeform 12">
                  <a:extLst>
                    <a:ext uri="{FF2B5EF4-FFF2-40B4-BE49-F238E27FC236}">
                      <a16:creationId xmlns:a16="http://schemas.microsoft.com/office/drawing/2014/main" id="{DDC5C29B-2189-4262-A9E7-363D4436C27A}"/>
                    </a:ext>
                  </a:extLst>
                </p:cNvPr>
                <p:cNvSpPr>
                  <a:spLocks/>
                </p:cNvSpPr>
                <p:nvPr userDrawn="1"/>
              </p:nvSpPr>
              <p:spPr bwMode="ltGray">
                <a:xfrm>
                  <a:off x="2375" y="952"/>
                  <a:ext cx="68" cy="39"/>
                </a:xfrm>
                <a:custGeom>
                  <a:avLst/>
                  <a:gdLst>
                    <a:gd name="T0" fmla="*/ 0 w 69"/>
                    <a:gd name="T1" fmla="*/ 18 h 47"/>
                    <a:gd name="T2" fmla="*/ 18 w 69"/>
                    <a:gd name="T3" fmla="*/ 14 h 47"/>
                    <a:gd name="T4" fmla="*/ 49 w 69"/>
                    <a:gd name="T5" fmla="*/ 1 h 47"/>
                    <a:gd name="T6" fmla="*/ 61 w 69"/>
                    <a:gd name="T7" fmla="*/ 2 h 47"/>
                    <a:gd name="T8" fmla="*/ 47 w 69"/>
                    <a:gd name="T9" fmla="*/ 11 h 47"/>
                    <a:gd name="T10" fmla="*/ 28 w 69"/>
                    <a:gd name="T11" fmla="*/ 18 h 47"/>
                    <a:gd name="T12" fmla="*/ 22 w 69"/>
                    <a:gd name="T13" fmla="*/ 27 h 47"/>
                    <a:gd name="T14" fmla="*/ 16 w 69"/>
                    <a:gd name="T15" fmla="*/ 26 h 47"/>
                    <a:gd name="T16" fmla="*/ 12 w 69"/>
                    <a:gd name="T17" fmla="*/ 22 h 47"/>
                    <a:gd name="T18" fmla="*/ 0 w 69"/>
                    <a:gd name="T19" fmla="*/ 20 h 47"/>
                    <a:gd name="T20" fmla="*/ 0 w 69"/>
                    <a:gd name="T21" fmla="*/ 18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Freeform 13">
                  <a:extLst>
                    <a:ext uri="{FF2B5EF4-FFF2-40B4-BE49-F238E27FC236}">
                      <a16:creationId xmlns:a16="http://schemas.microsoft.com/office/drawing/2014/main" id="{968C1AAD-3800-4DB7-9969-54824B34F86A}"/>
                    </a:ext>
                  </a:extLst>
                </p:cNvPr>
                <p:cNvSpPr>
                  <a:spLocks/>
                </p:cNvSpPr>
                <p:nvPr userDrawn="1"/>
              </p:nvSpPr>
              <p:spPr bwMode="ltGray">
                <a:xfrm>
                  <a:off x="2007" y="739"/>
                  <a:ext cx="354" cy="228"/>
                </a:xfrm>
                <a:custGeom>
                  <a:avLst/>
                  <a:gdLst>
                    <a:gd name="T0" fmla="*/ 10 w 355"/>
                    <a:gd name="T1" fmla="*/ 2 h 277"/>
                    <a:gd name="T2" fmla="*/ 36 w 355"/>
                    <a:gd name="T3" fmla="*/ 10 h 277"/>
                    <a:gd name="T4" fmla="*/ 46 w 355"/>
                    <a:gd name="T5" fmla="*/ 17 h 277"/>
                    <a:gd name="T6" fmla="*/ 76 w 355"/>
                    <a:gd name="T7" fmla="*/ 29 h 277"/>
                    <a:gd name="T8" fmla="*/ 92 w 355"/>
                    <a:gd name="T9" fmla="*/ 36 h 277"/>
                    <a:gd name="T10" fmla="*/ 122 w 355"/>
                    <a:gd name="T11" fmla="*/ 55 h 277"/>
                    <a:gd name="T12" fmla="*/ 136 w 355"/>
                    <a:gd name="T13" fmla="*/ 71 h 277"/>
                    <a:gd name="T14" fmla="*/ 148 w 355"/>
                    <a:gd name="T15" fmla="*/ 74 h 277"/>
                    <a:gd name="T16" fmla="*/ 154 w 355"/>
                    <a:gd name="T17" fmla="*/ 83 h 277"/>
                    <a:gd name="T18" fmla="*/ 176 w 355"/>
                    <a:gd name="T19" fmla="*/ 85 h 277"/>
                    <a:gd name="T20" fmla="*/ 170 w 355"/>
                    <a:gd name="T21" fmla="*/ 109 h 277"/>
                    <a:gd name="T22" fmla="*/ 177 w 355"/>
                    <a:gd name="T23" fmla="*/ 124 h 277"/>
                    <a:gd name="T24" fmla="*/ 195 w 355"/>
                    <a:gd name="T25" fmla="*/ 129 h 277"/>
                    <a:gd name="T26" fmla="*/ 213 w 355"/>
                    <a:gd name="T27" fmla="*/ 131 h 277"/>
                    <a:gd name="T28" fmla="*/ 233 w 355"/>
                    <a:gd name="T29" fmla="*/ 135 h 277"/>
                    <a:gd name="T30" fmla="*/ 251 w 355"/>
                    <a:gd name="T31" fmla="*/ 132 h 277"/>
                    <a:gd name="T32" fmla="*/ 269 w 355"/>
                    <a:gd name="T33" fmla="*/ 138 h 277"/>
                    <a:gd name="T34" fmla="*/ 293 w 355"/>
                    <a:gd name="T35" fmla="*/ 143 h 277"/>
                    <a:gd name="T36" fmla="*/ 311 w 355"/>
                    <a:gd name="T37" fmla="*/ 147 h 277"/>
                    <a:gd name="T38" fmla="*/ 349 w 355"/>
                    <a:gd name="T39" fmla="*/ 148 h 277"/>
                    <a:gd name="T40" fmla="*/ 339 w 355"/>
                    <a:gd name="T41" fmla="*/ 153 h 277"/>
                    <a:gd name="T42" fmla="*/ 319 w 355"/>
                    <a:gd name="T43" fmla="*/ 151 h 277"/>
                    <a:gd name="T44" fmla="*/ 297 w 355"/>
                    <a:gd name="T45" fmla="*/ 151 h 277"/>
                    <a:gd name="T46" fmla="*/ 285 w 355"/>
                    <a:gd name="T47" fmla="*/ 148 h 277"/>
                    <a:gd name="T48" fmla="*/ 249 w 355"/>
                    <a:gd name="T49" fmla="*/ 147 h 277"/>
                    <a:gd name="T50" fmla="*/ 231 w 355"/>
                    <a:gd name="T51" fmla="*/ 145 h 277"/>
                    <a:gd name="T52" fmla="*/ 172 w 355"/>
                    <a:gd name="T53" fmla="*/ 135 h 277"/>
                    <a:gd name="T54" fmla="*/ 160 w 355"/>
                    <a:gd name="T55" fmla="*/ 121 h 277"/>
                    <a:gd name="T56" fmla="*/ 126 w 355"/>
                    <a:gd name="T57" fmla="*/ 112 h 277"/>
                    <a:gd name="T58" fmla="*/ 108 w 355"/>
                    <a:gd name="T59" fmla="*/ 104 h 277"/>
                    <a:gd name="T60" fmla="*/ 94 w 355"/>
                    <a:gd name="T61" fmla="*/ 88 h 277"/>
                    <a:gd name="T62" fmla="*/ 68 w 355"/>
                    <a:gd name="T63" fmla="*/ 60 h 277"/>
                    <a:gd name="T64" fmla="*/ 64 w 355"/>
                    <a:gd name="T65" fmla="*/ 57 h 277"/>
                    <a:gd name="T66" fmla="*/ 58 w 355"/>
                    <a:gd name="T67" fmla="*/ 55 h 277"/>
                    <a:gd name="T68" fmla="*/ 54 w 355"/>
                    <a:gd name="T69" fmla="*/ 49 h 277"/>
                    <a:gd name="T70" fmla="*/ 38 w 355"/>
                    <a:gd name="T71" fmla="*/ 33 h 277"/>
                    <a:gd name="T72" fmla="*/ 20 w 355"/>
                    <a:gd name="T73" fmla="*/ 22 h 277"/>
                    <a:gd name="T74" fmla="*/ 4 w 355"/>
                    <a:gd name="T75" fmla="*/ 12 h 277"/>
                    <a:gd name="T76" fmla="*/ 10 w 355"/>
                    <a:gd name="T77" fmla="*/ 2 h 277"/>
                    <a:gd name="T78" fmla="*/ 10 w 355"/>
                    <a:gd name="T79" fmla="*/ 2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Freeform 14">
                  <a:extLst>
                    <a:ext uri="{FF2B5EF4-FFF2-40B4-BE49-F238E27FC236}">
                      <a16:creationId xmlns:a16="http://schemas.microsoft.com/office/drawing/2014/main" id="{89DAF1EE-8438-4BC8-A46F-1355083BAF3D}"/>
                    </a:ext>
                  </a:extLst>
                </p:cNvPr>
                <p:cNvSpPr>
                  <a:spLocks/>
                </p:cNvSpPr>
                <p:nvPr userDrawn="1"/>
              </p:nvSpPr>
              <p:spPr bwMode="ltGray">
                <a:xfrm>
                  <a:off x="2222" y="724"/>
                  <a:ext cx="157" cy="167"/>
                </a:xfrm>
                <a:custGeom>
                  <a:avLst/>
                  <a:gdLst>
                    <a:gd name="T0" fmla="*/ 54 w 156"/>
                    <a:gd name="T1" fmla="*/ 36 h 206"/>
                    <a:gd name="T2" fmla="*/ 66 w 156"/>
                    <a:gd name="T3" fmla="*/ 31 h 206"/>
                    <a:gd name="T4" fmla="*/ 68 w 156"/>
                    <a:gd name="T5" fmla="*/ 28 h 206"/>
                    <a:gd name="T6" fmla="*/ 83 w 156"/>
                    <a:gd name="T7" fmla="*/ 24 h 206"/>
                    <a:gd name="T8" fmla="*/ 109 w 156"/>
                    <a:gd name="T9" fmla="*/ 12 h 206"/>
                    <a:gd name="T10" fmla="*/ 115 w 156"/>
                    <a:gd name="T11" fmla="*/ 2 h 206"/>
                    <a:gd name="T12" fmla="*/ 127 w 156"/>
                    <a:gd name="T13" fmla="*/ 0 h 206"/>
                    <a:gd name="T14" fmla="*/ 153 w 156"/>
                    <a:gd name="T15" fmla="*/ 15 h 206"/>
                    <a:gd name="T16" fmla="*/ 149 w 156"/>
                    <a:gd name="T17" fmla="*/ 24 h 206"/>
                    <a:gd name="T18" fmla="*/ 129 w 156"/>
                    <a:gd name="T19" fmla="*/ 34 h 206"/>
                    <a:gd name="T20" fmla="*/ 135 w 156"/>
                    <a:gd name="T21" fmla="*/ 50 h 206"/>
                    <a:gd name="T22" fmla="*/ 145 w 156"/>
                    <a:gd name="T23" fmla="*/ 58 h 206"/>
                    <a:gd name="T24" fmla="*/ 149 w 156"/>
                    <a:gd name="T25" fmla="*/ 68 h 206"/>
                    <a:gd name="T26" fmla="*/ 131 w 156"/>
                    <a:gd name="T27" fmla="*/ 68 h 206"/>
                    <a:gd name="T28" fmla="*/ 119 w 156"/>
                    <a:gd name="T29" fmla="*/ 78 h 206"/>
                    <a:gd name="T30" fmla="*/ 107 w 156"/>
                    <a:gd name="T31" fmla="*/ 83 h 206"/>
                    <a:gd name="T32" fmla="*/ 103 w 156"/>
                    <a:gd name="T33" fmla="*/ 106 h 206"/>
                    <a:gd name="T34" fmla="*/ 91 w 156"/>
                    <a:gd name="T35" fmla="*/ 108 h 206"/>
                    <a:gd name="T36" fmla="*/ 85 w 156"/>
                    <a:gd name="T37" fmla="*/ 109 h 206"/>
                    <a:gd name="T38" fmla="*/ 76 w 156"/>
                    <a:gd name="T39" fmla="*/ 108 h 206"/>
                    <a:gd name="T40" fmla="*/ 72 w 156"/>
                    <a:gd name="T41" fmla="*/ 101 h 206"/>
                    <a:gd name="T42" fmla="*/ 60 w 156"/>
                    <a:gd name="T43" fmla="*/ 99 h 206"/>
                    <a:gd name="T44" fmla="*/ 42 w 156"/>
                    <a:gd name="T45" fmla="*/ 103 h 206"/>
                    <a:gd name="T46" fmla="*/ 28 w 156"/>
                    <a:gd name="T47" fmla="*/ 99 h 206"/>
                    <a:gd name="T48" fmla="*/ 10 w 156"/>
                    <a:gd name="T49" fmla="*/ 79 h 206"/>
                    <a:gd name="T50" fmla="*/ 4 w 156"/>
                    <a:gd name="T51" fmla="*/ 69 h 206"/>
                    <a:gd name="T52" fmla="*/ 0 w 156"/>
                    <a:gd name="T53" fmla="*/ 63 h 206"/>
                    <a:gd name="T54" fmla="*/ 20 w 156"/>
                    <a:gd name="T55" fmla="*/ 51 h 206"/>
                    <a:gd name="T56" fmla="*/ 32 w 156"/>
                    <a:gd name="T57" fmla="*/ 55 h 206"/>
                    <a:gd name="T58" fmla="*/ 34 w 156"/>
                    <a:gd name="T59" fmla="*/ 43 h 206"/>
                    <a:gd name="T60" fmla="*/ 52 w 156"/>
                    <a:gd name="T61" fmla="*/ 37 h 206"/>
                    <a:gd name="T62" fmla="*/ 54 w 156"/>
                    <a:gd name="T63" fmla="*/ 3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Freeform 15">
                  <a:extLst>
                    <a:ext uri="{FF2B5EF4-FFF2-40B4-BE49-F238E27FC236}">
                      <a16:creationId xmlns:a16="http://schemas.microsoft.com/office/drawing/2014/main" id="{254E49FD-F7D5-4DA3-8A8B-706F3C930826}"/>
                    </a:ext>
                  </a:extLst>
                </p:cNvPr>
                <p:cNvSpPr>
                  <a:spLocks/>
                </p:cNvSpPr>
                <p:nvPr userDrawn="1"/>
              </p:nvSpPr>
              <p:spPr bwMode="ltGray">
                <a:xfrm>
                  <a:off x="2375" y="800"/>
                  <a:ext cx="110" cy="32"/>
                </a:xfrm>
                <a:custGeom>
                  <a:avLst/>
                  <a:gdLst>
                    <a:gd name="T0" fmla="*/ 4 w 109"/>
                    <a:gd name="T1" fmla="*/ 19 h 38"/>
                    <a:gd name="T2" fmla="*/ 18 w 109"/>
                    <a:gd name="T3" fmla="*/ 6 h 38"/>
                    <a:gd name="T4" fmla="*/ 46 w 109"/>
                    <a:gd name="T5" fmla="*/ 12 h 38"/>
                    <a:gd name="T6" fmla="*/ 75 w 109"/>
                    <a:gd name="T7" fmla="*/ 8 h 38"/>
                    <a:gd name="T8" fmla="*/ 93 w 109"/>
                    <a:gd name="T9" fmla="*/ 0 h 38"/>
                    <a:gd name="T10" fmla="*/ 79 w 109"/>
                    <a:gd name="T11" fmla="*/ 16 h 38"/>
                    <a:gd name="T12" fmla="*/ 63 w 109"/>
                    <a:gd name="T13" fmla="*/ 23 h 38"/>
                    <a:gd name="T14" fmla="*/ 42 w 109"/>
                    <a:gd name="T15" fmla="*/ 19 h 38"/>
                    <a:gd name="T16" fmla="*/ 14 w 109"/>
                    <a:gd name="T17" fmla="*/ 18 h 38"/>
                    <a:gd name="T18" fmla="*/ 4 w 109"/>
                    <a:gd name="T19" fmla="*/ 19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Freeform 16">
                  <a:extLst>
                    <a:ext uri="{FF2B5EF4-FFF2-40B4-BE49-F238E27FC236}">
                      <a16:creationId xmlns:a16="http://schemas.microsoft.com/office/drawing/2014/main" id="{25D41B14-AB6E-4BC1-836C-092843409BBB}"/>
                    </a:ext>
                  </a:extLst>
                </p:cNvPr>
                <p:cNvSpPr>
                  <a:spLocks/>
                </p:cNvSpPr>
                <p:nvPr userDrawn="1"/>
              </p:nvSpPr>
              <p:spPr bwMode="ltGray">
                <a:xfrm>
                  <a:off x="2370" y="839"/>
                  <a:ext cx="75" cy="84"/>
                </a:xfrm>
                <a:custGeom>
                  <a:avLst/>
                  <a:gdLst>
                    <a:gd name="T0" fmla="*/ 8 w 76"/>
                    <a:gd name="T1" fmla="*/ 10 h 104"/>
                    <a:gd name="T2" fmla="*/ 18 w 76"/>
                    <a:gd name="T3" fmla="*/ 0 h 104"/>
                    <a:gd name="T4" fmla="*/ 34 w 76"/>
                    <a:gd name="T5" fmla="*/ 10 h 104"/>
                    <a:gd name="T6" fmla="*/ 59 w 76"/>
                    <a:gd name="T7" fmla="*/ 2 h 104"/>
                    <a:gd name="T8" fmla="*/ 43 w 76"/>
                    <a:gd name="T9" fmla="*/ 18 h 104"/>
                    <a:gd name="T10" fmla="*/ 51 w 76"/>
                    <a:gd name="T11" fmla="*/ 26 h 104"/>
                    <a:gd name="T12" fmla="*/ 55 w 76"/>
                    <a:gd name="T13" fmla="*/ 32 h 104"/>
                    <a:gd name="T14" fmla="*/ 43 w 76"/>
                    <a:gd name="T15" fmla="*/ 39 h 104"/>
                    <a:gd name="T16" fmla="*/ 34 w 76"/>
                    <a:gd name="T17" fmla="*/ 32 h 104"/>
                    <a:gd name="T18" fmla="*/ 22 w 76"/>
                    <a:gd name="T19" fmla="*/ 26 h 104"/>
                    <a:gd name="T20" fmla="*/ 28 w 76"/>
                    <a:gd name="T21" fmla="*/ 36 h 104"/>
                    <a:gd name="T22" fmla="*/ 30 w 76"/>
                    <a:gd name="T23" fmla="*/ 39 h 104"/>
                    <a:gd name="T24" fmla="*/ 20 w 76"/>
                    <a:gd name="T25" fmla="*/ 55 h 104"/>
                    <a:gd name="T26" fmla="*/ 12 w 76"/>
                    <a:gd name="T27" fmla="*/ 53 h 104"/>
                    <a:gd name="T28" fmla="*/ 8 w 76"/>
                    <a:gd name="T29" fmla="*/ 48 h 104"/>
                    <a:gd name="T30" fmla="*/ 0 w 76"/>
                    <a:gd name="T31" fmla="*/ 29 h 104"/>
                    <a:gd name="T32" fmla="*/ 2 w 76"/>
                    <a:gd name="T33" fmla="*/ 15 h 104"/>
                    <a:gd name="T34" fmla="*/ 8 w 76"/>
                    <a:gd name="T35" fmla="*/ 10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Freeform 17">
                  <a:extLst>
                    <a:ext uri="{FF2B5EF4-FFF2-40B4-BE49-F238E27FC236}">
                      <a16:creationId xmlns:a16="http://schemas.microsoft.com/office/drawing/2014/main" id="{AD9CC009-7580-4DDB-B1CF-27C088D7C6FF}"/>
                    </a:ext>
                  </a:extLst>
                </p:cNvPr>
                <p:cNvSpPr>
                  <a:spLocks/>
                </p:cNvSpPr>
                <p:nvPr userDrawn="1"/>
              </p:nvSpPr>
              <p:spPr bwMode="ltGray">
                <a:xfrm>
                  <a:off x="2497" y="793"/>
                  <a:ext cx="37" cy="49"/>
                </a:xfrm>
                <a:custGeom>
                  <a:avLst/>
                  <a:gdLst>
                    <a:gd name="T0" fmla="*/ 3 w 37"/>
                    <a:gd name="T1" fmla="*/ 14 h 61"/>
                    <a:gd name="T2" fmla="*/ 13 w 37"/>
                    <a:gd name="T3" fmla="*/ 0 h 61"/>
                    <a:gd name="T4" fmla="*/ 15 w 37"/>
                    <a:gd name="T5" fmla="*/ 14 h 61"/>
                    <a:gd name="T6" fmla="*/ 37 w 37"/>
                    <a:gd name="T7" fmla="*/ 20 h 61"/>
                    <a:gd name="T8" fmla="*/ 19 w 37"/>
                    <a:gd name="T9" fmla="*/ 22 h 61"/>
                    <a:gd name="T10" fmla="*/ 5 w 37"/>
                    <a:gd name="T11" fmla="*/ 31 h 61"/>
                    <a:gd name="T12" fmla="*/ 1 w 37"/>
                    <a:gd name="T13" fmla="*/ 18 h 61"/>
                    <a:gd name="T14" fmla="*/ 3 w 37"/>
                    <a:gd name="T15" fmla="*/ 14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Freeform 18">
                  <a:extLst>
                    <a:ext uri="{FF2B5EF4-FFF2-40B4-BE49-F238E27FC236}">
                      <a16:creationId xmlns:a16="http://schemas.microsoft.com/office/drawing/2014/main" id="{D0D45763-0F7A-4E1E-9F75-3B3702CF8FE4}"/>
                    </a:ext>
                  </a:extLst>
                </p:cNvPr>
                <p:cNvSpPr>
                  <a:spLocks/>
                </p:cNvSpPr>
                <p:nvPr userDrawn="1"/>
              </p:nvSpPr>
              <p:spPr bwMode="ltGray">
                <a:xfrm>
                  <a:off x="2506" y="869"/>
                  <a:ext cx="47" cy="24"/>
                </a:xfrm>
                <a:custGeom>
                  <a:avLst/>
                  <a:gdLst>
                    <a:gd name="T0" fmla="*/ 7 w 49"/>
                    <a:gd name="T1" fmla="*/ 0 h 29"/>
                    <a:gd name="T2" fmla="*/ 26 w 49"/>
                    <a:gd name="T3" fmla="*/ 0 h 29"/>
                    <a:gd name="T4" fmla="*/ 43 w 49"/>
                    <a:gd name="T5" fmla="*/ 9 h 29"/>
                    <a:gd name="T6" fmla="*/ 32 w 49"/>
                    <a:gd name="T7" fmla="*/ 8 h 29"/>
                    <a:gd name="T8" fmla="*/ 3 w 49"/>
                    <a:gd name="T9" fmla="*/ 9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Freeform 19">
                  <a:extLst>
                    <a:ext uri="{FF2B5EF4-FFF2-40B4-BE49-F238E27FC236}">
                      <a16:creationId xmlns:a16="http://schemas.microsoft.com/office/drawing/2014/main" id="{F708DF0A-9E3B-49E8-A24B-3588AAD05067}"/>
                    </a:ext>
                  </a:extLst>
                </p:cNvPr>
                <p:cNvSpPr>
                  <a:spLocks/>
                </p:cNvSpPr>
                <p:nvPr userDrawn="1"/>
              </p:nvSpPr>
              <p:spPr bwMode="ltGray">
                <a:xfrm>
                  <a:off x="2555" y="832"/>
                  <a:ext cx="61" cy="42"/>
                </a:xfrm>
                <a:custGeom>
                  <a:avLst/>
                  <a:gdLst>
                    <a:gd name="T0" fmla="*/ 21 w 61"/>
                    <a:gd name="T1" fmla="*/ 25 h 48"/>
                    <a:gd name="T2" fmla="*/ 15 w 61"/>
                    <a:gd name="T3" fmla="*/ 18 h 48"/>
                    <a:gd name="T4" fmla="*/ 3 w 61"/>
                    <a:gd name="T5" fmla="*/ 15 h 48"/>
                    <a:gd name="T6" fmla="*/ 13 w 61"/>
                    <a:gd name="T7" fmla="*/ 5 h 48"/>
                    <a:gd name="T8" fmla="*/ 25 w 61"/>
                    <a:gd name="T9" fmla="*/ 0 h 48"/>
                    <a:gd name="T10" fmla="*/ 49 w 61"/>
                    <a:gd name="T11" fmla="*/ 7 h 48"/>
                    <a:gd name="T12" fmla="*/ 53 w 61"/>
                    <a:gd name="T13" fmla="*/ 14 h 48"/>
                    <a:gd name="T14" fmla="*/ 61 w 61"/>
                    <a:gd name="T15" fmla="*/ 22 h 48"/>
                    <a:gd name="T16" fmla="*/ 41 w 61"/>
                    <a:gd name="T17" fmla="*/ 25 h 48"/>
                    <a:gd name="T18" fmla="*/ 23 w 61"/>
                    <a:gd name="T19" fmla="*/ 30 h 48"/>
                    <a:gd name="T20" fmla="*/ 21 w 61"/>
                    <a:gd name="T21" fmla="*/ 25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Freeform 20">
                  <a:extLst>
                    <a:ext uri="{FF2B5EF4-FFF2-40B4-BE49-F238E27FC236}">
                      <a16:creationId xmlns:a16="http://schemas.microsoft.com/office/drawing/2014/main" id="{28EA05A6-C576-455A-856E-C057F0E8E06D}"/>
                    </a:ext>
                  </a:extLst>
                </p:cNvPr>
                <p:cNvSpPr>
                  <a:spLocks/>
                </p:cNvSpPr>
                <p:nvPr userDrawn="1"/>
              </p:nvSpPr>
              <p:spPr bwMode="ltGray">
                <a:xfrm>
                  <a:off x="2572" y="852"/>
                  <a:ext cx="286" cy="149"/>
                </a:xfrm>
                <a:custGeom>
                  <a:avLst/>
                  <a:gdLst>
                    <a:gd name="T0" fmla="*/ 46 w 286"/>
                    <a:gd name="T1" fmla="*/ 16 h 182"/>
                    <a:gd name="T2" fmla="*/ 36 w 286"/>
                    <a:gd name="T3" fmla="*/ 7 h 182"/>
                    <a:gd name="T4" fmla="*/ 26 w 286"/>
                    <a:gd name="T5" fmla="*/ 16 h 182"/>
                    <a:gd name="T6" fmla="*/ 0 w 286"/>
                    <a:gd name="T7" fmla="*/ 13 h 182"/>
                    <a:gd name="T8" fmla="*/ 10 w 286"/>
                    <a:gd name="T9" fmla="*/ 23 h 182"/>
                    <a:gd name="T10" fmla="*/ 16 w 286"/>
                    <a:gd name="T11" fmla="*/ 34 h 182"/>
                    <a:gd name="T12" fmla="*/ 24 w 286"/>
                    <a:gd name="T13" fmla="*/ 26 h 182"/>
                    <a:gd name="T14" fmla="*/ 30 w 286"/>
                    <a:gd name="T15" fmla="*/ 24 h 182"/>
                    <a:gd name="T16" fmla="*/ 48 w 286"/>
                    <a:gd name="T17" fmla="*/ 31 h 182"/>
                    <a:gd name="T18" fmla="*/ 70 w 286"/>
                    <a:gd name="T19" fmla="*/ 34 h 182"/>
                    <a:gd name="T20" fmla="*/ 88 w 286"/>
                    <a:gd name="T21" fmla="*/ 39 h 182"/>
                    <a:gd name="T22" fmla="*/ 106 w 286"/>
                    <a:gd name="T23" fmla="*/ 56 h 182"/>
                    <a:gd name="T24" fmla="*/ 104 w 286"/>
                    <a:gd name="T25" fmla="*/ 67 h 182"/>
                    <a:gd name="T26" fmla="*/ 98 w 286"/>
                    <a:gd name="T27" fmla="*/ 74 h 182"/>
                    <a:gd name="T28" fmla="*/ 122 w 286"/>
                    <a:gd name="T29" fmla="*/ 70 h 182"/>
                    <a:gd name="T30" fmla="*/ 140 w 286"/>
                    <a:gd name="T31" fmla="*/ 77 h 182"/>
                    <a:gd name="T32" fmla="*/ 168 w 286"/>
                    <a:gd name="T33" fmla="*/ 81 h 182"/>
                    <a:gd name="T34" fmla="*/ 174 w 286"/>
                    <a:gd name="T35" fmla="*/ 80 h 182"/>
                    <a:gd name="T36" fmla="*/ 168 w 286"/>
                    <a:gd name="T37" fmla="*/ 74 h 182"/>
                    <a:gd name="T38" fmla="*/ 178 w 286"/>
                    <a:gd name="T39" fmla="*/ 75 h 182"/>
                    <a:gd name="T40" fmla="*/ 186 w 286"/>
                    <a:gd name="T41" fmla="*/ 65 h 182"/>
                    <a:gd name="T42" fmla="*/ 202 w 286"/>
                    <a:gd name="T43" fmla="*/ 67 h 182"/>
                    <a:gd name="T44" fmla="*/ 214 w 286"/>
                    <a:gd name="T45" fmla="*/ 71 h 182"/>
                    <a:gd name="T46" fmla="*/ 244 w 286"/>
                    <a:gd name="T47" fmla="*/ 93 h 182"/>
                    <a:gd name="T48" fmla="*/ 262 w 286"/>
                    <a:gd name="T49" fmla="*/ 98 h 182"/>
                    <a:gd name="T50" fmla="*/ 284 w 286"/>
                    <a:gd name="T51" fmla="*/ 93 h 182"/>
                    <a:gd name="T52" fmla="*/ 268 w 286"/>
                    <a:gd name="T53" fmla="*/ 88 h 182"/>
                    <a:gd name="T54" fmla="*/ 256 w 286"/>
                    <a:gd name="T55" fmla="*/ 76 h 182"/>
                    <a:gd name="T56" fmla="*/ 250 w 286"/>
                    <a:gd name="T57" fmla="*/ 72 h 182"/>
                    <a:gd name="T58" fmla="*/ 248 w 286"/>
                    <a:gd name="T59" fmla="*/ 67 h 182"/>
                    <a:gd name="T60" fmla="*/ 236 w 286"/>
                    <a:gd name="T61" fmla="*/ 64 h 182"/>
                    <a:gd name="T62" fmla="*/ 240 w 286"/>
                    <a:gd name="T63" fmla="*/ 53 h 182"/>
                    <a:gd name="T64" fmla="*/ 220 w 286"/>
                    <a:gd name="T65" fmla="*/ 47 h 182"/>
                    <a:gd name="T66" fmla="*/ 210 w 286"/>
                    <a:gd name="T67" fmla="*/ 38 h 182"/>
                    <a:gd name="T68" fmla="*/ 190 w 286"/>
                    <a:gd name="T69" fmla="*/ 29 h 182"/>
                    <a:gd name="T70" fmla="*/ 168 w 286"/>
                    <a:gd name="T71" fmla="*/ 20 h 182"/>
                    <a:gd name="T72" fmla="*/ 156 w 286"/>
                    <a:gd name="T73" fmla="*/ 19 h 182"/>
                    <a:gd name="T74" fmla="*/ 120 w 286"/>
                    <a:gd name="T75" fmla="*/ 9 h 182"/>
                    <a:gd name="T76" fmla="*/ 102 w 286"/>
                    <a:gd name="T77" fmla="*/ 2 h 182"/>
                    <a:gd name="T78" fmla="*/ 96 w 286"/>
                    <a:gd name="T79" fmla="*/ 0 h 182"/>
                    <a:gd name="T80" fmla="*/ 70 w 286"/>
                    <a:gd name="T81" fmla="*/ 6 h 182"/>
                    <a:gd name="T82" fmla="*/ 56 w 286"/>
                    <a:gd name="T83" fmla="*/ 17 h 182"/>
                    <a:gd name="T84" fmla="*/ 46 w 286"/>
                    <a:gd name="T85" fmla="*/ 16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Freeform 21">
                  <a:extLst>
                    <a:ext uri="{FF2B5EF4-FFF2-40B4-BE49-F238E27FC236}">
                      <a16:creationId xmlns:a16="http://schemas.microsoft.com/office/drawing/2014/main" id="{97AE85F5-6401-4887-8033-B97B47D3ECA2}"/>
                    </a:ext>
                  </a:extLst>
                </p:cNvPr>
                <p:cNvSpPr>
                  <a:spLocks/>
                </p:cNvSpPr>
                <p:nvPr userDrawn="1"/>
              </p:nvSpPr>
              <p:spPr bwMode="ltGray">
                <a:xfrm>
                  <a:off x="2820" y="866"/>
                  <a:ext cx="78" cy="64"/>
                </a:xfrm>
                <a:custGeom>
                  <a:avLst/>
                  <a:gdLst>
                    <a:gd name="T0" fmla="*/ 1 w 78"/>
                    <a:gd name="T1" fmla="*/ 32 h 78"/>
                    <a:gd name="T2" fmla="*/ 27 w 78"/>
                    <a:gd name="T3" fmla="*/ 33 h 78"/>
                    <a:gd name="T4" fmla="*/ 45 w 78"/>
                    <a:gd name="T5" fmla="*/ 26 h 78"/>
                    <a:gd name="T6" fmla="*/ 57 w 78"/>
                    <a:gd name="T7" fmla="*/ 17 h 78"/>
                    <a:gd name="T8" fmla="*/ 43 w 78"/>
                    <a:gd name="T9" fmla="*/ 7 h 78"/>
                    <a:gd name="T10" fmla="*/ 43 w 78"/>
                    <a:gd name="T11" fmla="*/ 2 h 78"/>
                    <a:gd name="T12" fmla="*/ 71 w 78"/>
                    <a:gd name="T13" fmla="*/ 14 h 78"/>
                    <a:gd name="T14" fmla="*/ 67 w 78"/>
                    <a:gd name="T15" fmla="*/ 30 h 78"/>
                    <a:gd name="T16" fmla="*/ 33 w 78"/>
                    <a:gd name="T17" fmla="*/ 43 h 78"/>
                    <a:gd name="T18" fmla="*/ 9 w 78"/>
                    <a:gd name="T19" fmla="*/ 36 h 78"/>
                    <a:gd name="T20" fmla="*/ 3 w 78"/>
                    <a:gd name="T21" fmla="*/ 34 h 78"/>
                    <a:gd name="T22" fmla="*/ 1 w 78"/>
                    <a:gd name="T23" fmla="*/ 32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Freeform 22">
                  <a:extLst>
                    <a:ext uri="{FF2B5EF4-FFF2-40B4-BE49-F238E27FC236}">
                      <a16:creationId xmlns:a16="http://schemas.microsoft.com/office/drawing/2014/main" id="{B49154F1-E93E-4200-B6DD-815BA256C635}"/>
                    </a:ext>
                  </a:extLst>
                </p:cNvPr>
                <p:cNvSpPr>
                  <a:spLocks/>
                </p:cNvSpPr>
                <p:nvPr userDrawn="1"/>
              </p:nvSpPr>
              <p:spPr bwMode="ltGray">
                <a:xfrm>
                  <a:off x="2984" y="732"/>
                  <a:ext cx="19" cy="14"/>
                </a:xfrm>
                <a:custGeom>
                  <a:avLst/>
                  <a:gdLst>
                    <a:gd name="T0" fmla="*/ 3 w 17"/>
                    <a:gd name="T1" fmla="*/ 2 h 18"/>
                    <a:gd name="T2" fmla="*/ 3 w 17"/>
                    <a:gd name="T3" fmla="*/ 7 h 18"/>
                    <a:gd name="T4" fmla="*/ 3 w 17"/>
                    <a:gd name="T5" fmla="*/ 2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Freeform 23">
                  <a:extLst>
                    <a:ext uri="{FF2B5EF4-FFF2-40B4-BE49-F238E27FC236}">
                      <a16:creationId xmlns:a16="http://schemas.microsoft.com/office/drawing/2014/main" id="{150EB8F8-8943-46EB-BACB-6B3FF1829EB6}"/>
                    </a:ext>
                  </a:extLst>
                </p:cNvPr>
                <p:cNvSpPr>
                  <a:spLocks/>
                </p:cNvSpPr>
                <p:nvPr userDrawn="1"/>
              </p:nvSpPr>
              <p:spPr bwMode="ltGray">
                <a:xfrm>
                  <a:off x="3083" y="830"/>
                  <a:ext cx="26" cy="19"/>
                </a:xfrm>
                <a:custGeom>
                  <a:avLst/>
                  <a:gdLst>
                    <a:gd name="T0" fmla="*/ 8 w 26"/>
                    <a:gd name="T1" fmla="*/ 9 h 22"/>
                    <a:gd name="T2" fmla="*/ 14 w 26"/>
                    <a:gd name="T3" fmla="*/ 0 h 22"/>
                    <a:gd name="T4" fmla="*/ 14 w 26"/>
                    <a:gd name="T5" fmla="*/ 14 h 22"/>
                    <a:gd name="T6" fmla="*/ 8 w 26"/>
                    <a:gd name="T7" fmla="*/ 9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Freeform 24">
                  <a:extLst>
                    <a:ext uri="{FF2B5EF4-FFF2-40B4-BE49-F238E27FC236}">
                      <a16:creationId xmlns:a16="http://schemas.microsoft.com/office/drawing/2014/main" id="{AC9F17E9-8DEA-49BC-8B31-A1F1F65B4248}"/>
                    </a:ext>
                  </a:extLst>
                </p:cNvPr>
                <p:cNvSpPr>
                  <a:spLocks/>
                </p:cNvSpPr>
                <p:nvPr userDrawn="1"/>
              </p:nvSpPr>
              <p:spPr bwMode="ltGray">
                <a:xfrm>
                  <a:off x="2766" y="610"/>
                  <a:ext cx="19" cy="12"/>
                </a:xfrm>
                <a:custGeom>
                  <a:avLst/>
                  <a:gdLst>
                    <a:gd name="T0" fmla="*/ 7 w 20"/>
                    <a:gd name="T1" fmla="*/ 6 h 15"/>
                    <a:gd name="T2" fmla="*/ 14 w 20"/>
                    <a:gd name="T3" fmla="*/ 2 h 15"/>
                    <a:gd name="T4" fmla="*/ 9 w 20"/>
                    <a:gd name="T5" fmla="*/ 6 h 15"/>
                    <a:gd name="T6" fmla="*/ 7 w 20"/>
                    <a:gd name="T7" fmla="*/ 6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Freeform 25">
                  <a:extLst>
                    <a:ext uri="{FF2B5EF4-FFF2-40B4-BE49-F238E27FC236}">
                      <a16:creationId xmlns:a16="http://schemas.microsoft.com/office/drawing/2014/main" id="{3EA20B6F-E439-4237-9878-40747A4E3A31}"/>
                    </a:ext>
                  </a:extLst>
                </p:cNvPr>
                <p:cNvSpPr>
                  <a:spLocks/>
                </p:cNvSpPr>
                <p:nvPr userDrawn="1"/>
              </p:nvSpPr>
              <p:spPr bwMode="ltGray">
                <a:xfrm>
                  <a:off x="2600" y="712"/>
                  <a:ext cx="19" cy="12"/>
                </a:xfrm>
                <a:custGeom>
                  <a:avLst/>
                  <a:gdLst>
                    <a:gd name="T0" fmla="*/ 7 w 20"/>
                    <a:gd name="T1" fmla="*/ 6 h 15"/>
                    <a:gd name="T2" fmla="*/ 12 w 20"/>
                    <a:gd name="T3" fmla="*/ 2 h 15"/>
                    <a:gd name="T4" fmla="*/ 12 w 20"/>
                    <a:gd name="T5" fmla="*/ 7 h 15"/>
                    <a:gd name="T6" fmla="*/ 7 w 20"/>
                    <a:gd name="T7" fmla="*/ 6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Freeform 26">
                  <a:extLst>
                    <a:ext uri="{FF2B5EF4-FFF2-40B4-BE49-F238E27FC236}">
                      <a16:creationId xmlns:a16="http://schemas.microsoft.com/office/drawing/2014/main" id="{02B22AD2-A146-4D84-AA8C-D9BAFC07E3D6}"/>
                    </a:ext>
                  </a:extLst>
                </p:cNvPr>
                <p:cNvSpPr>
                  <a:spLocks/>
                </p:cNvSpPr>
                <p:nvPr userDrawn="1"/>
              </p:nvSpPr>
              <p:spPr bwMode="ltGray">
                <a:xfrm>
                  <a:off x="2417" y="680"/>
                  <a:ext cx="80" cy="66"/>
                </a:xfrm>
                <a:custGeom>
                  <a:avLst/>
                  <a:gdLst>
                    <a:gd name="T0" fmla="*/ 0 w 80"/>
                    <a:gd name="T1" fmla="*/ 28 h 80"/>
                    <a:gd name="T2" fmla="*/ 14 w 80"/>
                    <a:gd name="T3" fmla="*/ 14 h 80"/>
                    <a:gd name="T4" fmla="*/ 26 w 80"/>
                    <a:gd name="T5" fmla="*/ 12 h 80"/>
                    <a:gd name="T6" fmla="*/ 48 w 80"/>
                    <a:gd name="T7" fmla="*/ 10 h 80"/>
                    <a:gd name="T8" fmla="*/ 58 w 80"/>
                    <a:gd name="T9" fmla="*/ 0 h 80"/>
                    <a:gd name="T10" fmla="*/ 80 w 80"/>
                    <a:gd name="T11" fmla="*/ 22 h 80"/>
                    <a:gd name="T12" fmla="*/ 70 w 80"/>
                    <a:gd name="T13" fmla="*/ 31 h 80"/>
                    <a:gd name="T14" fmla="*/ 54 w 80"/>
                    <a:gd name="T15" fmla="*/ 35 h 80"/>
                    <a:gd name="T16" fmla="*/ 48 w 80"/>
                    <a:gd name="T17" fmla="*/ 45 h 80"/>
                    <a:gd name="T18" fmla="*/ 32 w 80"/>
                    <a:gd name="T19" fmla="*/ 38 h 80"/>
                    <a:gd name="T20" fmla="*/ 38 w 80"/>
                    <a:gd name="T21" fmla="*/ 29 h 80"/>
                    <a:gd name="T22" fmla="*/ 30 w 80"/>
                    <a:gd name="T23" fmla="*/ 16 h 80"/>
                    <a:gd name="T24" fmla="*/ 20 w 80"/>
                    <a:gd name="T25" fmla="*/ 27 h 80"/>
                    <a:gd name="T26" fmla="*/ 8 w 80"/>
                    <a:gd name="T27" fmla="*/ 31 h 80"/>
                    <a:gd name="T28" fmla="*/ 0 w 80"/>
                    <a:gd name="T29" fmla="*/ 28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Freeform 27">
                  <a:extLst>
                    <a:ext uri="{FF2B5EF4-FFF2-40B4-BE49-F238E27FC236}">
                      <a16:creationId xmlns:a16="http://schemas.microsoft.com/office/drawing/2014/main" id="{8E98C3E6-7B7B-4209-88E4-9E70EB1AEEC8}"/>
                    </a:ext>
                  </a:extLst>
                </p:cNvPr>
                <p:cNvSpPr>
                  <a:spLocks/>
                </p:cNvSpPr>
                <p:nvPr userDrawn="1"/>
              </p:nvSpPr>
              <p:spPr bwMode="ltGray">
                <a:xfrm>
                  <a:off x="2391" y="541"/>
                  <a:ext cx="94" cy="142"/>
                </a:xfrm>
                <a:custGeom>
                  <a:avLst/>
                  <a:gdLst>
                    <a:gd name="T0" fmla="*/ 14 w 94"/>
                    <a:gd name="T1" fmla="*/ 52 h 174"/>
                    <a:gd name="T2" fmla="*/ 26 w 94"/>
                    <a:gd name="T3" fmla="*/ 69 h 174"/>
                    <a:gd name="T4" fmla="*/ 32 w 94"/>
                    <a:gd name="T5" fmla="*/ 59 h 174"/>
                    <a:gd name="T6" fmla="*/ 52 w 94"/>
                    <a:gd name="T7" fmla="*/ 55 h 174"/>
                    <a:gd name="T8" fmla="*/ 46 w 94"/>
                    <a:gd name="T9" fmla="*/ 67 h 174"/>
                    <a:gd name="T10" fmla="*/ 66 w 94"/>
                    <a:gd name="T11" fmla="*/ 69 h 174"/>
                    <a:gd name="T12" fmla="*/ 76 w 94"/>
                    <a:gd name="T13" fmla="*/ 78 h 174"/>
                    <a:gd name="T14" fmla="*/ 58 w 94"/>
                    <a:gd name="T15" fmla="*/ 81 h 174"/>
                    <a:gd name="T16" fmla="*/ 74 w 94"/>
                    <a:gd name="T17" fmla="*/ 95 h 174"/>
                    <a:gd name="T18" fmla="*/ 84 w 94"/>
                    <a:gd name="T19" fmla="*/ 84 h 174"/>
                    <a:gd name="T20" fmla="*/ 82 w 94"/>
                    <a:gd name="T21" fmla="*/ 60 h 174"/>
                    <a:gd name="T22" fmla="*/ 60 w 94"/>
                    <a:gd name="T23" fmla="*/ 58 h 174"/>
                    <a:gd name="T24" fmla="*/ 50 w 94"/>
                    <a:gd name="T25" fmla="*/ 45 h 174"/>
                    <a:gd name="T26" fmla="*/ 34 w 94"/>
                    <a:gd name="T27" fmla="*/ 45 h 174"/>
                    <a:gd name="T28" fmla="*/ 30 w 94"/>
                    <a:gd name="T29" fmla="*/ 38 h 174"/>
                    <a:gd name="T30" fmla="*/ 42 w 94"/>
                    <a:gd name="T31" fmla="*/ 23 h 174"/>
                    <a:gd name="T32" fmla="*/ 30 w 94"/>
                    <a:gd name="T33" fmla="*/ 0 h 174"/>
                    <a:gd name="T34" fmla="*/ 18 w 94"/>
                    <a:gd name="T35" fmla="*/ 12 h 174"/>
                    <a:gd name="T36" fmla="*/ 4 w 94"/>
                    <a:gd name="T37" fmla="*/ 25 h 174"/>
                    <a:gd name="T38" fmla="*/ 14 w 94"/>
                    <a:gd name="T39" fmla="*/ 42 h 174"/>
                    <a:gd name="T40" fmla="*/ 14 w 94"/>
                    <a:gd name="T41" fmla="*/ 52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Freeform 28">
                  <a:extLst>
                    <a:ext uri="{FF2B5EF4-FFF2-40B4-BE49-F238E27FC236}">
                      <a16:creationId xmlns:a16="http://schemas.microsoft.com/office/drawing/2014/main" id="{C4138CBD-03E1-47D4-8C0D-E12591DDCD11}"/>
                    </a:ext>
                  </a:extLst>
                </p:cNvPr>
                <p:cNvSpPr>
                  <a:spLocks/>
                </p:cNvSpPr>
                <p:nvPr userDrawn="1"/>
              </p:nvSpPr>
              <p:spPr bwMode="ltGray">
                <a:xfrm>
                  <a:off x="2415" y="644"/>
                  <a:ext cx="32" cy="41"/>
                </a:xfrm>
                <a:custGeom>
                  <a:avLst/>
                  <a:gdLst>
                    <a:gd name="T0" fmla="*/ 6 w 32"/>
                    <a:gd name="T1" fmla="*/ 13 h 50"/>
                    <a:gd name="T2" fmla="*/ 12 w 32"/>
                    <a:gd name="T3" fmla="*/ 0 h 50"/>
                    <a:gd name="T4" fmla="*/ 20 w 32"/>
                    <a:gd name="T5" fmla="*/ 9 h 50"/>
                    <a:gd name="T6" fmla="*/ 22 w 32"/>
                    <a:gd name="T7" fmla="*/ 13 h 50"/>
                    <a:gd name="T8" fmla="*/ 28 w 32"/>
                    <a:gd name="T9" fmla="*/ 14 h 50"/>
                    <a:gd name="T10" fmla="*/ 32 w 32"/>
                    <a:gd name="T11" fmla="*/ 21 h 50"/>
                    <a:gd name="T12" fmla="*/ 18 w 32"/>
                    <a:gd name="T13" fmla="*/ 28 h 50"/>
                    <a:gd name="T14" fmla="*/ 6 w 32"/>
                    <a:gd name="T15" fmla="*/ 13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Freeform 29">
                  <a:extLst>
                    <a:ext uri="{FF2B5EF4-FFF2-40B4-BE49-F238E27FC236}">
                      <a16:creationId xmlns:a16="http://schemas.microsoft.com/office/drawing/2014/main" id="{F5FE4986-E997-449B-8C12-6E4FCC130425}"/>
                    </a:ext>
                  </a:extLst>
                </p:cNvPr>
                <p:cNvSpPr>
                  <a:spLocks/>
                </p:cNvSpPr>
                <p:nvPr userDrawn="1"/>
              </p:nvSpPr>
              <p:spPr bwMode="ltGray">
                <a:xfrm>
                  <a:off x="2349" y="654"/>
                  <a:ext cx="45" cy="41"/>
                </a:xfrm>
                <a:custGeom>
                  <a:avLst/>
                  <a:gdLst>
                    <a:gd name="T0" fmla="*/ 0 w 43"/>
                    <a:gd name="T1" fmla="*/ 25 h 50"/>
                    <a:gd name="T2" fmla="*/ 25 w 43"/>
                    <a:gd name="T3" fmla="*/ 11 h 50"/>
                    <a:gd name="T4" fmla="*/ 42 w 43"/>
                    <a:gd name="T5" fmla="*/ 0 h 50"/>
                    <a:gd name="T6" fmla="*/ 27 w 43"/>
                    <a:gd name="T7" fmla="*/ 16 h 50"/>
                    <a:gd name="T8" fmla="*/ 2 w 43"/>
                    <a:gd name="T9" fmla="*/ 28 h 50"/>
                    <a:gd name="T10" fmla="*/ 0 w 43"/>
                    <a:gd name="T11" fmla="*/ 25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Freeform 30">
                  <a:extLst>
                    <a:ext uri="{FF2B5EF4-FFF2-40B4-BE49-F238E27FC236}">
                      <a16:creationId xmlns:a16="http://schemas.microsoft.com/office/drawing/2014/main" id="{95247B6F-1F89-4005-9F14-488BAE17B153}"/>
                    </a:ext>
                  </a:extLst>
                </p:cNvPr>
                <p:cNvSpPr>
                  <a:spLocks/>
                </p:cNvSpPr>
                <p:nvPr userDrawn="1"/>
              </p:nvSpPr>
              <p:spPr bwMode="ltGray">
                <a:xfrm>
                  <a:off x="4808" y="597"/>
                  <a:ext cx="701" cy="438"/>
                </a:xfrm>
                <a:custGeom>
                  <a:avLst/>
                  <a:gdLst>
                    <a:gd name="T0" fmla="*/ 68 w 471"/>
                    <a:gd name="T1" fmla="*/ 1060 h 281"/>
                    <a:gd name="T2" fmla="*/ 80 w 471"/>
                    <a:gd name="T3" fmla="*/ 948 h 281"/>
                    <a:gd name="T4" fmla="*/ 73 w 471"/>
                    <a:gd name="T5" fmla="*/ 927 h 281"/>
                    <a:gd name="T6" fmla="*/ 54 w 471"/>
                    <a:gd name="T7" fmla="*/ 826 h 281"/>
                    <a:gd name="T8" fmla="*/ 13 w 471"/>
                    <a:gd name="T9" fmla="*/ 814 h 281"/>
                    <a:gd name="T10" fmla="*/ 0 w 471"/>
                    <a:gd name="T11" fmla="*/ 723 h 281"/>
                    <a:gd name="T12" fmla="*/ 40 w 471"/>
                    <a:gd name="T13" fmla="*/ 683 h 281"/>
                    <a:gd name="T14" fmla="*/ 19 w 471"/>
                    <a:gd name="T15" fmla="*/ 625 h 281"/>
                    <a:gd name="T16" fmla="*/ 6 w 471"/>
                    <a:gd name="T17" fmla="*/ 605 h 281"/>
                    <a:gd name="T18" fmla="*/ 94 w 471"/>
                    <a:gd name="T19" fmla="*/ 454 h 281"/>
                    <a:gd name="T20" fmla="*/ 144 w 471"/>
                    <a:gd name="T21" fmla="*/ 365 h 281"/>
                    <a:gd name="T22" fmla="*/ 140 w 471"/>
                    <a:gd name="T23" fmla="*/ 265 h 281"/>
                    <a:gd name="T24" fmla="*/ 80 w 471"/>
                    <a:gd name="T25" fmla="*/ 162 h 281"/>
                    <a:gd name="T26" fmla="*/ 67 w 471"/>
                    <a:gd name="T27" fmla="*/ 122 h 281"/>
                    <a:gd name="T28" fmla="*/ 86 w 471"/>
                    <a:gd name="T29" fmla="*/ 136 h 281"/>
                    <a:gd name="T30" fmla="*/ 158 w 471"/>
                    <a:gd name="T31" fmla="*/ 134 h 281"/>
                    <a:gd name="T32" fmla="*/ 210 w 471"/>
                    <a:gd name="T33" fmla="*/ 41 h 281"/>
                    <a:gd name="T34" fmla="*/ 271 w 471"/>
                    <a:gd name="T35" fmla="*/ 0 h 281"/>
                    <a:gd name="T36" fmla="*/ 290 w 471"/>
                    <a:gd name="T37" fmla="*/ 8 h 281"/>
                    <a:gd name="T38" fmla="*/ 304 w 471"/>
                    <a:gd name="T39" fmla="*/ 34 h 281"/>
                    <a:gd name="T40" fmla="*/ 323 w 471"/>
                    <a:gd name="T41" fmla="*/ 19 h 281"/>
                    <a:gd name="T42" fmla="*/ 363 w 471"/>
                    <a:gd name="T43" fmla="*/ 30 h 281"/>
                    <a:gd name="T44" fmla="*/ 382 w 471"/>
                    <a:gd name="T45" fmla="*/ 34 h 281"/>
                    <a:gd name="T46" fmla="*/ 466 w 471"/>
                    <a:gd name="T47" fmla="*/ 53 h 281"/>
                    <a:gd name="T48" fmla="*/ 512 w 471"/>
                    <a:gd name="T49" fmla="*/ 90 h 281"/>
                    <a:gd name="T50" fmla="*/ 552 w 471"/>
                    <a:gd name="T51" fmla="*/ 64 h 281"/>
                    <a:gd name="T52" fmla="*/ 569 w 471"/>
                    <a:gd name="T53" fmla="*/ 53 h 281"/>
                    <a:gd name="T54" fmla="*/ 643 w 471"/>
                    <a:gd name="T55" fmla="*/ 53 h 281"/>
                    <a:gd name="T56" fmla="*/ 695 w 471"/>
                    <a:gd name="T57" fmla="*/ 122 h 281"/>
                    <a:gd name="T58" fmla="*/ 762 w 471"/>
                    <a:gd name="T59" fmla="*/ 223 h 281"/>
                    <a:gd name="T60" fmla="*/ 808 w 471"/>
                    <a:gd name="T61" fmla="*/ 265 h 281"/>
                    <a:gd name="T62" fmla="*/ 847 w 471"/>
                    <a:gd name="T63" fmla="*/ 257 h 281"/>
                    <a:gd name="T64" fmla="*/ 890 w 471"/>
                    <a:gd name="T65" fmla="*/ 245 h 281"/>
                    <a:gd name="T66" fmla="*/ 957 w 471"/>
                    <a:gd name="T67" fmla="*/ 270 h 281"/>
                    <a:gd name="T68" fmla="*/ 988 w 471"/>
                    <a:gd name="T69" fmla="*/ 306 h 281"/>
                    <a:gd name="T70" fmla="*/ 1015 w 471"/>
                    <a:gd name="T71" fmla="*/ 340 h 281"/>
                    <a:gd name="T72" fmla="*/ 1048 w 471"/>
                    <a:gd name="T73" fmla="*/ 421 h 281"/>
                    <a:gd name="T74" fmla="*/ 1061 w 471"/>
                    <a:gd name="T75" fmla="*/ 454 h 281"/>
                    <a:gd name="T76" fmla="*/ 1067 w 471"/>
                    <a:gd name="T77" fmla="*/ 474 h 281"/>
                    <a:gd name="T78" fmla="*/ 1021 w 471"/>
                    <a:gd name="T79" fmla="*/ 536 h 281"/>
                    <a:gd name="T80" fmla="*/ 1061 w 471"/>
                    <a:gd name="T81" fmla="*/ 535 h 281"/>
                    <a:gd name="T82" fmla="*/ 1128 w 471"/>
                    <a:gd name="T83" fmla="*/ 588 h 281"/>
                    <a:gd name="T84" fmla="*/ 1201 w 471"/>
                    <a:gd name="T85" fmla="*/ 595 h 281"/>
                    <a:gd name="T86" fmla="*/ 1253 w 471"/>
                    <a:gd name="T87" fmla="*/ 636 h 281"/>
                    <a:gd name="T88" fmla="*/ 1261 w 471"/>
                    <a:gd name="T89" fmla="*/ 652 h 281"/>
                    <a:gd name="T90" fmla="*/ 1261 w 471"/>
                    <a:gd name="T91" fmla="*/ 666 h 281"/>
                    <a:gd name="T92" fmla="*/ 1298 w 471"/>
                    <a:gd name="T93" fmla="*/ 652 h 281"/>
                    <a:gd name="T94" fmla="*/ 1319 w 471"/>
                    <a:gd name="T95" fmla="*/ 648 h 281"/>
                    <a:gd name="T96" fmla="*/ 1447 w 471"/>
                    <a:gd name="T97" fmla="*/ 700 h 281"/>
                    <a:gd name="T98" fmla="*/ 1473 w 471"/>
                    <a:gd name="T99" fmla="*/ 753 h 281"/>
                    <a:gd name="T100" fmla="*/ 1533 w 471"/>
                    <a:gd name="T101" fmla="*/ 761 h 281"/>
                    <a:gd name="T102" fmla="*/ 1552 w 471"/>
                    <a:gd name="T103" fmla="*/ 814 h 281"/>
                    <a:gd name="T104" fmla="*/ 1487 w 471"/>
                    <a:gd name="T105" fmla="*/ 977 h 281"/>
                    <a:gd name="T106" fmla="*/ 1433 w 471"/>
                    <a:gd name="T107" fmla="*/ 1065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Freeform 31">
                  <a:extLst>
                    <a:ext uri="{FF2B5EF4-FFF2-40B4-BE49-F238E27FC236}">
                      <a16:creationId xmlns:a16="http://schemas.microsoft.com/office/drawing/2014/main" id="{A32E4708-41F2-4FDA-87BF-F555F65A3EDB}"/>
                    </a:ext>
                  </a:extLst>
                </p:cNvPr>
                <p:cNvSpPr>
                  <a:spLocks/>
                </p:cNvSpPr>
                <p:nvPr userDrawn="1"/>
              </p:nvSpPr>
              <p:spPr bwMode="ltGray">
                <a:xfrm>
                  <a:off x="3880" y="-7"/>
                  <a:ext cx="984" cy="692"/>
                </a:xfrm>
                <a:custGeom>
                  <a:avLst/>
                  <a:gdLst>
                    <a:gd name="T0" fmla="*/ 406 w 984"/>
                    <a:gd name="T1" fmla="*/ 3 h 844"/>
                    <a:gd name="T2" fmla="*/ 502 w 984"/>
                    <a:gd name="T3" fmla="*/ 19 h 844"/>
                    <a:gd name="T4" fmla="*/ 550 w 984"/>
                    <a:gd name="T5" fmla="*/ 20 h 844"/>
                    <a:gd name="T6" fmla="*/ 578 w 984"/>
                    <a:gd name="T7" fmla="*/ 72 h 844"/>
                    <a:gd name="T8" fmla="*/ 586 w 984"/>
                    <a:gd name="T9" fmla="*/ 50 h 844"/>
                    <a:gd name="T10" fmla="*/ 606 w 984"/>
                    <a:gd name="T11" fmla="*/ 39 h 844"/>
                    <a:gd name="T12" fmla="*/ 642 w 984"/>
                    <a:gd name="T13" fmla="*/ 69 h 844"/>
                    <a:gd name="T14" fmla="*/ 682 w 984"/>
                    <a:gd name="T15" fmla="*/ 54 h 844"/>
                    <a:gd name="T16" fmla="*/ 706 w 984"/>
                    <a:gd name="T17" fmla="*/ 48 h 844"/>
                    <a:gd name="T18" fmla="*/ 762 w 984"/>
                    <a:gd name="T19" fmla="*/ 2 h 844"/>
                    <a:gd name="T20" fmla="*/ 798 w 984"/>
                    <a:gd name="T21" fmla="*/ 39 h 844"/>
                    <a:gd name="T22" fmla="*/ 798 w 984"/>
                    <a:gd name="T23" fmla="*/ 72 h 844"/>
                    <a:gd name="T24" fmla="*/ 790 w 984"/>
                    <a:gd name="T25" fmla="*/ 88 h 844"/>
                    <a:gd name="T26" fmla="*/ 766 w 984"/>
                    <a:gd name="T27" fmla="*/ 89 h 844"/>
                    <a:gd name="T28" fmla="*/ 762 w 984"/>
                    <a:gd name="T29" fmla="*/ 102 h 844"/>
                    <a:gd name="T30" fmla="*/ 802 w 984"/>
                    <a:gd name="T31" fmla="*/ 125 h 844"/>
                    <a:gd name="T32" fmla="*/ 786 w 984"/>
                    <a:gd name="T33" fmla="*/ 177 h 844"/>
                    <a:gd name="T34" fmla="*/ 830 w 984"/>
                    <a:gd name="T35" fmla="*/ 228 h 844"/>
                    <a:gd name="T36" fmla="*/ 854 w 984"/>
                    <a:gd name="T37" fmla="*/ 248 h 844"/>
                    <a:gd name="T38" fmla="*/ 830 w 984"/>
                    <a:gd name="T39" fmla="*/ 248 h 844"/>
                    <a:gd name="T40" fmla="*/ 746 w 984"/>
                    <a:gd name="T41" fmla="*/ 208 h 844"/>
                    <a:gd name="T42" fmla="*/ 678 w 984"/>
                    <a:gd name="T43" fmla="*/ 222 h 844"/>
                    <a:gd name="T44" fmla="*/ 590 w 984"/>
                    <a:gd name="T45" fmla="*/ 244 h 844"/>
                    <a:gd name="T46" fmla="*/ 642 w 984"/>
                    <a:gd name="T47" fmla="*/ 319 h 844"/>
                    <a:gd name="T48" fmla="*/ 710 w 984"/>
                    <a:gd name="T49" fmla="*/ 336 h 844"/>
                    <a:gd name="T50" fmla="*/ 738 w 984"/>
                    <a:gd name="T51" fmla="*/ 303 h 844"/>
                    <a:gd name="T52" fmla="*/ 774 w 984"/>
                    <a:gd name="T53" fmla="*/ 314 h 844"/>
                    <a:gd name="T54" fmla="*/ 766 w 984"/>
                    <a:gd name="T55" fmla="*/ 348 h 844"/>
                    <a:gd name="T56" fmla="*/ 802 w 984"/>
                    <a:gd name="T57" fmla="*/ 369 h 844"/>
                    <a:gd name="T58" fmla="*/ 838 w 984"/>
                    <a:gd name="T59" fmla="*/ 362 h 844"/>
                    <a:gd name="T60" fmla="*/ 922 w 984"/>
                    <a:gd name="T61" fmla="*/ 444 h 844"/>
                    <a:gd name="T62" fmla="*/ 942 w 984"/>
                    <a:gd name="T63" fmla="*/ 455 h 844"/>
                    <a:gd name="T64" fmla="*/ 874 w 984"/>
                    <a:gd name="T65" fmla="*/ 446 h 844"/>
                    <a:gd name="T66" fmla="*/ 830 w 984"/>
                    <a:gd name="T67" fmla="*/ 417 h 844"/>
                    <a:gd name="T68" fmla="*/ 778 w 984"/>
                    <a:gd name="T69" fmla="*/ 391 h 844"/>
                    <a:gd name="T70" fmla="*/ 702 w 984"/>
                    <a:gd name="T71" fmla="*/ 365 h 844"/>
                    <a:gd name="T72" fmla="*/ 614 w 984"/>
                    <a:gd name="T73" fmla="*/ 357 h 844"/>
                    <a:gd name="T74" fmla="*/ 506 w 984"/>
                    <a:gd name="T75" fmla="*/ 327 h 844"/>
                    <a:gd name="T76" fmla="*/ 462 w 984"/>
                    <a:gd name="T77" fmla="*/ 279 h 844"/>
                    <a:gd name="T78" fmla="*/ 430 w 984"/>
                    <a:gd name="T79" fmla="*/ 255 h 844"/>
                    <a:gd name="T80" fmla="*/ 382 w 984"/>
                    <a:gd name="T81" fmla="*/ 237 h 844"/>
                    <a:gd name="T82" fmla="*/ 342 w 984"/>
                    <a:gd name="T83" fmla="*/ 203 h 844"/>
                    <a:gd name="T84" fmla="*/ 354 w 984"/>
                    <a:gd name="T85" fmla="*/ 228 h 844"/>
                    <a:gd name="T86" fmla="*/ 418 w 984"/>
                    <a:gd name="T87" fmla="*/ 272 h 844"/>
                    <a:gd name="T88" fmla="*/ 422 w 984"/>
                    <a:gd name="T89" fmla="*/ 289 h 844"/>
                    <a:gd name="T90" fmla="*/ 394 w 984"/>
                    <a:gd name="T91" fmla="*/ 275 h 844"/>
                    <a:gd name="T92" fmla="*/ 354 w 984"/>
                    <a:gd name="T93" fmla="*/ 257 h 844"/>
                    <a:gd name="T94" fmla="*/ 314 w 984"/>
                    <a:gd name="T95" fmla="*/ 222 h 844"/>
                    <a:gd name="T96" fmla="*/ 266 w 984"/>
                    <a:gd name="T97" fmla="*/ 191 h 844"/>
                    <a:gd name="T98" fmla="*/ 210 w 984"/>
                    <a:gd name="T99" fmla="*/ 173 h 844"/>
                    <a:gd name="T100" fmla="*/ 154 w 984"/>
                    <a:gd name="T101" fmla="*/ 131 h 844"/>
                    <a:gd name="T102" fmla="*/ 66 w 984"/>
                    <a:gd name="T103" fmla="*/ 36 h 844"/>
                    <a:gd name="T104" fmla="*/ 34 w 984"/>
                    <a:gd name="T105" fmla="*/ 20 h 844"/>
                    <a:gd name="T106" fmla="*/ 46 w 984"/>
                    <a:gd name="T107" fmla="*/ 12 h 844"/>
                    <a:gd name="T108" fmla="*/ 102 w 984"/>
                    <a:gd name="T109" fmla="*/ 39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Freeform 32">
                  <a:extLst>
                    <a:ext uri="{FF2B5EF4-FFF2-40B4-BE49-F238E27FC236}">
                      <a16:creationId xmlns:a16="http://schemas.microsoft.com/office/drawing/2014/main" id="{B00FDDFE-B785-485C-91C4-821DD8166F33}"/>
                    </a:ext>
                  </a:extLst>
                </p:cNvPr>
                <p:cNvSpPr>
                  <a:spLocks/>
                </p:cNvSpPr>
                <p:nvPr userDrawn="1"/>
              </p:nvSpPr>
              <p:spPr bwMode="ltGray">
                <a:xfrm>
                  <a:off x="3577" y="490"/>
                  <a:ext cx="36" cy="39"/>
                </a:xfrm>
                <a:custGeom>
                  <a:avLst/>
                  <a:gdLst>
                    <a:gd name="T0" fmla="*/ 6 w 36"/>
                    <a:gd name="T1" fmla="*/ 15 h 48"/>
                    <a:gd name="T2" fmla="*/ 10 w 36"/>
                    <a:gd name="T3" fmla="*/ 26 h 48"/>
                    <a:gd name="T4" fmla="*/ 6 w 36"/>
                    <a:gd name="T5" fmla="*/ 15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Freeform 33">
                  <a:extLst>
                    <a:ext uri="{FF2B5EF4-FFF2-40B4-BE49-F238E27FC236}">
                      <a16:creationId xmlns:a16="http://schemas.microsoft.com/office/drawing/2014/main" id="{B7F59999-98C9-4889-A300-7B5662B9F4C2}"/>
                    </a:ext>
                  </a:extLst>
                </p:cNvPr>
                <p:cNvSpPr>
                  <a:spLocks/>
                </p:cNvSpPr>
                <p:nvPr userDrawn="1"/>
              </p:nvSpPr>
              <p:spPr bwMode="ltGray">
                <a:xfrm>
                  <a:off x="3549" y="475"/>
                  <a:ext cx="38" cy="29"/>
                </a:xfrm>
                <a:custGeom>
                  <a:avLst/>
                  <a:gdLst>
                    <a:gd name="T0" fmla="*/ 0 w 36"/>
                    <a:gd name="T1" fmla="*/ 2 h 37"/>
                    <a:gd name="T2" fmla="*/ 15 w 36"/>
                    <a:gd name="T3" fmla="*/ 1 h 37"/>
                    <a:gd name="T4" fmla="*/ 42 w 36"/>
                    <a:gd name="T5" fmla="*/ 8 h 37"/>
                    <a:gd name="T6" fmla="*/ 8 w 36"/>
                    <a:gd name="T7" fmla="*/ 8 h 37"/>
                    <a:gd name="T8" fmla="*/ 0 w 36"/>
                    <a:gd name="T9" fmla="*/ 2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Freeform 34">
                  <a:extLst>
                    <a:ext uri="{FF2B5EF4-FFF2-40B4-BE49-F238E27FC236}">
                      <a16:creationId xmlns:a16="http://schemas.microsoft.com/office/drawing/2014/main" id="{9DE13E78-B8C9-4684-8230-E891736C2B9E}"/>
                    </a:ext>
                  </a:extLst>
                </p:cNvPr>
                <p:cNvSpPr>
                  <a:spLocks/>
                </p:cNvSpPr>
                <p:nvPr userDrawn="1"/>
              </p:nvSpPr>
              <p:spPr bwMode="ltGray">
                <a:xfrm>
                  <a:off x="4686" y="394"/>
                  <a:ext cx="171" cy="81"/>
                </a:xfrm>
                <a:custGeom>
                  <a:avLst/>
                  <a:gdLst>
                    <a:gd name="T0" fmla="*/ 0 w 170"/>
                    <a:gd name="T1" fmla="*/ 30 h 96"/>
                    <a:gd name="T2" fmla="*/ 28 w 170"/>
                    <a:gd name="T3" fmla="*/ 15 h 96"/>
                    <a:gd name="T4" fmla="*/ 56 w 170"/>
                    <a:gd name="T5" fmla="*/ 13 h 96"/>
                    <a:gd name="T6" fmla="*/ 80 w 170"/>
                    <a:gd name="T7" fmla="*/ 6 h 96"/>
                    <a:gd name="T8" fmla="*/ 64 w 170"/>
                    <a:gd name="T9" fmla="*/ 15 h 96"/>
                    <a:gd name="T10" fmla="*/ 127 w 170"/>
                    <a:gd name="T11" fmla="*/ 30 h 96"/>
                    <a:gd name="T12" fmla="*/ 163 w 170"/>
                    <a:gd name="T13" fmla="*/ 39 h 96"/>
                    <a:gd name="T14" fmla="*/ 119 w 170"/>
                    <a:gd name="T15" fmla="*/ 46 h 96"/>
                    <a:gd name="T16" fmla="*/ 91 w 170"/>
                    <a:gd name="T17" fmla="*/ 35 h 96"/>
                    <a:gd name="T18" fmla="*/ 76 w 170"/>
                    <a:gd name="T19" fmla="*/ 32 h 96"/>
                    <a:gd name="T20" fmla="*/ 24 w 170"/>
                    <a:gd name="T21" fmla="*/ 25 h 96"/>
                    <a:gd name="T22" fmla="*/ 0 w 170"/>
                    <a:gd name="T23" fmla="*/ 30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Freeform 35">
                  <a:extLst>
                    <a:ext uri="{FF2B5EF4-FFF2-40B4-BE49-F238E27FC236}">
                      <a16:creationId xmlns:a16="http://schemas.microsoft.com/office/drawing/2014/main" id="{54DD2BCE-036E-4812-8430-9CF95BC31DDE}"/>
                    </a:ext>
                  </a:extLst>
                </p:cNvPr>
                <p:cNvSpPr>
                  <a:spLocks/>
                </p:cNvSpPr>
                <p:nvPr userDrawn="1"/>
              </p:nvSpPr>
              <p:spPr bwMode="ltGray">
                <a:xfrm>
                  <a:off x="4867" y="460"/>
                  <a:ext cx="138" cy="37"/>
                </a:xfrm>
                <a:custGeom>
                  <a:avLst/>
                  <a:gdLst>
                    <a:gd name="T0" fmla="*/ 0 w 138"/>
                    <a:gd name="T1" fmla="*/ 0 h 44"/>
                    <a:gd name="T2" fmla="*/ 52 w 138"/>
                    <a:gd name="T3" fmla="*/ 3 h 44"/>
                    <a:gd name="T4" fmla="*/ 88 w 138"/>
                    <a:gd name="T5" fmla="*/ 14 h 44"/>
                    <a:gd name="T6" fmla="*/ 112 w 138"/>
                    <a:gd name="T7" fmla="*/ 12 h 44"/>
                    <a:gd name="T8" fmla="*/ 108 w 138"/>
                    <a:gd name="T9" fmla="*/ 26 h 44"/>
                    <a:gd name="T10" fmla="*/ 64 w 138"/>
                    <a:gd name="T11" fmla="*/ 24 h 44"/>
                    <a:gd name="T12" fmla="*/ 0 w 138"/>
                    <a:gd name="T13" fmla="*/ 21 h 44"/>
                    <a:gd name="T14" fmla="*/ 28 w 138"/>
                    <a:gd name="T15" fmla="*/ 12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Freeform 36">
                  <a:extLst>
                    <a:ext uri="{FF2B5EF4-FFF2-40B4-BE49-F238E27FC236}">
                      <a16:creationId xmlns:a16="http://schemas.microsoft.com/office/drawing/2014/main" id="{389935CB-D686-4BE1-948B-4571F98D295A}"/>
                    </a:ext>
                  </a:extLst>
                </p:cNvPr>
                <p:cNvSpPr>
                  <a:spLocks/>
                </p:cNvSpPr>
                <p:nvPr userDrawn="1"/>
              </p:nvSpPr>
              <p:spPr bwMode="ltGray">
                <a:xfrm>
                  <a:off x="4794" y="480"/>
                  <a:ext cx="56" cy="34"/>
                </a:xfrm>
                <a:custGeom>
                  <a:avLst/>
                  <a:gdLst>
                    <a:gd name="T0" fmla="*/ 17 w 57"/>
                    <a:gd name="T1" fmla="*/ 13 h 42"/>
                    <a:gd name="T2" fmla="*/ 34 w 57"/>
                    <a:gd name="T3" fmla="*/ 7 h 42"/>
                    <a:gd name="T4" fmla="*/ 17 w 57"/>
                    <a:gd name="T5" fmla="*/ 13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Freeform 37">
                  <a:extLst>
                    <a:ext uri="{FF2B5EF4-FFF2-40B4-BE49-F238E27FC236}">
                      <a16:creationId xmlns:a16="http://schemas.microsoft.com/office/drawing/2014/main" id="{29844C0A-5FE9-4DE6-90B5-5812069AA950}"/>
                    </a:ext>
                  </a:extLst>
                </p:cNvPr>
                <p:cNvSpPr>
                  <a:spLocks/>
                </p:cNvSpPr>
                <p:nvPr userDrawn="1"/>
              </p:nvSpPr>
              <p:spPr bwMode="ltGray">
                <a:xfrm>
                  <a:off x="4757" y="375"/>
                  <a:ext cx="37" cy="44"/>
                </a:xfrm>
                <a:custGeom>
                  <a:avLst/>
                  <a:gdLst>
                    <a:gd name="T0" fmla="*/ 16 w 39"/>
                    <a:gd name="T1" fmla="*/ 19 h 52"/>
                    <a:gd name="T2" fmla="*/ 16 w 39"/>
                    <a:gd name="T3" fmla="*/ 0 h 52"/>
                    <a:gd name="T4" fmla="*/ 16 w 39"/>
                    <a:gd name="T5" fmla="*/ 19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Freeform 38">
                  <a:extLst>
                    <a:ext uri="{FF2B5EF4-FFF2-40B4-BE49-F238E27FC236}">
                      <a16:creationId xmlns:a16="http://schemas.microsoft.com/office/drawing/2014/main" id="{078B9FDD-E5E0-46DC-BAFF-5F99F4AD3C2D}"/>
                    </a:ext>
                  </a:extLst>
                </p:cNvPr>
                <p:cNvSpPr>
                  <a:spLocks/>
                </p:cNvSpPr>
                <p:nvPr userDrawn="1"/>
              </p:nvSpPr>
              <p:spPr bwMode="ltGray">
                <a:xfrm>
                  <a:off x="5054" y="507"/>
                  <a:ext cx="45" cy="66"/>
                </a:xfrm>
                <a:custGeom>
                  <a:avLst/>
                  <a:gdLst>
                    <a:gd name="T0" fmla="*/ 4 w 44"/>
                    <a:gd name="T1" fmla="*/ 5 h 80"/>
                    <a:gd name="T2" fmla="*/ 20 w 44"/>
                    <a:gd name="T3" fmla="*/ 18 h 80"/>
                    <a:gd name="T4" fmla="*/ 27 w 44"/>
                    <a:gd name="T5" fmla="*/ 27 h 80"/>
                    <a:gd name="T6" fmla="*/ 39 w 44"/>
                    <a:gd name="T7" fmla="*/ 30 h 80"/>
                    <a:gd name="T8" fmla="*/ 27 w 44"/>
                    <a:gd name="T9" fmla="*/ 41 h 80"/>
                    <a:gd name="T10" fmla="*/ 0 w 44"/>
                    <a:gd name="T11" fmla="*/ 12 h 80"/>
                    <a:gd name="T12" fmla="*/ 4 w 44"/>
                    <a:gd name="T13" fmla="*/ 5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Freeform 39">
                  <a:extLst>
                    <a:ext uri="{FF2B5EF4-FFF2-40B4-BE49-F238E27FC236}">
                      <a16:creationId xmlns:a16="http://schemas.microsoft.com/office/drawing/2014/main" id="{060FA077-7FED-416E-994F-E584982A613E}"/>
                    </a:ext>
                  </a:extLst>
                </p:cNvPr>
                <p:cNvSpPr>
                  <a:spLocks/>
                </p:cNvSpPr>
                <p:nvPr userDrawn="1"/>
              </p:nvSpPr>
              <p:spPr bwMode="ltGray">
                <a:xfrm>
                  <a:off x="4260" y="6"/>
                  <a:ext cx="480" cy="100"/>
                </a:xfrm>
                <a:custGeom>
                  <a:avLst/>
                  <a:gdLst>
                    <a:gd name="T0" fmla="*/ 722 w 323"/>
                    <a:gd name="T1" fmla="*/ 5 h 64"/>
                    <a:gd name="T2" fmla="*/ 758 w 323"/>
                    <a:gd name="T3" fmla="*/ 31 h 64"/>
                    <a:gd name="T4" fmla="*/ 771 w 323"/>
                    <a:gd name="T5" fmla="*/ 0 h 64"/>
                    <a:gd name="T6" fmla="*/ 871 w 323"/>
                    <a:gd name="T7" fmla="*/ 0 h 64"/>
                    <a:gd name="T8" fmla="*/ 944 w 323"/>
                    <a:gd name="T9" fmla="*/ 66 h 64"/>
                    <a:gd name="T10" fmla="*/ 1046 w 323"/>
                    <a:gd name="T11" fmla="*/ 39 h 64"/>
                    <a:gd name="T12" fmla="*/ 1031 w 323"/>
                    <a:gd name="T13" fmla="*/ 109 h 64"/>
                    <a:gd name="T14" fmla="*/ 978 w 323"/>
                    <a:gd name="T15" fmla="*/ 177 h 64"/>
                    <a:gd name="T16" fmla="*/ 967 w 323"/>
                    <a:gd name="T17" fmla="*/ 109 h 64"/>
                    <a:gd name="T18" fmla="*/ 944 w 323"/>
                    <a:gd name="T19" fmla="*/ 117 h 64"/>
                    <a:gd name="T20" fmla="*/ 917 w 323"/>
                    <a:gd name="T21" fmla="*/ 109 h 64"/>
                    <a:gd name="T22" fmla="*/ 863 w 323"/>
                    <a:gd name="T23" fmla="*/ 81 h 64"/>
                    <a:gd name="T24" fmla="*/ 749 w 323"/>
                    <a:gd name="T25" fmla="*/ 144 h 64"/>
                    <a:gd name="T26" fmla="*/ 660 w 323"/>
                    <a:gd name="T27" fmla="*/ 169 h 64"/>
                    <a:gd name="T28" fmla="*/ 695 w 323"/>
                    <a:gd name="T29" fmla="*/ 217 h 64"/>
                    <a:gd name="T30" fmla="*/ 617 w 323"/>
                    <a:gd name="T31" fmla="*/ 239 h 64"/>
                    <a:gd name="T32" fmla="*/ 554 w 323"/>
                    <a:gd name="T33" fmla="*/ 231 h 64"/>
                    <a:gd name="T34" fmla="*/ 581 w 323"/>
                    <a:gd name="T35" fmla="*/ 217 h 64"/>
                    <a:gd name="T36" fmla="*/ 560 w 323"/>
                    <a:gd name="T37" fmla="*/ 153 h 64"/>
                    <a:gd name="T38" fmla="*/ 554 w 323"/>
                    <a:gd name="T39" fmla="*/ 117 h 64"/>
                    <a:gd name="T40" fmla="*/ 519 w 323"/>
                    <a:gd name="T41" fmla="*/ 88 h 64"/>
                    <a:gd name="T42" fmla="*/ 467 w 323"/>
                    <a:gd name="T43" fmla="*/ 103 h 64"/>
                    <a:gd name="T44" fmla="*/ 440 w 323"/>
                    <a:gd name="T45" fmla="*/ 103 h 64"/>
                    <a:gd name="T46" fmla="*/ 404 w 323"/>
                    <a:gd name="T47" fmla="*/ 95 h 64"/>
                    <a:gd name="T48" fmla="*/ 272 w 323"/>
                    <a:gd name="T49" fmla="*/ 8 h 64"/>
                    <a:gd name="T50" fmla="*/ 195 w 323"/>
                    <a:gd name="T51" fmla="*/ 53 h 64"/>
                    <a:gd name="T52" fmla="*/ 1 w 323"/>
                    <a:gd name="T53" fmla="*/ 0 h 64"/>
                    <a:gd name="T54" fmla="*/ 722 w 323"/>
                    <a:gd name="T55" fmla="*/ 5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Freeform 40">
                  <a:extLst>
                    <a:ext uri="{FF2B5EF4-FFF2-40B4-BE49-F238E27FC236}">
                      <a16:creationId xmlns:a16="http://schemas.microsoft.com/office/drawing/2014/main" id="{69C43C41-4DE3-4923-8A72-7A39A35B05F7}"/>
                    </a:ext>
                  </a:extLst>
                </p:cNvPr>
                <p:cNvSpPr>
                  <a:spLocks/>
                </p:cNvSpPr>
                <p:nvPr userDrawn="1"/>
              </p:nvSpPr>
              <p:spPr bwMode="ltGray">
                <a:xfrm>
                  <a:off x="3835" y="3"/>
                  <a:ext cx="446" cy="49"/>
                </a:xfrm>
                <a:custGeom>
                  <a:avLst/>
                  <a:gdLst>
                    <a:gd name="T0" fmla="*/ 345 w 300"/>
                    <a:gd name="T1" fmla="*/ 122 h 31"/>
                    <a:gd name="T2" fmla="*/ 100 w 300"/>
                    <a:gd name="T3" fmla="*/ 5 h 31"/>
                    <a:gd name="T4" fmla="*/ 937 w 300"/>
                    <a:gd name="T5" fmla="*/ 0 h 31"/>
                    <a:gd name="T6" fmla="*/ 972 w 300"/>
                    <a:gd name="T7" fmla="*/ 55 h 31"/>
                    <a:gd name="T8" fmla="*/ 867 w 300"/>
                    <a:gd name="T9" fmla="*/ 63 h 31"/>
                    <a:gd name="T10" fmla="*/ 345 w 300"/>
                    <a:gd name="T11" fmla="*/ 122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Freeform 41">
                  <a:extLst>
                    <a:ext uri="{FF2B5EF4-FFF2-40B4-BE49-F238E27FC236}">
                      <a16:creationId xmlns:a16="http://schemas.microsoft.com/office/drawing/2014/main" id="{87F22F10-98E3-4A58-9959-472AD4D4FEF5}"/>
                    </a:ext>
                  </a:extLst>
                </p:cNvPr>
                <p:cNvSpPr>
                  <a:spLocks/>
                </p:cNvSpPr>
                <p:nvPr userDrawn="1"/>
              </p:nvSpPr>
              <p:spPr bwMode="ltGray">
                <a:xfrm>
                  <a:off x="2853" y="74"/>
                  <a:ext cx="42" cy="25"/>
                </a:xfrm>
                <a:custGeom>
                  <a:avLst/>
                  <a:gdLst>
                    <a:gd name="T0" fmla="*/ 0 w 41"/>
                    <a:gd name="T1" fmla="*/ 16 h 29"/>
                    <a:gd name="T2" fmla="*/ 12 w 41"/>
                    <a:gd name="T3" fmla="*/ 19 h 29"/>
                    <a:gd name="T4" fmla="*/ 0 w 41"/>
                    <a:gd name="T5" fmla="*/ 16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Freeform 42">
                  <a:extLst>
                    <a:ext uri="{FF2B5EF4-FFF2-40B4-BE49-F238E27FC236}">
                      <a16:creationId xmlns:a16="http://schemas.microsoft.com/office/drawing/2014/main" id="{39DF3EA9-D7BB-42CC-8F95-D859A55424D1}"/>
                    </a:ext>
                  </a:extLst>
                </p:cNvPr>
                <p:cNvSpPr>
                  <a:spLocks/>
                </p:cNvSpPr>
                <p:nvPr userDrawn="1"/>
              </p:nvSpPr>
              <p:spPr bwMode="ltGray">
                <a:xfrm>
                  <a:off x="1704" y="3"/>
                  <a:ext cx="1022" cy="372"/>
                </a:xfrm>
                <a:custGeom>
                  <a:avLst/>
                  <a:gdLst>
                    <a:gd name="T0" fmla="*/ 940 w 436"/>
                    <a:gd name="T1" fmla="*/ 12 h 152"/>
                    <a:gd name="T2" fmla="*/ 5616 w 436"/>
                    <a:gd name="T3" fmla="*/ 0 h 152"/>
                    <a:gd name="T4" fmla="*/ 5356 w 436"/>
                    <a:gd name="T5" fmla="*/ 791 h 152"/>
                    <a:gd name="T6" fmla="*/ 5115 w 436"/>
                    <a:gd name="T7" fmla="*/ 994 h 152"/>
                    <a:gd name="T8" fmla="*/ 5049 w 436"/>
                    <a:gd name="T9" fmla="*/ 1025 h 152"/>
                    <a:gd name="T10" fmla="*/ 4829 w 436"/>
                    <a:gd name="T11" fmla="*/ 1072 h 152"/>
                    <a:gd name="T12" fmla="*/ 4648 w 436"/>
                    <a:gd name="T13" fmla="*/ 1287 h 152"/>
                    <a:gd name="T14" fmla="*/ 4665 w 436"/>
                    <a:gd name="T15" fmla="*/ 1449 h 152"/>
                    <a:gd name="T16" fmla="*/ 4686 w 436"/>
                    <a:gd name="T17" fmla="*/ 1569 h 152"/>
                    <a:gd name="T18" fmla="*/ 4714 w 436"/>
                    <a:gd name="T19" fmla="*/ 1659 h 152"/>
                    <a:gd name="T20" fmla="*/ 4665 w 436"/>
                    <a:gd name="T21" fmla="*/ 1791 h 152"/>
                    <a:gd name="T22" fmla="*/ 4522 w 436"/>
                    <a:gd name="T23" fmla="*/ 1762 h 152"/>
                    <a:gd name="T24" fmla="*/ 4407 w 436"/>
                    <a:gd name="T25" fmla="*/ 1892 h 152"/>
                    <a:gd name="T26" fmla="*/ 4468 w 436"/>
                    <a:gd name="T27" fmla="*/ 1539 h 152"/>
                    <a:gd name="T28" fmla="*/ 4351 w 436"/>
                    <a:gd name="T29" fmla="*/ 1468 h 152"/>
                    <a:gd name="T30" fmla="*/ 4428 w 436"/>
                    <a:gd name="T31" fmla="*/ 1366 h 152"/>
                    <a:gd name="T32" fmla="*/ 4407 w 436"/>
                    <a:gd name="T33" fmla="*/ 1307 h 152"/>
                    <a:gd name="T34" fmla="*/ 4121 w 436"/>
                    <a:gd name="T35" fmla="*/ 1378 h 152"/>
                    <a:gd name="T36" fmla="*/ 4083 w 436"/>
                    <a:gd name="T37" fmla="*/ 1246 h 152"/>
                    <a:gd name="T38" fmla="*/ 3823 w 436"/>
                    <a:gd name="T39" fmla="*/ 1378 h 152"/>
                    <a:gd name="T40" fmla="*/ 4121 w 436"/>
                    <a:gd name="T41" fmla="*/ 1510 h 152"/>
                    <a:gd name="T42" fmla="*/ 3929 w 436"/>
                    <a:gd name="T43" fmla="*/ 1713 h 152"/>
                    <a:gd name="T44" fmla="*/ 4006 w 436"/>
                    <a:gd name="T45" fmla="*/ 1845 h 152"/>
                    <a:gd name="T46" fmla="*/ 4055 w 436"/>
                    <a:gd name="T47" fmla="*/ 2024 h 152"/>
                    <a:gd name="T48" fmla="*/ 3978 w 436"/>
                    <a:gd name="T49" fmla="*/ 2036 h 152"/>
                    <a:gd name="T50" fmla="*/ 4043 w 436"/>
                    <a:gd name="T51" fmla="*/ 2107 h 152"/>
                    <a:gd name="T52" fmla="*/ 3957 w 436"/>
                    <a:gd name="T53" fmla="*/ 2227 h 152"/>
                    <a:gd name="T54" fmla="*/ 0 w 436"/>
                    <a:gd name="T55" fmla="*/ 2186 h 152"/>
                    <a:gd name="T56" fmla="*/ 940 w 436"/>
                    <a:gd name="T57" fmla="*/ 12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Freeform 43">
                  <a:extLst>
                    <a:ext uri="{FF2B5EF4-FFF2-40B4-BE49-F238E27FC236}">
                      <a16:creationId xmlns:a16="http://schemas.microsoft.com/office/drawing/2014/main" id="{32D1AADA-AF4F-483E-8F37-07F5A990CA7E}"/>
                    </a:ext>
                  </a:extLst>
                </p:cNvPr>
                <p:cNvSpPr>
                  <a:spLocks/>
                </p:cNvSpPr>
                <p:nvPr userDrawn="1"/>
              </p:nvSpPr>
              <p:spPr bwMode="ltGray">
                <a:xfrm>
                  <a:off x="2729" y="-9"/>
                  <a:ext cx="47" cy="134"/>
                </a:xfrm>
                <a:custGeom>
                  <a:avLst/>
                  <a:gdLst>
                    <a:gd name="T0" fmla="*/ 5 w 47"/>
                    <a:gd name="T1" fmla="*/ 84 h 165"/>
                    <a:gd name="T2" fmla="*/ 15 w 47"/>
                    <a:gd name="T3" fmla="*/ 58 h 165"/>
                    <a:gd name="T4" fmla="*/ 17 w 47"/>
                    <a:gd name="T5" fmla="*/ 37 h 165"/>
                    <a:gd name="T6" fmla="*/ 11 w 47"/>
                    <a:gd name="T7" fmla="*/ 21 h 165"/>
                    <a:gd name="T8" fmla="*/ 17 w 47"/>
                    <a:gd name="T9" fmla="*/ 6 h 165"/>
                    <a:gd name="T10" fmla="*/ 21 w 47"/>
                    <a:gd name="T11" fmla="*/ 0 h 165"/>
                    <a:gd name="T12" fmla="*/ 31 w 47"/>
                    <a:gd name="T13" fmla="*/ 15 h 165"/>
                    <a:gd name="T14" fmla="*/ 47 w 47"/>
                    <a:gd name="T15" fmla="*/ 53 h 165"/>
                    <a:gd name="T16" fmla="*/ 31 w 47"/>
                    <a:gd name="T17" fmla="*/ 58 h 165"/>
                    <a:gd name="T18" fmla="*/ 23 w 47"/>
                    <a:gd name="T19" fmla="*/ 67 h 165"/>
                    <a:gd name="T20" fmla="*/ 21 w 47"/>
                    <a:gd name="T21" fmla="*/ 71 h 165"/>
                    <a:gd name="T22" fmla="*/ 27 w 47"/>
                    <a:gd name="T23" fmla="*/ 72 h 165"/>
                    <a:gd name="T24" fmla="*/ 31 w 47"/>
                    <a:gd name="T25" fmla="*/ 79 h 165"/>
                    <a:gd name="T26" fmla="*/ 13 w 47"/>
                    <a:gd name="T27" fmla="*/ 79 h 165"/>
                    <a:gd name="T28" fmla="*/ 7 w 47"/>
                    <a:gd name="T29" fmla="*/ 86 h 165"/>
                    <a:gd name="T30" fmla="*/ 3 w 47"/>
                    <a:gd name="T31" fmla="*/ 83 h 165"/>
                    <a:gd name="T32" fmla="*/ 5 w 47"/>
                    <a:gd name="T33" fmla="*/ 84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Freeform 44">
                  <a:extLst>
                    <a:ext uri="{FF2B5EF4-FFF2-40B4-BE49-F238E27FC236}">
                      <a16:creationId xmlns:a16="http://schemas.microsoft.com/office/drawing/2014/main" id="{67420ADA-3FA2-4DC3-8345-E4A6980C2B41}"/>
                    </a:ext>
                  </a:extLst>
                </p:cNvPr>
                <p:cNvSpPr>
                  <a:spLocks/>
                </p:cNvSpPr>
                <p:nvPr userDrawn="1"/>
              </p:nvSpPr>
              <p:spPr bwMode="ltGray">
                <a:xfrm>
                  <a:off x="2701" y="103"/>
                  <a:ext cx="138" cy="84"/>
                </a:xfrm>
                <a:custGeom>
                  <a:avLst/>
                  <a:gdLst>
                    <a:gd name="T0" fmla="*/ 26 w 138"/>
                    <a:gd name="T1" fmla="*/ 33 h 103"/>
                    <a:gd name="T2" fmla="*/ 30 w 138"/>
                    <a:gd name="T3" fmla="*/ 24 h 103"/>
                    <a:gd name="T4" fmla="*/ 50 w 138"/>
                    <a:gd name="T5" fmla="*/ 18 h 103"/>
                    <a:gd name="T6" fmla="*/ 54 w 138"/>
                    <a:gd name="T7" fmla="*/ 24 h 103"/>
                    <a:gd name="T8" fmla="*/ 66 w 138"/>
                    <a:gd name="T9" fmla="*/ 27 h 103"/>
                    <a:gd name="T10" fmla="*/ 80 w 138"/>
                    <a:gd name="T11" fmla="*/ 30 h 103"/>
                    <a:gd name="T12" fmla="*/ 116 w 138"/>
                    <a:gd name="T13" fmla="*/ 18 h 103"/>
                    <a:gd name="T14" fmla="*/ 130 w 138"/>
                    <a:gd name="T15" fmla="*/ 9 h 103"/>
                    <a:gd name="T16" fmla="*/ 138 w 138"/>
                    <a:gd name="T17" fmla="*/ 6 h 103"/>
                    <a:gd name="T18" fmla="*/ 106 w 138"/>
                    <a:gd name="T19" fmla="*/ 27 h 103"/>
                    <a:gd name="T20" fmla="*/ 84 w 138"/>
                    <a:gd name="T21" fmla="*/ 37 h 103"/>
                    <a:gd name="T22" fmla="*/ 66 w 138"/>
                    <a:gd name="T23" fmla="*/ 44 h 103"/>
                    <a:gd name="T24" fmla="*/ 48 w 138"/>
                    <a:gd name="T25" fmla="*/ 56 h 103"/>
                    <a:gd name="T26" fmla="*/ 26 w 138"/>
                    <a:gd name="T27" fmla="*/ 49 h 103"/>
                    <a:gd name="T28" fmla="*/ 20 w 138"/>
                    <a:gd name="T29" fmla="*/ 47 h 103"/>
                    <a:gd name="T30" fmla="*/ 22 w 138"/>
                    <a:gd name="T31" fmla="*/ 52 h 103"/>
                    <a:gd name="T32" fmla="*/ 0 w 138"/>
                    <a:gd name="T33" fmla="*/ 52 h 103"/>
                    <a:gd name="T34" fmla="*/ 10 w 138"/>
                    <a:gd name="T35" fmla="*/ 42 h 103"/>
                    <a:gd name="T36" fmla="*/ 26 w 138"/>
                    <a:gd name="T37" fmla="*/ 33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Freeform 45">
                  <a:extLst>
                    <a:ext uri="{FF2B5EF4-FFF2-40B4-BE49-F238E27FC236}">
                      <a16:creationId xmlns:a16="http://schemas.microsoft.com/office/drawing/2014/main" id="{F3C50515-FA15-48B0-A4C2-5D14D563A65B}"/>
                    </a:ext>
                  </a:extLst>
                </p:cNvPr>
                <p:cNvSpPr>
                  <a:spLocks/>
                </p:cNvSpPr>
                <p:nvPr userDrawn="1"/>
              </p:nvSpPr>
              <p:spPr bwMode="ltGray">
                <a:xfrm>
                  <a:off x="2553" y="182"/>
                  <a:ext cx="187" cy="176"/>
                </a:xfrm>
                <a:custGeom>
                  <a:avLst/>
                  <a:gdLst>
                    <a:gd name="T0" fmla="*/ 155 w 188"/>
                    <a:gd name="T1" fmla="*/ 13 h 214"/>
                    <a:gd name="T2" fmla="*/ 157 w 188"/>
                    <a:gd name="T3" fmla="*/ 3 h 214"/>
                    <a:gd name="T4" fmla="*/ 167 w 188"/>
                    <a:gd name="T5" fmla="*/ 0 h 214"/>
                    <a:gd name="T6" fmla="*/ 179 w 188"/>
                    <a:gd name="T7" fmla="*/ 13 h 214"/>
                    <a:gd name="T8" fmla="*/ 185 w 188"/>
                    <a:gd name="T9" fmla="*/ 24 h 214"/>
                    <a:gd name="T10" fmla="*/ 175 w 188"/>
                    <a:gd name="T11" fmla="*/ 32 h 214"/>
                    <a:gd name="T12" fmla="*/ 167 w 188"/>
                    <a:gd name="T13" fmla="*/ 43 h 214"/>
                    <a:gd name="T14" fmla="*/ 159 w 188"/>
                    <a:gd name="T15" fmla="*/ 71 h 214"/>
                    <a:gd name="T16" fmla="*/ 141 w 188"/>
                    <a:gd name="T17" fmla="*/ 76 h 214"/>
                    <a:gd name="T18" fmla="*/ 117 w 188"/>
                    <a:gd name="T19" fmla="*/ 76 h 214"/>
                    <a:gd name="T20" fmla="*/ 109 w 188"/>
                    <a:gd name="T21" fmla="*/ 69 h 214"/>
                    <a:gd name="T22" fmla="*/ 99 w 188"/>
                    <a:gd name="T23" fmla="*/ 81 h 214"/>
                    <a:gd name="T24" fmla="*/ 90 w 188"/>
                    <a:gd name="T25" fmla="*/ 83 h 214"/>
                    <a:gd name="T26" fmla="*/ 80 w 188"/>
                    <a:gd name="T27" fmla="*/ 74 h 214"/>
                    <a:gd name="T28" fmla="*/ 58 w 188"/>
                    <a:gd name="T29" fmla="*/ 80 h 214"/>
                    <a:gd name="T30" fmla="*/ 76 w 188"/>
                    <a:gd name="T31" fmla="*/ 79 h 214"/>
                    <a:gd name="T32" fmla="*/ 78 w 188"/>
                    <a:gd name="T33" fmla="*/ 90 h 214"/>
                    <a:gd name="T34" fmla="*/ 58 w 188"/>
                    <a:gd name="T35" fmla="*/ 93 h 214"/>
                    <a:gd name="T36" fmla="*/ 34 w 188"/>
                    <a:gd name="T37" fmla="*/ 93 h 214"/>
                    <a:gd name="T38" fmla="*/ 36 w 188"/>
                    <a:gd name="T39" fmla="*/ 86 h 214"/>
                    <a:gd name="T40" fmla="*/ 46 w 188"/>
                    <a:gd name="T41" fmla="*/ 80 h 214"/>
                    <a:gd name="T42" fmla="*/ 34 w 188"/>
                    <a:gd name="T43" fmla="*/ 82 h 214"/>
                    <a:gd name="T44" fmla="*/ 26 w 188"/>
                    <a:gd name="T45" fmla="*/ 93 h 214"/>
                    <a:gd name="T46" fmla="*/ 30 w 188"/>
                    <a:gd name="T47" fmla="*/ 105 h 214"/>
                    <a:gd name="T48" fmla="*/ 14 w 188"/>
                    <a:gd name="T49" fmla="*/ 111 h 214"/>
                    <a:gd name="T50" fmla="*/ 0 w 188"/>
                    <a:gd name="T51" fmla="*/ 119 h 214"/>
                    <a:gd name="T52" fmla="*/ 8 w 188"/>
                    <a:gd name="T53" fmla="*/ 104 h 214"/>
                    <a:gd name="T54" fmla="*/ 0 w 188"/>
                    <a:gd name="T55" fmla="*/ 91 h 214"/>
                    <a:gd name="T56" fmla="*/ 14 w 188"/>
                    <a:gd name="T57" fmla="*/ 85 h 214"/>
                    <a:gd name="T58" fmla="*/ 32 w 188"/>
                    <a:gd name="T59" fmla="*/ 74 h 214"/>
                    <a:gd name="T60" fmla="*/ 44 w 188"/>
                    <a:gd name="T61" fmla="*/ 66 h 214"/>
                    <a:gd name="T62" fmla="*/ 72 w 188"/>
                    <a:gd name="T63" fmla="*/ 64 h 214"/>
                    <a:gd name="T64" fmla="*/ 84 w 188"/>
                    <a:gd name="T65" fmla="*/ 63 h 214"/>
                    <a:gd name="T66" fmla="*/ 111 w 188"/>
                    <a:gd name="T67" fmla="*/ 44 h 214"/>
                    <a:gd name="T68" fmla="*/ 117 w 188"/>
                    <a:gd name="T69" fmla="*/ 52 h 214"/>
                    <a:gd name="T70" fmla="*/ 129 w 188"/>
                    <a:gd name="T71" fmla="*/ 43 h 214"/>
                    <a:gd name="T72" fmla="*/ 147 w 188"/>
                    <a:gd name="T73" fmla="*/ 30 h 214"/>
                    <a:gd name="T74" fmla="*/ 151 w 188"/>
                    <a:gd name="T75" fmla="*/ 24 h 214"/>
                    <a:gd name="T76" fmla="*/ 145 w 188"/>
                    <a:gd name="T77" fmla="*/ 21 h 214"/>
                    <a:gd name="T78" fmla="*/ 149 w 188"/>
                    <a:gd name="T79" fmla="*/ 17 h 214"/>
                    <a:gd name="T80" fmla="*/ 155 w 188"/>
                    <a:gd name="T81" fmla="*/ 13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Freeform 46">
                  <a:extLst>
                    <a:ext uri="{FF2B5EF4-FFF2-40B4-BE49-F238E27FC236}">
                      <a16:creationId xmlns:a16="http://schemas.microsoft.com/office/drawing/2014/main" id="{32DB67C7-8663-40BE-826A-1C13E259B9B6}"/>
                    </a:ext>
                  </a:extLst>
                </p:cNvPr>
                <p:cNvSpPr>
                  <a:spLocks/>
                </p:cNvSpPr>
                <p:nvPr userDrawn="1"/>
              </p:nvSpPr>
              <p:spPr bwMode="ltGray">
                <a:xfrm>
                  <a:off x="2677" y="233"/>
                  <a:ext cx="14" cy="10"/>
                </a:xfrm>
                <a:custGeom>
                  <a:avLst/>
                  <a:gdLst>
                    <a:gd name="T0" fmla="*/ 0 w 13"/>
                    <a:gd name="T1" fmla="*/ 4 h 13"/>
                    <a:gd name="T2" fmla="*/ 4 w 13"/>
                    <a:gd name="T3" fmla="*/ 6 h 13"/>
                    <a:gd name="T4" fmla="*/ 0 w 13"/>
                    <a:gd name="T5" fmla="*/ 4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Freeform 47">
                  <a:extLst>
                    <a:ext uri="{FF2B5EF4-FFF2-40B4-BE49-F238E27FC236}">
                      <a16:creationId xmlns:a16="http://schemas.microsoft.com/office/drawing/2014/main" id="{58FC2C3F-49EF-49F0-87D4-5E6F333DC942}"/>
                    </a:ext>
                  </a:extLst>
                </p:cNvPr>
                <p:cNvSpPr>
                  <a:spLocks/>
                </p:cNvSpPr>
                <p:nvPr userDrawn="1"/>
              </p:nvSpPr>
              <p:spPr bwMode="ltGray">
                <a:xfrm>
                  <a:off x="1627" y="353"/>
                  <a:ext cx="813" cy="462"/>
                </a:xfrm>
                <a:custGeom>
                  <a:avLst/>
                  <a:gdLst>
                    <a:gd name="T0" fmla="*/ 815 w 812"/>
                    <a:gd name="T1" fmla="*/ 14 h 564"/>
                    <a:gd name="T2" fmla="*/ 781 w 812"/>
                    <a:gd name="T3" fmla="*/ 43 h 564"/>
                    <a:gd name="T4" fmla="*/ 751 w 812"/>
                    <a:gd name="T5" fmla="*/ 67 h 564"/>
                    <a:gd name="T6" fmla="*/ 725 w 812"/>
                    <a:gd name="T7" fmla="*/ 78 h 564"/>
                    <a:gd name="T8" fmla="*/ 637 w 812"/>
                    <a:gd name="T9" fmla="*/ 98 h 564"/>
                    <a:gd name="T10" fmla="*/ 635 w 812"/>
                    <a:gd name="T11" fmla="*/ 116 h 564"/>
                    <a:gd name="T12" fmla="*/ 607 w 812"/>
                    <a:gd name="T13" fmla="*/ 126 h 564"/>
                    <a:gd name="T14" fmla="*/ 623 w 812"/>
                    <a:gd name="T15" fmla="*/ 98 h 564"/>
                    <a:gd name="T16" fmla="*/ 579 w 812"/>
                    <a:gd name="T17" fmla="*/ 103 h 564"/>
                    <a:gd name="T18" fmla="*/ 559 w 812"/>
                    <a:gd name="T19" fmla="*/ 120 h 564"/>
                    <a:gd name="T20" fmla="*/ 599 w 812"/>
                    <a:gd name="T21" fmla="*/ 154 h 564"/>
                    <a:gd name="T22" fmla="*/ 597 w 812"/>
                    <a:gd name="T23" fmla="*/ 202 h 564"/>
                    <a:gd name="T24" fmla="*/ 545 w 812"/>
                    <a:gd name="T25" fmla="*/ 224 h 564"/>
                    <a:gd name="T26" fmla="*/ 525 w 812"/>
                    <a:gd name="T27" fmla="*/ 212 h 564"/>
                    <a:gd name="T28" fmla="*/ 485 w 812"/>
                    <a:gd name="T29" fmla="*/ 191 h 564"/>
                    <a:gd name="T30" fmla="*/ 465 w 812"/>
                    <a:gd name="T31" fmla="*/ 191 h 564"/>
                    <a:gd name="T32" fmla="*/ 453 w 812"/>
                    <a:gd name="T33" fmla="*/ 217 h 564"/>
                    <a:gd name="T34" fmla="*/ 503 w 812"/>
                    <a:gd name="T35" fmla="*/ 255 h 564"/>
                    <a:gd name="T36" fmla="*/ 513 w 812"/>
                    <a:gd name="T37" fmla="*/ 288 h 564"/>
                    <a:gd name="T38" fmla="*/ 529 w 812"/>
                    <a:gd name="T39" fmla="*/ 308 h 564"/>
                    <a:gd name="T40" fmla="*/ 495 w 812"/>
                    <a:gd name="T41" fmla="*/ 299 h 564"/>
                    <a:gd name="T42" fmla="*/ 473 w 812"/>
                    <a:gd name="T43" fmla="*/ 284 h 564"/>
                    <a:gd name="T44" fmla="*/ 425 w 812"/>
                    <a:gd name="T45" fmla="*/ 233 h 564"/>
                    <a:gd name="T46" fmla="*/ 429 w 812"/>
                    <a:gd name="T47" fmla="*/ 170 h 564"/>
                    <a:gd name="T48" fmla="*/ 425 w 812"/>
                    <a:gd name="T49" fmla="*/ 147 h 564"/>
                    <a:gd name="T50" fmla="*/ 415 w 812"/>
                    <a:gd name="T51" fmla="*/ 152 h 564"/>
                    <a:gd name="T52" fmla="*/ 386 w 812"/>
                    <a:gd name="T53" fmla="*/ 147 h 564"/>
                    <a:gd name="T54" fmla="*/ 360 w 812"/>
                    <a:gd name="T55" fmla="*/ 93 h 564"/>
                    <a:gd name="T56" fmla="*/ 330 w 812"/>
                    <a:gd name="T57" fmla="*/ 91 h 564"/>
                    <a:gd name="T58" fmla="*/ 288 w 812"/>
                    <a:gd name="T59" fmla="*/ 95 h 564"/>
                    <a:gd name="T60" fmla="*/ 242 w 812"/>
                    <a:gd name="T61" fmla="*/ 128 h 564"/>
                    <a:gd name="T62" fmla="*/ 196 w 812"/>
                    <a:gd name="T63" fmla="*/ 147 h 564"/>
                    <a:gd name="T64" fmla="*/ 184 w 812"/>
                    <a:gd name="T65" fmla="*/ 150 h 564"/>
                    <a:gd name="T66" fmla="*/ 160 w 812"/>
                    <a:gd name="T67" fmla="*/ 180 h 564"/>
                    <a:gd name="T68" fmla="*/ 152 w 812"/>
                    <a:gd name="T69" fmla="*/ 195 h 564"/>
                    <a:gd name="T70" fmla="*/ 128 w 812"/>
                    <a:gd name="T71" fmla="*/ 222 h 564"/>
                    <a:gd name="T72" fmla="*/ 94 w 812"/>
                    <a:gd name="T73" fmla="*/ 215 h 564"/>
                    <a:gd name="T74" fmla="*/ 66 w 812"/>
                    <a:gd name="T75" fmla="*/ 142 h 564"/>
                    <a:gd name="T76" fmla="*/ 72 w 812"/>
                    <a:gd name="T77" fmla="*/ 86 h 564"/>
                    <a:gd name="T78" fmla="*/ 44 w 812"/>
                    <a:gd name="T79" fmla="*/ 98 h 564"/>
                    <a:gd name="T80" fmla="*/ 20 w 812"/>
                    <a:gd name="T81" fmla="*/ 83 h 564"/>
                    <a:gd name="T82" fmla="*/ 24 w 812"/>
                    <a:gd name="T83" fmla="*/ 76 h 564"/>
                    <a:gd name="T84" fmla="*/ 0 w 812"/>
                    <a:gd name="T85" fmla="*/ 50 h 564"/>
                    <a:gd name="T86" fmla="*/ 801 w 812"/>
                    <a:gd name="T87" fmla="*/ 3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Freeform 48">
                  <a:extLst>
                    <a:ext uri="{FF2B5EF4-FFF2-40B4-BE49-F238E27FC236}">
                      <a16:creationId xmlns:a16="http://schemas.microsoft.com/office/drawing/2014/main" id="{03A7F7E1-C2CF-4CC8-A00C-62EC8A0983A7}"/>
                    </a:ext>
                  </a:extLst>
                </p:cNvPr>
                <p:cNvSpPr>
                  <a:spLocks/>
                </p:cNvSpPr>
                <p:nvPr userDrawn="1"/>
              </p:nvSpPr>
              <p:spPr bwMode="ltGray">
                <a:xfrm>
                  <a:off x="1770" y="671"/>
                  <a:ext cx="45" cy="71"/>
                </a:xfrm>
                <a:custGeom>
                  <a:avLst/>
                  <a:gdLst>
                    <a:gd name="T0" fmla="*/ 7 w 43"/>
                    <a:gd name="T1" fmla="*/ 7 h 85"/>
                    <a:gd name="T2" fmla="*/ 20 w 43"/>
                    <a:gd name="T3" fmla="*/ 3 h 85"/>
                    <a:gd name="T4" fmla="*/ 43 w 43"/>
                    <a:gd name="T5" fmla="*/ 19 h 85"/>
                    <a:gd name="T6" fmla="*/ 22 w 43"/>
                    <a:gd name="T7" fmla="*/ 49 h 85"/>
                    <a:gd name="T8" fmla="*/ 1 w 43"/>
                    <a:gd name="T9" fmla="*/ 40 h 85"/>
                    <a:gd name="T10" fmla="*/ 7 w 43"/>
                    <a:gd name="T11" fmla="*/ 7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Freeform 49">
                  <a:extLst>
                    <a:ext uri="{FF2B5EF4-FFF2-40B4-BE49-F238E27FC236}">
                      <a16:creationId xmlns:a16="http://schemas.microsoft.com/office/drawing/2014/main" id="{2CB082F7-AB57-4799-8E16-A2580EA3EA80}"/>
                    </a:ext>
                  </a:extLst>
                </p:cNvPr>
                <p:cNvSpPr>
                  <a:spLocks/>
                </p:cNvSpPr>
                <p:nvPr userDrawn="1"/>
              </p:nvSpPr>
              <p:spPr bwMode="ltGray">
                <a:xfrm>
                  <a:off x="2394" y="431"/>
                  <a:ext cx="42" cy="59"/>
                </a:xfrm>
                <a:custGeom>
                  <a:avLst/>
                  <a:gdLst>
                    <a:gd name="T0" fmla="*/ 11 w 44"/>
                    <a:gd name="T1" fmla="*/ 14 h 74"/>
                    <a:gd name="T2" fmla="*/ 26 w 44"/>
                    <a:gd name="T3" fmla="*/ 2 h 74"/>
                    <a:gd name="T4" fmla="*/ 37 w 44"/>
                    <a:gd name="T5" fmla="*/ 2 h 74"/>
                    <a:gd name="T6" fmla="*/ 33 w 44"/>
                    <a:gd name="T7" fmla="*/ 14 h 74"/>
                    <a:gd name="T8" fmla="*/ 11 w 44"/>
                    <a:gd name="T9" fmla="*/ 37 h 74"/>
                    <a:gd name="T10" fmla="*/ 7 w 44"/>
                    <a:gd name="T11" fmla="*/ 30 h 74"/>
                    <a:gd name="T12" fmla="*/ 3 w 44"/>
                    <a:gd name="T13" fmla="*/ 18 h 74"/>
                    <a:gd name="T14" fmla="*/ 11 w 44"/>
                    <a:gd name="T15" fmla="*/ 14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Freeform 50">
                  <a:extLst>
                    <a:ext uri="{FF2B5EF4-FFF2-40B4-BE49-F238E27FC236}">
                      <a16:creationId xmlns:a16="http://schemas.microsoft.com/office/drawing/2014/main" id="{66DE5FFF-353A-4F65-B7D1-5EA2512C523E}"/>
                    </a:ext>
                  </a:extLst>
                </p:cNvPr>
                <p:cNvSpPr>
                  <a:spLocks/>
                </p:cNvSpPr>
                <p:nvPr userDrawn="1"/>
              </p:nvSpPr>
              <p:spPr bwMode="ltGray">
                <a:xfrm>
                  <a:off x="2513" y="402"/>
                  <a:ext cx="21" cy="24"/>
                </a:xfrm>
                <a:custGeom>
                  <a:avLst/>
                  <a:gdLst>
                    <a:gd name="T0" fmla="*/ 7 w 20"/>
                    <a:gd name="T1" fmla="*/ 8 h 30"/>
                    <a:gd name="T2" fmla="*/ 5 w 20"/>
                    <a:gd name="T3" fmla="*/ 15 h 30"/>
                    <a:gd name="T4" fmla="*/ 7 w 20"/>
                    <a:gd name="T5" fmla="*/ 8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Freeform 51">
                  <a:extLst>
                    <a:ext uri="{FF2B5EF4-FFF2-40B4-BE49-F238E27FC236}">
                      <a16:creationId xmlns:a16="http://schemas.microsoft.com/office/drawing/2014/main" id="{92D4EAE6-3F7B-480A-BF2F-D6F536E85AF7}"/>
                    </a:ext>
                  </a:extLst>
                </p:cNvPr>
                <p:cNvSpPr>
                  <a:spLocks/>
                </p:cNvSpPr>
                <p:nvPr userDrawn="1"/>
              </p:nvSpPr>
              <p:spPr bwMode="ltGray">
                <a:xfrm>
                  <a:off x="333" y="169"/>
                  <a:ext cx="1015" cy="866"/>
                </a:xfrm>
                <a:custGeom>
                  <a:avLst/>
                  <a:gdLst>
                    <a:gd name="T0" fmla="*/ 1586 w 682"/>
                    <a:gd name="T1" fmla="*/ 1743 h 557"/>
                    <a:gd name="T2" fmla="*/ 1601 w 682"/>
                    <a:gd name="T3" fmla="*/ 1695 h 557"/>
                    <a:gd name="T4" fmla="*/ 1648 w 682"/>
                    <a:gd name="T5" fmla="*/ 1552 h 557"/>
                    <a:gd name="T6" fmla="*/ 1019 w 682"/>
                    <a:gd name="T7" fmla="*/ 1077 h 557"/>
                    <a:gd name="T8" fmla="*/ 930 w 682"/>
                    <a:gd name="T9" fmla="*/ 1300 h 557"/>
                    <a:gd name="T10" fmla="*/ 999 w 682"/>
                    <a:gd name="T11" fmla="*/ 2088 h 557"/>
                    <a:gd name="T12" fmla="*/ 930 w 682"/>
                    <a:gd name="T13" fmla="*/ 1856 h 557"/>
                    <a:gd name="T14" fmla="*/ 798 w 682"/>
                    <a:gd name="T15" fmla="*/ 1651 h 557"/>
                    <a:gd name="T16" fmla="*/ 808 w 682"/>
                    <a:gd name="T17" fmla="*/ 1552 h 557"/>
                    <a:gd name="T18" fmla="*/ 816 w 682"/>
                    <a:gd name="T19" fmla="*/ 1482 h 557"/>
                    <a:gd name="T20" fmla="*/ 725 w 682"/>
                    <a:gd name="T21" fmla="*/ 1409 h 557"/>
                    <a:gd name="T22" fmla="*/ 640 w 682"/>
                    <a:gd name="T23" fmla="*/ 1300 h 557"/>
                    <a:gd name="T24" fmla="*/ 487 w 682"/>
                    <a:gd name="T25" fmla="*/ 1329 h 557"/>
                    <a:gd name="T26" fmla="*/ 417 w 682"/>
                    <a:gd name="T27" fmla="*/ 1371 h 557"/>
                    <a:gd name="T28" fmla="*/ 257 w 682"/>
                    <a:gd name="T29" fmla="*/ 1371 h 557"/>
                    <a:gd name="T30" fmla="*/ 73 w 682"/>
                    <a:gd name="T31" fmla="*/ 1172 h 557"/>
                    <a:gd name="T32" fmla="*/ 36 w 682"/>
                    <a:gd name="T33" fmla="*/ 1110 h 557"/>
                    <a:gd name="T34" fmla="*/ 0 w 682"/>
                    <a:gd name="T35" fmla="*/ 990 h 557"/>
                    <a:gd name="T36" fmla="*/ 80 w 682"/>
                    <a:gd name="T37" fmla="*/ 801 h 557"/>
                    <a:gd name="T38" fmla="*/ 106 w 682"/>
                    <a:gd name="T39" fmla="*/ 679 h 557"/>
                    <a:gd name="T40" fmla="*/ 168 w 682"/>
                    <a:gd name="T41" fmla="*/ 536 h 557"/>
                    <a:gd name="T42" fmla="*/ 268 w 682"/>
                    <a:gd name="T43" fmla="*/ 435 h 557"/>
                    <a:gd name="T44" fmla="*/ 552 w 682"/>
                    <a:gd name="T45" fmla="*/ 252 h 557"/>
                    <a:gd name="T46" fmla="*/ 725 w 682"/>
                    <a:gd name="T47" fmla="*/ 113 h 557"/>
                    <a:gd name="T48" fmla="*/ 850 w 682"/>
                    <a:gd name="T49" fmla="*/ 22 h 557"/>
                    <a:gd name="T50" fmla="*/ 1197 w 682"/>
                    <a:gd name="T51" fmla="*/ 8 h 557"/>
                    <a:gd name="T52" fmla="*/ 1311 w 682"/>
                    <a:gd name="T53" fmla="*/ 0 h 557"/>
                    <a:gd name="T54" fmla="*/ 1265 w 682"/>
                    <a:gd name="T55" fmla="*/ 127 h 557"/>
                    <a:gd name="T56" fmla="*/ 1460 w 682"/>
                    <a:gd name="T57" fmla="*/ 317 h 557"/>
                    <a:gd name="T58" fmla="*/ 1639 w 682"/>
                    <a:gd name="T59" fmla="*/ 278 h 557"/>
                    <a:gd name="T60" fmla="*/ 1743 w 682"/>
                    <a:gd name="T61" fmla="*/ 306 h 557"/>
                    <a:gd name="T62" fmla="*/ 1842 w 682"/>
                    <a:gd name="T63" fmla="*/ 365 h 557"/>
                    <a:gd name="T64" fmla="*/ 1886 w 682"/>
                    <a:gd name="T65" fmla="*/ 706 h 557"/>
                    <a:gd name="T66" fmla="*/ 1886 w 682"/>
                    <a:gd name="T67" fmla="*/ 902 h 557"/>
                    <a:gd name="T68" fmla="*/ 1973 w 682"/>
                    <a:gd name="T69" fmla="*/ 1063 h 557"/>
                    <a:gd name="T70" fmla="*/ 2127 w 682"/>
                    <a:gd name="T71" fmla="*/ 1127 h 557"/>
                    <a:gd name="T72" fmla="*/ 2241 w 682"/>
                    <a:gd name="T73" fmla="*/ 1110 h 557"/>
                    <a:gd name="T74" fmla="*/ 2188 w 682"/>
                    <a:gd name="T75" fmla="*/ 1278 h 557"/>
                    <a:gd name="T76" fmla="*/ 1973 w 682"/>
                    <a:gd name="T77" fmla="*/ 1530 h 557"/>
                    <a:gd name="T78" fmla="*/ 1807 w 682"/>
                    <a:gd name="T79" fmla="*/ 1822 h 557"/>
                    <a:gd name="T80" fmla="*/ 1832 w 682"/>
                    <a:gd name="T81" fmla="*/ 1909 h 557"/>
                    <a:gd name="T82" fmla="*/ 1433 w 682"/>
                    <a:gd name="T83" fmla="*/ 2088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Freeform 52">
                  <a:extLst>
                    <a:ext uri="{FF2B5EF4-FFF2-40B4-BE49-F238E27FC236}">
                      <a16:creationId xmlns:a16="http://schemas.microsoft.com/office/drawing/2014/main" id="{85AFD6DA-037C-421A-840D-A2363DD143A6}"/>
                    </a:ext>
                  </a:extLst>
                </p:cNvPr>
                <p:cNvSpPr>
                  <a:spLocks/>
                </p:cNvSpPr>
                <p:nvPr userDrawn="1"/>
              </p:nvSpPr>
              <p:spPr bwMode="ltGray">
                <a:xfrm>
                  <a:off x="727" y="495"/>
                  <a:ext cx="382" cy="540"/>
                </a:xfrm>
                <a:custGeom>
                  <a:avLst/>
                  <a:gdLst>
                    <a:gd name="T0" fmla="*/ 798 w 257"/>
                    <a:gd name="T1" fmla="*/ 1307 h 347"/>
                    <a:gd name="T2" fmla="*/ 764 w 257"/>
                    <a:gd name="T3" fmla="*/ 1133 h 347"/>
                    <a:gd name="T4" fmla="*/ 713 w 257"/>
                    <a:gd name="T5" fmla="*/ 1085 h 347"/>
                    <a:gd name="T6" fmla="*/ 708 w 257"/>
                    <a:gd name="T7" fmla="*/ 1015 h 347"/>
                    <a:gd name="T8" fmla="*/ 687 w 257"/>
                    <a:gd name="T9" fmla="*/ 957 h 347"/>
                    <a:gd name="T10" fmla="*/ 687 w 257"/>
                    <a:gd name="T11" fmla="*/ 862 h 347"/>
                    <a:gd name="T12" fmla="*/ 681 w 257"/>
                    <a:gd name="T13" fmla="*/ 806 h 347"/>
                    <a:gd name="T14" fmla="*/ 749 w 257"/>
                    <a:gd name="T15" fmla="*/ 761 h 347"/>
                    <a:gd name="T16" fmla="*/ 844 w 257"/>
                    <a:gd name="T17" fmla="*/ 744 h 347"/>
                    <a:gd name="T18" fmla="*/ 844 w 257"/>
                    <a:gd name="T19" fmla="*/ 514 h 347"/>
                    <a:gd name="T20" fmla="*/ 177 w 257"/>
                    <a:gd name="T21" fmla="*/ 361 h 347"/>
                    <a:gd name="T22" fmla="*/ 106 w 257"/>
                    <a:gd name="T23" fmla="*/ 370 h 347"/>
                    <a:gd name="T24" fmla="*/ 54 w 257"/>
                    <a:gd name="T25" fmla="*/ 384 h 347"/>
                    <a:gd name="T26" fmla="*/ 0 w 257"/>
                    <a:gd name="T27" fmla="*/ 562 h 347"/>
                    <a:gd name="T28" fmla="*/ 305 w 257"/>
                    <a:gd name="T29" fmla="*/ 1303 h 347"/>
                    <a:gd name="T30" fmla="*/ 798 w 257"/>
                    <a:gd name="T31" fmla="*/ 130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ffectLst/>
                <a:extLst>
                  <a:ext uri="{91240B29-F687-4F45-9708-019B960494DF}">
                    <a14:hiddenLine xmlns:a14="http://schemas.microsoft.com/office/drawing/2010/main" w="9525">
                      <a:solidFill>
                        <a:schemeClr va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Freeform 53">
                  <a:extLst>
                    <a:ext uri="{FF2B5EF4-FFF2-40B4-BE49-F238E27FC236}">
                      <a16:creationId xmlns:a16="http://schemas.microsoft.com/office/drawing/2014/main" id="{A42B80CB-7365-4540-800C-32CA032A9193}"/>
                    </a:ext>
                  </a:extLst>
                </p:cNvPr>
                <p:cNvSpPr>
                  <a:spLocks/>
                </p:cNvSpPr>
                <p:nvPr userDrawn="1"/>
              </p:nvSpPr>
              <p:spPr bwMode="ltGray">
                <a:xfrm>
                  <a:off x="1400" y="896"/>
                  <a:ext cx="16" cy="29"/>
                </a:xfrm>
                <a:custGeom>
                  <a:avLst/>
                  <a:gdLst>
                    <a:gd name="T0" fmla="*/ 4 w 19"/>
                    <a:gd name="T1" fmla="*/ 13 h 37"/>
                    <a:gd name="T2" fmla="*/ 11 w 19"/>
                    <a:gd name="T3" fmla="*/ 10 h 37"/>
                    <a:gd name="T4" fmla="*/ 4 w 19"/>
                    <a:gd name="T5" fmla="*/ 13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Freeform 54">
                  <a:extLst>
                    <a:ext uri="{FF2B5EF4-FFF2-40B4-BE49-F238E27FC236}">
                      <a16:creationId xmlns:a16="http://schemas.microsoft.com/office/drawing/2014/main" id="{6A65B5A8-AB14-4532-987B-5D1242C1F46A}"/>
                    </a:ext>
                  </a:extLst>
                </p:cNvPr>
                <p:cNvSpPr>
                  <a:spLocks/>
                </p:cNvSpPr>
                <p:nvPr userDrawn="1"/>
              </p:nvSpPr>
              <p:spPr bwMode="ltGray">
                <a:xfrm>
                  <a:off x="1379" y="617"/>
                  <a:ext cx="21" cy="17"/>
                </a:xfrm>
                <a:custGeom>
                  <a:avLst/>
                  <a:gdLst>
                    <a:gd name="T0" fmla="*/ 11 w 22"/>
                    <a:gd name="T1" fmla="*/ 8 h 20"/>
                    <a:gd name="T2" fmla="*/ 13 w 22"/>
                    <a:gd name="T3" fmla="*/ 0 h 20"/>
                    <a:gd name="T4" fmla="*/ 17 w 22"/>
                    <a:gd name="T5" fmla="*/ 8 h 20"/>
                    <a:gd name="T6" fmla="*/ 8 w 22"/>
                    <a:gd name="T7" fmla="*/ 12 h 20"/>
                    <a:gd name="T8" fmla="*/ 11 w 22"/>
                    <a:gd name="T9" fmla="*/ 8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Freeform 55">
                  <a:extLst>
                    <a:ext uri="{FF2B5EF4-FFF2-40B4-BE49-F238E27FC236}">
                      <a16:creationId xmlns:a16="http://schemas.microsoft.com/office/drawing/2014/main" id="{FCA85041-68F5-4F88-B68F-D283CF4F7F16}"/>
                    </a:ext>
                  </a:extLst>
                </p:cNvPr>
                <p:cNvSpPr>
                  <a:spLocks/>
                </p:cNvSpPr>
                <p:nvPr userDrawn="1"/>
              </p:nvSpPr>
              <p:spPr bwMode="ltGray">
                <a:xfrm>
                  <a:off x="453" y="275"/>
                  <a:ext cx="58" cy="24"/>
                </a:xfrm>
                <a:custGeom>
                  <a:avLst/>
                  <a:gdLst>
                    <a:gd name="T0" fmla="*/ 24 w 57"/>
                    <a:gd name="T1" fmla="*/ 9 h 30"/>
                    <a:gd name="T2" fmla="*/ 35 w 57"/>
                    <a:gd name="T3" fmla="*/ 3 h 30"/>
                    <a:gd name="T4" fmla="*/ 39 w 57"/>
                    <a:gd name="T5" fmla="*/ 15 h 30"/>
                    <a:gd name="T6" fmla="*/ 24 w 57"/>
                    <a:gd name="T7" fmla="*/ 9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Freeform 56">
                  <a:extLst>
                    <a:ext uri="{FF2B5EF4-FFF2-40B4-BE49-F238E27FC236}">
                      <a16:creationId xmlns:a16="http://schemas.microsoft.com/office/drawing/2014/main" id="{954B4C2F-EDEF-4408-BBD8-7864FF449887}"/>
                    </a:ext>
                  </a:extLst>
                </p:cNvPr>
                <p:cNvSpPr>
                  <a:spLocks/>
                </p:cNvSpPr>
                <p:nvPr userDrawn="1"/>
              </p:nvSpPr>
              <p:spPr bwMode="ltGray">
                <a:xfrm>
                  <a:off x="1161" y="50"/>
                  <a:ext cx="691" cy="569"/>
                </a:xfrm>
                <a:custGeom>
                  <a:avLst/>
                  <a:gdLst>
                    <a:gd name="T0" fmla="*/ 470 w 693"/>
                    <a:gd name="T1" fmla="*/ 253 h 696"/>
                    <a:gd name="T2" fmla="*/ 390 w 693"/>
                    <a:gd name="T3" fmla="*/ 247 h 696"/>
                    <a:gd name="T4" fmla="*/ 322 w 693"/>
                    <a:gd name="T5" fmla="*/ 226 h 696"/>
                    <a:gd name="T6" fmla="*/ 262 w 693"/>
                    <a:gd name="T7" fmla="*/ 218 h 696"/>
                    <a:gd name="T8" fmla="*/ 234 w 693"/>
                    <a:gd name="T9" fmla="*/ 227 h 696"/>
                    <a:gd name="T10" fmla="*/ 258 w 693"/>
                    <a:gd name="T11" fmla="*/ 234 h 696"/>
                    <a:gd name="T12" fmla="*/ 290 w 693"/>
                    <a:gd name="T13" fmla="*/ 256 h 696"/>
                    <a:gd name="T14" fmla="*/ 318 w 693"/>
                    <a:gd name="T15" fmla="*/ 260 h 696"/>
                    <a:gd name="T16" fmla="*/ 330 w 693"/>
                    <a:gd name="T17" fmla="*/ 293 h 696"/>
                    <a:gd name="T18" fmla="*/ 310 w 693"/>
                    <a:gd name="T19" fmla="*/ 302 h 696"/>
                    <a:gd name="T20" fmla="*/ 258 w 693"/>
                    <a:gd name="T21" fmla="*/ 337 h 696"/>
                    <a:gd name="T22" fmla="*/ 222 w 693"/>
                    <a:gd name="T23" fmla="*/ 343 h 696"/>
                    <a:gd name="T24" fmla="*/ 97 w 693"/>
                    <a:gd name="T25" fmla="*/ 380 h 696"/>
                    <a:gd name="T26" fmla="*/ 77 w 693"/>
                    <a:gd name="T27" fmla="*/ 337 h 696"/>
                    <a:gd name="T28" fmla="*/ 45 w 693"/>
                    <a:gd name="T29" fmla="*/ 286 h 696"/>
                    <a:gd name="T30" fmla="*/ 33 w 693"/>
                    <a:gd name="T31" fmla="*/ 244 h 696"/>
                    <a:gd name="T32" fmla="*/ 53 w 693"/>
                    <a:gd name="T33" fmla="*/ 188 h 696"/>
                    <a:gd name="T34" fmla="*/ 17 w 693"/>
                    <a:gd name="T35" fmla="*/ 214 h 696"/>
                    <a:gd name="T36" fmla="*/ 81 w 693"/>
                    <a:gd name="T37" fmla="*/ 153 h 696"/>
                    <a:gd name="T38" fmla="*/ 113 w 693"/>
                    <a:gd name="T39" fmla="*/ 112 h 696"/>
                    <a:gd name="T40" fmla="*/ 37 w 693"/>
                    <a:gd name="T41" fmla="*/ 112 h 696"/>
                    <a:gd name="T42" fmla="*/ 1 w 693"/>
                    <a:gd name="T43" fmla="*/ 107 h 696"/>
                    <a:gd name="T44" fmla="*/ 25 w 693"/>
                    <a:gd name="T45" fmla="*/ 76 h 696"/>
                    <a:gd name="T46" fmla="*/ 97 w 693"/>
                    <a:gd name="T47" fmla="*/ 61 h 696"/>
                    <a:gd name="T48" fmla="*/ 218 w 693"/>
                    <a:gd name="T49" fmla="*/ 68 h 696"/>
                    <a:gd name="T50" fmla="*/ 226 w 693"/>
                    <a:gd name="T51" fmla="*/ 35 h 696"/>
                    <a:gd name="T52" fmla="*/ 258 w 693"/>
                    <a:gd name="T53" fmla="*/ 0 h 696"/>
                    <a:gd name="T54" fmla="*/ 354 w 693"/>
                    <a:gd name="T55" fmla="*/ 24 h 696"/>
                    <a:gd name="T56" fmla="*/ 326 w 693"/>
                    <a:gd name="T57" fmla="*/ 48 h 696"/>
                    <a:gd name="T58" fmla="*/ 298 w 693"/>
                    <a:gd name="T59" fmla="*/ 96 h 696"/>
                    <a:gd name="T60" fmla="*/ 358 w 693"/>
                    <a:gd name="T61" fmla="*/ 105 h 696"/>
                    <a:gd name="T62" fmla="*/ 370 w 693"/>
                    <a:gd name="T63" fmla="*/ 74 h 696"/>
                    <a:gd name="T64" fmla="*/ 414 w 693"/>
                    <a:gd name="T65" fmla="*/ 50 h 696"/>
                    <a:gd name="T66" fmla="*/ 494 w 693"/>
                    <a:gd name="T67" fmla="*/ 48 h 696"/>
                    <a:gd name="T68" fmla="*/ 523 w 693"/>
                    <a:gd name="T69" fmla="*/ 29 h 696"/>
                    <a:gd name="T70" fmla="*/ 535 w 693"/>
                    <a:gd name="T71" fmla="*/ 251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Freeform 57">
                  <a:extLst>
                    <a:ext uri="{FF2B5EF4-FFF2-40B4-BE49-F238E27FC236}">
                      <a16:creationId xmlns:a16="http://schemas.microsoft.com/office/drawing/2014/main" id="{F30C073A-9D69-4F8D-A920-A3569CED627C}"/>
                    </a:ext>
                  </a:extLst>
                </p:cNvPr>
                <p:cNvSpPr>
                  <a:spLocks/>
                </p:cNvSpPr>
                <p:nvPr userDrawn="1"/>
              </p:nvSpPr>
              <p:spPr bwMode="ltGray">
                <a:xfrm>
                  <a:off x="689" y="6"/>
                  <a:ext cx="1386" cy="232"/>
                </a:xfrm>
                <a:custGeom>
                  <a:avLst/>
                  <a:gdLst>
                    <a:gd name="T0" fmla="*/ 2721 w 931"/>
                    <a:gd name="T1" fmla="*/ 0 h 149"/>
                    <a:gd name="T2" fmla="*/ 472 w 931"/>
                    <a:gd name="T3" fmla="*/ 109 h 149"/>
                    <a:gd name="T4" fmla="*/ 299 w 931"/>
                    <a:gd name="T5" fmla="*/ 157 h 149"/>
                    <a:gd name="T6" fmla="*/ 204 w 931"/>
                    <a:gd name="T7" fmla="*/ 157 h 149"/>
                    <a:gd name="T8" fmla="*/ 73 w 931"/>
                    <a:gd name="T9" fmla="*/ 291 h 149"/>
                    <a:gd name="T10" fmla="*/ 0 w 931"/>
                    <a:gd name="T11" fmla="*/ 395 h 149"/>
                    <a:gd name="T12" fmla="*/ 195 w 931"/>
                    <a:gd name="T13" fmla="*/ 434 h 149"/>
                    <a:gd name="T14" fmla="*/ 319 w 931"/>
                    <a:gd name="T15" fmla="*/ 361 h 149"/>
                    <a:gd name="T16" fmla="*/ 357 w 931"/>
                    <a:gd name="T17" fmla="*/ 318 h 149"/>
                    <a:gd name="T18" fmla="*/ 552 w 931"/>
                    <a:gd name="T19" fmla="*/ 196 h 149"/>
                    <a:gd name="T20" fmla="*/ 709 w 931"/>
                    <a:gd name="T21" fmla="*/ 174 h 149"/>
                    <a:gd name="T22" fmla="*/ 783 w 931"/>
                    <a:gd name="T23" fmla="*/ 353 h 149"/>
                    <a:gd name="T24" fmla="*/ 621 w 931"/>
                    <a:gd name="T25" fmla="*/ 413 h 149"/>
                    <a:gd name="T26" fmla="*/ 762 w 931"/>
                    <a:gd name="T27" fmla="*/ 427 h 149"/>
                    <a:gd name="T28" fmla="*/ 825 w 931"/>
                    <a:gd name="T29" fmla="*/ 339 h 149"/>
                    <a:gd name="T30" fmla="*/ 878 w 931"/>
                    <a:gd name="T31" fmla="*/ 347 h 149"/>
                    <a:gd name="T32" fmla="*/ 835 w 931"/>
                    <a:gd name="T33" fmla="*/ 204 h 149"/>
                    <a:gd name="T34" fmla="*/ 878 w 931"/>
                    <a:gd name="T35" fmla="*/ 167 h 149"/>
                    <a:gd name="T36" fmla="*/ 913 w 931"/>
                    <a:gd name="T37" fmla="*/ 332 h 149"/>
                    <a:gd name="T38" fmla="*/ 878 w 931"/>
                    <a:gd name="T39" fmla="*/ 427 h 149"/>
                    <a:gd name="T40" fmla="*/ 978 w 931"/>
                    <a:gd name="T41" fmla="*/ 490 h 149"/>
                    <a:gd name="T42" fmla="*/ 986 w 931"/>
                    <a:gd name="T43" fmla="*/ 347 h 149"/>
                    <a:gd name="T44" fmla="*/ 1093 w 931"/>
                    <a:gd name="T45" fmla="*/ 388 h 149"/>
                    <a:gd name="T46" fmla="*/ 1261 w 931"/>
                    <a:gd name="T47" fmla="*/ 277 h 149"/>
                    <a:gd name="T48" fmla="*/ 1350 w 931"/>
                    <a:gd name="T49" fmla="*/ 188 h 149"/>
                    <a:gd name="T50" fmla="*/ 1450 w 931"/>
                    <a:gd name="T51" fmla="*/ 210 h 149"/>
                    <a:gd name="T52" fmla="*/ 1501 w 931"/>
                    <a:gd name="T53" fmla="*/ 188 h 149"/>
                    <a:gd name="T54" fmla="*/ 1423 w 931"/>
                    <a:gd name="T55" fmla="*/ 167 h 149"/>
                    <a:gd name="T56" fmla="*/ 1565 w 931"/>
                    <a:gd name="T57" fmla="*/ 131 h 149"/>
                    <a:gd name="T58" fmla="*/ 1795 w 931"/>
                    <a:gd name="T59" fmla="*/ 204 h 149"/>
                    <a:gd name="T60" fmla="*/ 1917 w 931"/>
                    <a:gd name="T61" fmla="*/ 157 h 149"/>
                    <a:gd name="T62" fmla="*/ 1926 w 931"/>
                    <a:gd name="T63" fmla="*/ 238 h 149"/>
                    <a:gd name="T64" fmla="*/ 1874 w 931"/>
                    <a:gd name="T65" fmla="*/ 380 h 149"/>
                    <a:gd name="T66" fmla="*/ 2017 w 931"/>
                    <a:gd name="T67" fmla="*/ 332 h 149"/>
                    <a:gd name="T68" fmla="*/ 2059 w 931"/>
                    <a:gd name="T69" fmla="*/ 304 h 149"/>
                    <a:gd name="T70" fmla="*/ 2139 w 931"/>
                    <a:gd name="T71" fmla="*/ 230 h 149"/>
                    <a:gd name="T72" fmla="*/ 2620 w 931"/>
                    <a:gd name="T73" fmla="*/ 318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Freeform 58">
                  <a:extLst>
                    <a:ext uri="{FF2B5EF4-FFF2-40B4-BE49-F238E27FC236}">
                      <a16:creationId xmlns:a16="http://schemas.microsoft.com/office/drawing/2014/main" id="{831B51A2-E404-462F-8450-FCFF8CF4CB6D}"/>
                    </a:ext>
                  </a:extLst>
                </p:cNvPr>
                <p:cNvSpPr>
                  <a:spLocks/>
                </p:cNvSpPr>
                <p:nvPr userDrawn="1"/>
              </p:nvSpPr>
              <p:spPr bwMode="ltGray">
                <a:xfrm>
                  <a:off x="971" y="91"/>
                  <a:ext cx="30" cy="25"/>
                </a:xfrm>
                <a:custGeom>
                  <a:avLst/>
                  <a:gdLst>
                    <a:gd name="T0" fmla="*/ 3 w 31"/>
                    <a:gd name="T1" fmla="*/ 16 h 30"/>
                    <a:gd name="T2" fmla="*/ 28 w 31"/>
                    <a:gd name="T3" fmla="*/ 0 h 30"/>
                    <a:gd name="T4" fmla="*/ 16 w 31"/>
                    <a:gd name="T5" fmla="*/ 14 h 30"/>
                    <a:gd name="T6" fmla="*/ 3 w 31"/>
                    <a:gd name="T7" fmla="*/ 16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Freeform 59">
                  <a:extLst>
                    <a:ext uri="{FF2B5EF4-FFF2-40B4-BE49-F238E27FC236}">
                      <a16:creationId xmlns:a16="http://schemas.microsoft.com/office/drawing/2014/main" id="{7ED477D6-F9FD-45F8-9168-BF1E124265C7}"/>
                    </a:ext>
                  </a:extLst>
                </p:cNvPr>
                <p:cNvSpPr>
                  <a:spLocks/>
                </p:cNvSpPr>
                <p:nvPr userDrawn="1"/>
              </p:nvSpPr>
              <p:spPr bwMode="ltGray">
                <a:xfrm>
                  <a:off x="935" y="125"/>
                  <a:ext cx="45" cy="27"/>
                </a:xfrm>
                <a:custGeom>
                  <a:avLst/>
                  <a:gdLst>
                    <a:gd name="T0" fmla="*/ 6 w 44"/>
                    <a:gd name="T1" fmla="*/ 19 h 32"/>
                    <a:gd name="T2" fmla="*/ 25 w 44"/>
                    <a:gd name="T3" fmla="*/ 0 h 32"/>
                    <a:gd name="T4" fmla="*/ 41 w 44"/>
                    <a:gd name="T5" fmla="*/ 3 h 32"/>
                    <a:gd name="T6" fmla="*/ 6 w 44"/>
                    <a:gd name="T7" fmla="*/ 19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Freeform 60">
                  <a:extLst>
                    <a:ext uri="{FF2B5EF4-FFF2-40B4-BE49-F238E27FC236}">
                      <a16:creationId xmlns:a16="http://schemas.microsoft.com/office/drawing/2014/main" id="{0CE02454-F10B-4C02-AD40-7370B828E1AF}"/>
                    </a:ext>
                  </a:extLst>
                </p:cNvPr>
                <p:cNvSpPr>
                  <a:spLocks/>
                </p:cNvSpPr>
                <p:nvPr userDrawn="1"/>
              </p:nvSpPr>
              <p:spPr bwMode="ltGray">
                <a:xfrm>
                  <a:off x="1081" y="226"/>
                  <a:ext cx="75" cy="14"/>
                </a:xfrm>
                <a:custGeom>
                  <a:avLst/>
                  <a:gdLst>
                    <a:gd name="T0" fmla="*/ 37 w 76"/>
                    <a:gd name="T1" fmla="*/ 9 h 18"/>
                    <a:gd name="T2" fmla="*/ 25 w 76"/>
                    <a:gd name="T3" fmla="*/ 2 h 18"/>
                    <a:gd name="T4" fmla="*/ 37 w 76"/>
                    <a:gd name="T5" fmla="*/ 9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Freeform 61">
                  <a:extLst>
                    <a:ext uri="{FF2B5EF4-FFF2-40B4-BE49-F238E27FC236}">
                      <a16:creationId xmlns:a16="http://schemas.microsoft.com/office/drawing/2014/main" id="{47AE9E2B-E434-4640-A7F2-A8D85D6EAD8D}"/>
                    </a:ext>
                  </a:extLst>
                </p:cNvPr>
                <p:cNvSpPr>
                  <a:spLocks/>
                </p:cNvSpPr>
                <p:nvPr userDrawn="1"/>
              </p:nvSpPr>
              <p:spPr bwMode="ltGray">
                <a:xfrm>
                  <a:off x="1210" y="223"/>
                  <a:ext cx="42" cy="37"/>
                </a:xfrm>
                <a:custGeom>
                  <a:avLst/>
                  <a:gdLst>
                    <a:gd name="T0" fmla="*/ 0 w 42"/>
                    <a:gd name="T1" fmla="*/ 13 h 44"/>
                    <a:gd name="T2" fmla="*/ 12 w 42"/>
                    <a:gd name="T3" fmla="*/ 6 h 44"/>
                    <a:gd name="T4" fmla="*/ 0 w 42"/>
                    <a:gd name="T5" fmla="*/ 13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Freeform 62">
                  <a:extLst>
                    <a:ext uri="{FF2B5EF4-FFF2-40B4-BE49-F238E27FC236}">
                      <a16:creationId xmlns:a16="http://schemas.microsoft.com/office/drawing/2014/main" id="{5902DFE2-B7DE-430D-B0D0-AA42ADF2F9FE}"/>
                    </a:ext>
                  </a:extLst>
                </p:cNvPr>
                <p:cNvSpPr>
                  <a:spLocks/>
                </p:cNvSpPr>
                <p:nvPr userDrawn="1"/>
              </p:nvSpPr>
              <p:spPr bwMode="ltGray">
                <a:xfrm>
                  <a:off x="865" y="123"/>
                  <a:ext cx="33" cy="24"/>
                </a:xfrm>
                <a:custGeom>
                  <a:avLst/>
                  <a:gdLst>
                    <a:gd name="T0" fmla="*/ 7 w 31"/>
                    <a:gd name="T1" fmla="*/ 11 h 30"/>
                    <a:gd name="T2" fmla="*/ 37 w 31"/>
                    <a:gd name="T3" fmla="*/ 5 h 30"/>
                    <a:gd name="T4" fmla="*/ 7 w 31"/>
                    <a:gd name="T5" fmla="*/ 11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 name="Group 63">
                <a:extLst>
                  <a:ext uri="{FF2B5EF4-FFF2-40B4-BE49-F238E27FC236}">
                    <a16:creationId xmlns:a16="http://schemas.microsoft.com/office/drawing/2014/main" id="{265FB22F-8116-49F1-940B-52DE16F296DD}"/>
                  </a:ext>
                </a:extLst>
              </p:cNvPr>
              <p:cNvGrpSpPr>
                <a:grpSpLocks/>
              </p:cNvGrpSpPr>
              <p:nvPr userDrawn="1"/>
            </p:nvGrpSpPr>
            <p:grpSpPr bwMode="auto">
              <a:xfrm>
                <a:off x="7" y="6"/>
                <a:ext cx="5739" cy="1022"/>
                <a:chOff x="1056" y="111"/>
                <a:chExt cx="2448" cy="418"/>
              </a:xfrm>
            </p:grpSpPr>
            <p:sp>
              <p:nvSpPr>
                <p:cNvPr id="27" name="Line 64">
                  <a:extLst>
                    <a:ext uri="{FF2B5EF4-FFF2-40B4-BE49-F238E27FC236}">
                      <a16:creationId xmlns:a16="http://schemas.microsoft.com/office/drawing/2014/main" id="{FE99CFD5-D497-44AF-9EAE-5530AC6AAD5D}"/>
                    </a:ext>
                  </a:extLst>
                </p:cNvPr>
                <p:cNvSpPr>
                  <a:spLocks noChangeShapeType="1"/>
                </p:cNvSpPr>
                <p:nvPr/>
              </p:nvSpPr>
              <p:spPr bwMode="white">
                <a:xfrm>
                  <a:off x="1056" y="332"/>
                  <a:ext cx="2448"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65">
                  <a:extLst>
                    <a:ext uri="{FF2B5EF4-FFF2-40B4-BE49-F238E27FC236}">
                      <a16:creationId xmlns:a16="http://schemas.microsoft.com/office/drawing/2014/main" id="{968E42E9-3EDF-4A89-80B0-795C545B4E61}"/>
                    </a:ext>
                  </a:extLst>
                </p:cNvPr>
                <p:cNvSpPr>
                  <a:spLocks noChangeShapeType="1"/>
                </p:cNvSpPr>
                <p:nvPr/>
              </p:nvSpPr>
              <p:spPr bwMode="white">
                <a:xfrm>
                  <a:off x="125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66">
                  <a:extLst>
                    <a:ext uri="{FF2B5EF4-FFF2-40B4-BE49-F238E27FC236}">
                      <a16:creationId xmlns:a16="http://schemas.microsoft.com/office/drawing/2014/main" id="{65E098F3-9DAB-4CBC-AE82-67C888C65C65}"/>
                    </a:ext>
                  </a:extLst>
                </p:cNvPr>
                <p:cNvSpPr>
                  <a:spLocks noChangeShapeType="1"/>
                </p:cNvSpPr>
                <p:nvPr/>
              </p:nvSpPr>
              <p:spPr bwMode="white">
                <a:xfrm>
                  <a:off x="148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67">
                  <a:extLst>
                    <a:ext uri="{FF2B5EF4-FFF2-40B4-BE49-F238E27FC236}">
                      <a16:creationId xmlns:a16="http://schemas.microsoft.com/office/drawing/2014/main" id="{241572A5-D292-4DCE-92DF-A21CA7326BE2}"/>
                    </a:ext>
                  </a:extLst>
                </p:cNvPr>
                <p:cNvSpPr>
                  <a:spLocks noChangeShapeType="1"/>
                </p:cNvSpPr>
                <p:nvPr/>
              </p:nvSpPr>
              <p:spPr bwMode="white">
                <a:xfrm>
                  <a:off x="171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68">
                  <a:extLst>
                    <a:ext uri="{FF2B5EF4-FFF2-40B4-BE49-F238E27FC236}">
                      <a16:creationId xmlns:a16="http://schemas.microsoft.com/office/drawing/2014/main" id="{EADC455F-B555-4B28-B19D-4845753573AB}"/>
                    </a:ext>
                  </a:extLst>
                </p:cNvPr>
                <p:cNvSpPr>
                  <a:spLocks noChangeShapeType="1"/>
                </p:cNvSpPr>
                <p:nvPr/>
              </p:nvSpPr>
              <p:spPr bwMode="white">
                <a:xfrm>
                  <a:off x="193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69">
                  <a:extLst>
                    <a:ext uri="{FF2B5EF4-FFF2-40B4-BE49-F238E27FC236}">
                      <a16:creationId xmlns:a16="http://schemas.microsoft.com/office/drawing/2014/main" id="{8E61BA60-EF27-42F1-8968-C351DC36DF02}"/>
                    </a:ext>
                  </a:extLst>
                </p:cNvPr>
                <p:cNvSpPr>
                  <a:spLocks noChangeShapeType="1"/>
                </p:cNvSpPr>
                <p:nvPr/>
              </p:nvSpPr>
              <p:spPr bwMode="white">
                <a:xfrm>
                  <a:off x="216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70">
                  <a:extLst>
                    <a:ext uri="{FF2B5EF4-FFF2-40B4-BE49-F238E27FC236}">
                      <a16:creationId xmlns:a16="http://schemas.microsoft.com/office/drawing/2014/main" id="{89A6B70C-F55C-442C-A73B-238A6BB6BEB5}"/>
                    </a:ext>
                  </a:extLst>
                </p:cNvPr>
                <p:cNvSpPr>
                  <a:spLocks noChangeShapeType="1"/>
                </p:cNvSpPr>
                <p:nvPr/>
              </p:nvSpPr>
              <p:spPr bwMode="white">
                <a:xfrm>
                  <a:off x="2394"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71">
                  <a:extLst>
                    <a:ext uri="{FF2B5EF4-FFF2-40B4-BE49-F238E27FC236}">
                      <a16:creationId xmlns:a16="http://schemas.microsoft.com/office/drawing/2014/main" id="{50B1DAC4-0B72-4838-9F82-10671EEEE9BB}"/>
                    </a:ext>
                  </a:extLst>
                </p:cNvPr>
                <p:cNvSpPr>
                  <a:spLocks noChangeShapeType="1"/>
                </p:cNvSpPr>
                <p:nvPr/>
              </p:nvSpPr>
              <p:spPr bwMode="white">
                <a:xfrm>
                  <a:off x="2622"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72">
                  <a:extLst>
                    <a:ext uri="{FF2B5EF4-FFF2-40B4-BE49-F238E27FC236}">
                      <a16:creationId xmlns:a16="http://schemas.microsoft.com/office/drawing/2014/main" id="{56846F1E-B064-4C60-A5C8-37004E7852E9}"/>
                    </a:ext>
                  </a:extLst>
                </p:cNvPr>
                <p:cNvSpPr>
                  <a:spLocks noChangeShapeType="1"/>
                </p:cNvSpPr>
                <p:nvPr/>
              </p:nvSpPr>
              <p:spPr bwMode="white">
                <a:xfrm>
                  <a:off x="2850"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73">
                  <a:extLst>
                    <a:ext uri="{FF2B5EF4-FFF2-40B4-BE49-F238E27FC236}">
                      <a16:creationId xmlns:a16="http://schemas.microsoft.com/office/drawing/2014/main" id="{948DAD6E-6081-4D38-9FBC-B11379191728}"/>
                    </a:ext>
                  </a:extLst>
                </p:cNvPr>
                <p:cNvSpPr>
                  <a:spLocks noChangeShapeType="1"/>
                </p:cNvSpPr>
                <p:nvPr/>
              </p:nvSpPr>
              <p:spPr bwMode="white">
                <a:xfrm>
                  <a:off x="3078"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74">
                  <a:extLst>
                    <a:ext uri="{FF2B5EF4-FFF2-40B4-BE49-F238E27FC236}">
                      <a16:creationId xmlns:a16="http://schemas.microsoft.com/office/drawing/2014/main" id="{9DC05F23-BDB7-4E3B-8C74-DEB7EC7DC3B2}"/>
                    </a:ext>
                  </a:extLst>
                </p:cNvPr>
                <p:cNvSpPr>
                  <a:spLocks noChangeShapeType="1"/>
                </p:cNvSpPr>
                <p:nvPr/>
              </p:nvSpPr>
              <p:spPr bwMode="white">
                <a:xfrm>
                  <a:off x="3306" y="111"/>
                  <a:ext cx="0" cy="41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1" name="Group 75">
                <a:extLst>
                  <a:ext uri="{FF2B5EF4-FFF2-40B4-BE49-F238E27FC236}">
                    <a16:creationId xmlns:a16="http://schemas.microsoft.com/office/drawing/2014/main" id="{FBC60041-7FC4-49D0-AA39-97ED1B43C61E}"/>
                  </a:ext>
                </a:extLst>
              </p:cNvPr>
              <p:cNvGrpSpPr>
                <a:grpSpLocks/>
              </p:cNvGrpSpPr>
              <p:nvPr userDrawn="1"/>
            </p:nvGrpSpPr>
            <p:grpSpPr bwMode="auto">
              <a:xfrm>
                <a:off x="363" y="1"/>
                <a:ext cx="4919" cy="1034"/>
                <a:chOff x="1208" y="109"/>
                <a:chExt cx="2098" cy="423"/>
              </a:xfrm>
            </p:grpSpPr>
            <p:sp>
              <p:nvSpPr>
                <p:cNvPr id="12" name="Line 76">
                  <a:extLst>
                    <a:ext uri="{FF2B5EF4-FFF2-40B4-BE49-F238E27FC236}">
                      <a16:creationId xmlns:a16="http://schemas.microsoft.com/office/drawing/2014/main" id="{24FB0387-E5DC-4E6D-A00D-FDA6616D0BC0}"/>
                    </a:ext>
                  </a:extLst>
                </p:cNvPr>
                <p:cNvSpPr>
                  <a:spLocks noChangeShapeType="1"/>
                </p:cNvSpPr>
                <p:nvPr/>
              </p:nvSpPr>
              <p:spPr bwMode="ltGray">
                <a:xfrm>
                  <a:off x="2850" y="110"/>
                  <a:ext cx="0" cy="14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77">
                  <a:extLst>
                    <a:ext uri="{FF2B5EF4-FFF2-40B4-BE49-F238E27FC236}">
                      <a16:creationId xmlns:a16="http://schemas.microsoft.com/office/drawing/2014/main" id="{9C872CD8-C426-4AE2-AF27-25E13BC0FB8D}"/>
                    </a:ext>
                  </a:extLst>
                </p:cNvPr>
                <p:cNvSpPr>
                  <a:spLocks noChangeShapeType="1"/>
                </p:cNvSpPr>
                <p:nvPr/>
              </p:nvSpPr>
              <p:spPr bwMode="ltGray">
                <a:xfrm>
                  <a:off x="2972" y="332"/>
                  <a:ext cx="7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78">
                  <a:extLst>
                    <a:ext uri="{FF2B5EF4-FFF2-40B4-BE49-F238E27FC236}">
                      <a16:creationId xmlns:a16="http://schemas.microsoft.com/office/drawing/2014/main" id="{24846301-6CDF-4998-97D5-3B70E63F69BA}"/>
                    </a:ext>
                  </a:extLst>
                </p:cNvPr>
                <p:cNvSpPr>
                  <a:spLocks noChangeShapeType="1"/>
                </p:cNvSpPr>
                <p:nvPr/>
              </p:nvSpPr>
              <p:spPr bwMode="ltGray">
                <a:xfrm>
                  <a:off x="3078" y="350"/>
                  <a:ext cx="0" cy="2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79">
                  <a:extLst>
                    <a:ext uri="{FF2B5EF4-FFF2-40B4-BE49-F238E27FC236}">
                      <a16:creationId xmlns:a16="http://schemas.microsoft.com/office/drawing/2014/main" id="{8668854A-39D5-494D-9F44-7B0B6780C303}"/>
                    </a:ext>
                  </a:extLst>
                </p:cNvPr>
                <p:cNvSpPr>
                  <a:spLocks noChangeShapeType="1"/>
                </p:cNvSpPr>
                <p:nvPr/>
              </p:nvSpPr>
              <p:spPr bwMode="ltGray">
                <a:xfrm>
                  <a:off x="3306" y="450"/>
                  <a:ext cx="0" cy="79"/>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80">
                  <a:extLst>
                    <a:ext uri="{FF2B5EF4-FFF2-40B4-BE49-F238E27FC236}">
                      <a16:creationId xmlns:a16="http://schemas.microsoft.com/office/drawing/2014/main" id="{A3BD8FB6-9D10-4CCF-8489-4297D34DB67E}"/>
                    </a:ext>
                  </a:extLst>
                </p:cNvPr>
                <p:cNvSpPr>
                  <a:spLocks noChangeShapeType="1"/>
                </p:cNvSpPr>
                <p:nvPr/>
              </p:nvSpPr>
              <p:spPr bwMode="ltGray">
                <a:xfrm>
                  <a:off x="2166" y="114"/>
                  <a:ext cx="0" cy="6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81">
                  <a:extLst>
                    <a:ext uri="{FF2B5EF4-FFF2-40B4-BE49-F238E27FC236}">
                      <a16:creationId xmlns:a16="http://schemas.microsoft.com/office/drawing/2014/main" id="{48C265E5-2C9B-4A8F-815D-F4A607AC754C}"/>
                    </a:ext>
                  </a:extLst>
                </p:cNvPr>
                <p:cNvSpPr>
                  <a:spLocks noChangeShapeType="1"/>
                </p:cNvSpPr>
                <p:nvPr/>
              </p:nvSpPr>
              <p:spPr bwMode="ltGray">
                <a:xfrm>
                  <a:off x="1938" y="111"/>
                  <a:ext cx="0" cy="33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82">
                  <a:extLst>
                    <a:ext uri="{FF2B5EF4-FFF2-40B4-BE49-F238E27FC236}">
                      <a16:creationId xmlns:a16="http://schemas.microsoft.com/office/drawing/2014/main" id="{EBE6CF08-0562-4B37-95A5-EF738EC290C0}"/>
                    </a:ext>
                  </a:extLst>
                </p:cNvPr>
                <p:cNvSpPr>
                  <a:spLocks noChangeShapeType="1"/>
                </p:cNvSpPr>
                <p:nvPr/>
              </p:nvSpPr>
              <p:spPr bwMode="ltGray">
                <a:xfrm flipH="1">
                  <a:off x="1912" y="332"/>
                  <a:ext cx="6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83">
                  <a:extLst>
                    <a:ext uri="{FF2B5EF4-FFF2-40B4-BE49-F238E27FC236}">
                      <a16:creationId xmlns:a16="http://schemas.microsoft.com/office/drawing/2014/main" id="{5EC9445E-88E8-4783-9CB2-9A28B1A38347}"/>
                    </a:ext>
                  </a:extLst>
                </p:cNvPr>
                <p:cNvSpPr>
                  <a:spLocks noChangeShapeType="1"/>
                </p:cNvSpPr>
                <p:nvPr/>
              </p:nvSpPr>
              <p:spPr bwMode="ltGray">
                <a:xfrm>
                  <a:off x="1778" y="332"/>
                  <a:ext cx="60"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84">
                  <a:extLst>
                    <a:ext uri="{FF2B5EF4-FFF2-40B4-BE49-F238E27FC236}">
                      <a16:creationId xmlns:a16="http://schemas.microsoft.com/office/drawing/2014/main" id="{025E788F-4BA3-41C3-BF90-9081DD657023}"/>
                    </a:ext>
                  </a:extLst>
                </p:cNvPr>
                <p:cNvSpPr>
                  <a:spLocks noChangeShapeType="1"/>
                </p:cNvSpPr>
                <p:nvPr/>
              </p:nvSpPr>
              <p:spPr bwMode="ltGray">
                <a:xfrm flipH="1">
                  <a:off x="1578" y="332"/>
                  <a:ext cx="82"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85">
                  <a:extLst>
                    <a:ext uri="{FF2B5EF4-FFF2-40B4-BE49-F238E27FC236}">
                      <a16:creationId xmlns:a16="http://schemas.microsoft.com/office/drawing/2014/main" id="{916BE4A3-A0E6-47B2-8E18-5967FF4DDCB9}"/>
                    </a:ext>
                  </a:extLst>
                </p:cNvPr>
                <p:cNvSpPr>
                  <a:spLocks noChangeShapeType="1"/>
                </p:cNvSpPr>
                <p:nvPr/>
              </p:nvSpPr>
              <p:spPr bwMode="ltGray">
                <a:xfrm>
                  <a:off x="1208" y="332"/>
                  <a:ext cx="348" cy="0"/>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86">
                  <a:extLst>
                    <a:ext uri="{FF2B5EF4-FFF2-40B4-BE49-F238E27FC236}">
                      <a16:creationId xmlns:a16="http://schemas.microsoft.com/office/drawing/2014/main" id="{AEFA4F9C-C5D5-4D18-8182-5522DF4BDD6B}"/>
                    </a:ext>
                  </a:extLst>
                </p:cNvPr>
                <p:cNvSpPr>
                  <a:spLocks noChangeShapeType="1"/>
                </p:cNvSpPr>
                <p:nvPr/>
              </p:nvSpPr>
              <p:spPr bwMode="ltGray">
                <a:xfrm>
                  <a:off x="1480" y="234"/>
                  <a:ext cx="0" cy="298"/>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87">
                  <a:extLst>
                    <a:ext uri="{FF2B5EF4-FFF2-40B4-BE49-F238E27FC236}">
                      <a16:creationId xmlns:a16="http://schemas.microsoft.com/office/drawing/2014/main" id="{50E2B587-3B2E-4C66-9216-2A4E2D918FFA}"/>
                    </a:ext>
                  </a:extLst>
                </p:cNvPr>
                <p:cNvSpPr>
                  <a:spLocks noChangeShapeType="1"/>
                </p:cNvSpPr>
                <p:nvPr/>
              </p:nvSpPr>
              <p:spPr bwMode="ltGray">
                <a:xfrm>
                  <a:off x="1254" y="252"/>
                  <a:ext cx="0" cy="15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88">
                  <a:extLst>
                    <a:ext uri="{FF2B5EF4-FFF2-40B4-BE49-F238E27FC236}">
                      <a16:creationId xmlns:a16="http://schemas.microsoft.com/office/drawing/2014/main" id="{F984BF47-69A2-498D-B7BD-80526C4A7393}"/>
                    </a:ext>
                  </a:extLst>
                </p:cNvPr>
                <p:cNvSpPr>
                  <a:spLocks noChangeShapeType="1"/>
                </p:cNvSpPr>
                <p:nvPr/>
              </p:nvSpPr>
              <p:spPr bwMode="ltGray">
                <a:xfrm flipH="1" flipV="1">
                  <a:off x="1482" y="109"/>
                  <a:ext cx="0" cy="27"/>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89">
                  <a:extLst>
                    <a:ext uri="{FF2B5EF4-FFF2-40B4-BE49-F238E27FC236}">
                      <a16:creationId xmlns:a16="http://schemas.microsoft.com/office/drawing/2014/main" id="{00964B56-57F1-4885-9EB0-8EDEEC9C0F4F}"/>
                    </a:ext>
                  </a:extLst>
                </p:cNvPr>
                <p:cNvSpPr>
                  <a:spLocks noChangeShapeType="1"/>
                </p:cNvSpPr>
                <p:nvPr/>
              </p:nvSpPr>
              <p:spPr bwMode="ltGray">
                <a:xfrm>
                  <a:off x="1710" y="180"/>
                  <a:ext cx="0" cy="96"/>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90">
                  <a:extLst>
                    <a:ext uri="{FF2B5EF4-FFF2-40B4-BE49-F238E27FC236}">
                      <a16:creationId xmlns:a16="http://schemas.microsoft.com/office/drawing/2014/main" id="{A4E9D654-1394-40A7-BC93-7645A735A7A8}"/>
                    </a:ext>
                  </a:extLst>
                </p:cNvPr>
                <p:cNvSpPr>
                  <a:spLocks noChangeShapeType="1"/>
                </p:cNvSpPr>
                <p:nvPr/>
              </p:nvSpPr>
              <p:spPr bwMode="ltGray">
                <a:xfrm flipV="1">
                  <a:off x="1710" y="111"/>
                  <a:ext cx="0" cy="22"/>
                </a:xfrm>
                <a:prstGeom prst="line">
                  <a:avLst/>
                </a:prstGeom>
                <a:noFill/>
                <a:ln w="952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pic>
          <p:nvPicPr>
            <p:cNvPr id="7" name="Picture 91" descr="earth">
              <a:extLst>
                <a:ext uri="{FF2B5EF4-FFF2-40B4-BE49-F238E27FC236}">
                  <a16:creationId xmlns:a16="http://schemas.microsoft.com/office/drawing/2014/main" id="{9F4C23D1-9799-41E9-8F66-8A7262EEBF27}"/>
                </a:ext>
              </a:extLst>
            </p:cNvPr>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8860" name="Rectangle 92"/>
          <p:cNvSpPr>
            <a:spLocks noGrp="1" noChangeArrowheads="1"/>
          </p:cNvSpPr>
          <p:nvPr>
            <p:ph type="ctrTitle"/>
          </p:nvPr>
        </p:nvSpPr>
        <p:spPr>
          <a:xfrm>
            <a:off x="1828800" y="1828800"/>
            <a:ext cx="6934200" cy="2362200"/>
          </a:xfrm>
        </p:spPr>
        <p:txBody>
          <a:bodyPr/>
          <a:lstStyle>
            <a:lvl1pPr>
              <a:defRPr/>
            </a:lvl1pPr>
          </a:lstStyle>
          <a:p>
            <a:pPr lvl="0"/>
            <a:r>
              <a:rPr lang="zh-CN" altLang="en-US" noProof="0"/>
              <a:t>单击此处编辑母版标题样式</a:t>
            </a:r>
          </a:p>
        </p:txBody>
      </p:sp>
      <p:sp>
        <p:nvSpPr>
          <p:cNvPr id="288861"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pPr lvl="0"/>
            <a:r>
              <a:rPr lang="zh-CN" altLang="en-US" noProof="0"/>
              <a:t>单击此处编辑母版副标题样式</a:t>
            </a:r>
          </a:p>
        </p:txBody>
      </p:sp>
      <p:sp>
        <p:nvSpPr>
          <p:cNvPr id="94" name="Rectangle 94">
            <a:extLst>
              <a:ext uri="{FF2B5EF4-FFF2-40B4-BE49-F238E27FC236}">
                <a16:creationId xmlns:a16="http://schemas.microsoft.com/office/drawing/2014/main" id="{E4FCE64F-3E55-4EA0-89F8-DABE8C26CC71}"/>
              </a:ext>
            </a:extLst>
          </p:cNvPr>
          <p:cNvSpPr>
            <a:spLocks noGrp="1" noChangeArrowheads="1"/>
          </p:cNvSpPr>
          <p:nvPr>
            <p:ph type="dt" sz="half" idx="10"/>
          </p:nvPr>
        </p:nvSpPr>
        <p:spPr>
          <a:xfrm>
            <a:off x="533400" y="6324600"/>
            <a:ext cx="1905000" cy="457200"/>
          </a:xfrm>
        </p:spPr>
        <p:txBody>
          <a:bodyPr/>
          <a:lstStyle>
            <a:lvl1pPr>
              <a:defRPr/>
            </a:lvl1pPr>
          </a:lstStyle>
          <a:p>
            <a:pPr>
              <a:defRPr/>
            </a:pPr>
            <a:endParaRPr lang="en-US" altLang="zh-CN"/>
          </a:p>
        </p:txBody>
      </p:sp>
      <p:sp>
        <p:nvSpPr>
          <p:cNvPr id="95" name="Rectangle 95">
            <a:extLst>
              <a:ext uri="{FF2B5EF4-FFF2-40B4-BE49-F238E27FC236}">
                <a16:creationId xmlns:a16="http://schemas.microsoft.com/office/drawing/2014/main" id="{8E798018-7383-476F-B653-FB3A830B4F46}"/>
              </a:ext>
            </a:extLst>
          </p:cNvPr>
          <p:cNvSpPr>
            <a:spLocks noGrp="1" noChangeArrowheads="1"/>
          </p:cNvSpPr>
          <p:nvPr>
            <p:ph type="ftr" sz="quarter" idx="11"/>
          </p:nvPr>
        </p:nvSpPr>
        <p:spPr>
          <a:xfrm>
            <a:off x="3200400" y="6324600"/>
            <a:ext cx="2895600" cy="457200"/>
          </a:xfrm>
        </p:spPr>
        <p:txBody>
          <a:bodyPr/>
          <a:lstStyle>
            <a:lvl1pPr>
              <a:defRPr/>
            </a:lvl1pPr>
          </a:lstStyle>
          <a:p>
            <a:pPr>
              <a:defRPr/>
            </a:pPr>
            <a:endParaRPr lang="en-US" altLang="zh-CN"/>
          </a:p>
        </p:txBody>
      </p:sp>
      <p:sp>
        <p:nvSpPr>
          <p:cNvPr id="96" name="Rectangle 96">
            <a:extLst>
              <a:ext uri="{FF2B5EF4-FFF2-40B4-BE49-F238E27FC236}">
                <a16:creationId xmlns:a16="http://schemas.microsoft.com/office/drawing/2014/main" id="{38F0784C-66D8-423B-943D-8C732275761F}"/>
              </a:ext>
            </a:extLst>
          </p:cNvPr>
          <p:cNvSpPr>
            <a:spLocks noGrp="1" noChangeArrowheads="1"/>
          </p:cNvSpPr>
          <p:nvPr>
            <p:ph type="sldNum" sz="quarter" idx="12"/>
          </p:nvPr>
        </p:nvSpPr>
        <p:spPr>
          <a:xfrm>
            <a:off x="6858000" y="6324600"/>
            <a:ext cx="1905000" cy="457200"/>
          </a:xfrm>
        </p:spPr>
        <p:txBody>
          <a:bodyPr/>
          <a:lstStyle>
            <a:lvl1pPr>
              <a:defRPr/>
            </a:lvl1pPr>
          </a:lstStyle>
          <a:p>
            <a:pPr>
              <a:defRPr/>
            </a:pPr>
            <a:fld id="{AADB39B4-B288-4CC3-982A-619A19A3FB8E}" type="slidenum">
              <a:rPr lang="zh-CN" altLang="en-US"/>
              <a:pPr>
                <a:defRPr/>
              </a:pPr>
              <a:t>‹#›</a:t>
            </a:fld>
            <a:endParaRPr lang="en-US" altLang="zh-CN"/>
          </a:p>
        </p:txBody>
      </p:sp>
    </p:spTree>
    <p:extLst>
      <p:ext uri="{BB962C8B-B14F-4D97-AF65-F5344CB8AC3E}">
        <p14:creationId xmlns:p14="http://schemas.microsoft.com/office/powerpoint/2010/main" val="32502856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F75ED2FD-6F25-40FB-9520-FF5DF4F631B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C7FC2BA-6657-4B4C-9B6D-9B451EB6FFB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48C6A64-8BC7-45D4-AF21-C9EC9737AD61}"/>
              </a:ext>
            </a:extLst>
          </p:cNvPr>
          <p:cNvSpPr>
            <a:spLocks noGrp="1" noChangeArrowheads="1"/>
          </p:cNvSpPr>
          <p:nvPr>
            <p:ph type="sldNum" sz="quarter" idx="12"/>
          </p:nvPr>
        </p:nvSpPr>
        <p:spPr>
          <a:ln/>
        </p:spPr>
        <p:txBody>
          <a:bodyPr/>
          <a:lstStyle>
            <a:lvl1pPr>
              <a:defRPr/>
            </a:lvl1pPr>
          </a:lstStyle>
          <a:p>
            <a:pPr>
              <a:defRPr/>
            </a:pPr>
            <a:fld id="{7C0493EE-E8AA-48D4-898A-70D6B002282E}" type="slidenum">
              <a:rPr lang="zh-CN" altLang="en-US"/>
              <a:pPr>
                <a:defRPr/>
              </a:pPr>
              <a:t>‹#›</a:t>
            </a:fld>
            <a:endParaRPr lang="en-US" altLang="zh-CN"/>
          </a:p>
        </p:txBody>
      </p:sp>
    </p:spTree>
    <p:extLst>
      <p:ext uri="{BB962C8B-B14F-4D97-AF65-F5344CB8AC3E}">
        <p14:creationId xmlns:p14="http://schemas.microsoft.com/office/powerpoint/2010/main" val="3417880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CDF4D8DE-713A-413B-BDB4-8A0D0EF2EA9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7BF2B12-4BC2-4087-B787-674DB6F5E5F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B60C2CB-8815-4553-8609-6DD3A086AA8A}"/>
              </a:ext>
            </a:extLst>
          </p:cNvPr>
          <p:cNvSpPr>
            <a:spLocks noGrp="1" noChangeArrowheads="1"/>
          </p:cNvSpPr>
          <p:nvPr>
            <p:ph type="sldNum" sz="quarter" idx="12"/>
          </p:nvPr>
        </p:nvSpPr>
        <p:spPr>
          <a:ln/>
        </p:spPr>
        <p:txBody>
          <a:bodyPr/>
          <a:lstStyle>
            <a:lvl1pPr>
              <a:defRPr/>
            </a:lvl1pPr>
          </a:lstStyle>
          <a:p>
            <a:pPr>
              <a:defRPr/>
            </a:pPr>
            <a:fld id="{22EE4449-A507-4AF0-A83B-DC5AF1D4F9B2}" type="slidenum">
              <a:rPr lang="zh-CN" altLang="en-US"/>
              <a:pPr>
                <a:defRPr/>
              </a:pPr>
              <a:t>‹#›</a:t>
            </a:fld>
            <a:endParaRPr lang="en-US" altLang="zh-CN"/>
          </a:p>
        </p:txBody>
      </p:sp>
    </p:spTree>
    <p:extLst>
      <p:ext uri="{BB962C8B-B14F-4D97-AF65-F5344CB8AC3E}">
        <p14:creationId xmlns:p14="http://schemas.microsoft.com/office/powerpoint/2010/main" val="3325246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BAA8056-3228-448D-8D8E-A51922F7207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64D7C46-0E15-45A1-ABA8-322F7D02D2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DF312DB-F0EA-489C-A7CA-FA1A56B8CC52}"/>
              </a:ext>
            </a:extLst>
          </p:cNvPr>
          <p:cNvSpPr>
            <a:spLocks noGrp="1" noChangeArrowheads="1"/>
          </p:cNvSpPr>
          <p:nvPr>
            <p:ph type="sldNum" sz="quarter" idx="12"/>
          </p:nvPr>
        </p:nvSpPr>
        <p:spPr>
          <a:ln/>
        </p:spPr>
        <p:txBody>
          <a:bodyPr/>
          <a:lstStyle>
            <a:lvl1pPr>
              <a:defRPr/>
            </a:lvl1pPr>
          </a:lstStyle>
          <a:p>
            <a:pPr>
              <a:defRPr/>
            </a:pPr>
            <a:fld id="{9419BFEA-A359-4500-BE1F-AEDC5E4EACD6}" type="slidenum">
              <a:rPr lang="zh-CN" altLang="en-US"/>
              <a:pPr>
                <a:defRPr/>
              </a:pPr>
              <a:t>‹#›</a:t>
            </a:fld>
            <a:endParaRPr lang="en-US" altLang="zh-CN"/>
          </a:p>
        </p:txBody>
      </p:sp>
    </p:spTree>
    <p:extLst>
      <p:ext uri="{BB962C8B-B14F-4D97-AF65-F5344CB8AC3E}">
        <p14:creationId xmlns:p14="http://schemas.microsoft.com/office/powerpoint/2010/main" val="12491771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7CCF4D6F-9649-44E6-95CC-82398998B2C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2F58E1FC-3CEB-4063-99E0-C5534D4C9C0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883130C-1E9D-4832-9147-E1EFC1CF5B69}"/>
              </a:ext>
            </a:extLst>
          </p:cNvPr>
          <p:cNvSpPr>
            <a:spLocks noGrp="1" noChangeArrowheads="1"/>
          </p:cNvSpPr>
          <p:nvPr>
            <p:ph type="sldNum" sz="quarter" idx="12"/>
          </p:nvPr>
        </p:nvSpPr>
        <p:spPr>
          <a:ln/>
        </p:spPr>
        <p:txBody>
          <a:bodyPr/>
          <a:lstStyle>
            <a:lvl1pPr>
              <a:defRPr/>
            </a:lvl1pPr>
          </a:lstStyle>
          <a:p>
            <a:pPr>
              <a:defRPr/>
            </a:pPr>
            <a:fld id="{1BCCC0E8-7FD2-4484-998E-7A9307CD7B89}" type="slidenum">
              <a:rPr lang="zh-CN" altLang="en-US"/>
              <a:pPr>
                <a:defRPr/>
              </a:pPr>
              <a:t>‹#›</a:t>
            </a:fld>
            <a:endParaRPr lang="en-US" altLang="zh-CN"/>
          </a:p>
        </p:txBody>
      </p:sp>
    </p:spTree>
    <p:extLst>
      <p:ext uri="{BB962C8B-B14F-4D97-AF65-F5344CB8AC3E}">
        <p14:creationId xmlns:p14="http://schemas.microsoft.com/office/powerpoint/2010/main" val="41666945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3E896E6-3778-4F10-90E6-56CBCEDFA82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2F41939-E120-4ACB-9D01-463C920704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046D666-A729-4C39-A13A-659978109ABD}"/>
              </a:ext>
            </a:extLst>
          </p:cNvPr>
          <p:cNvSpPr>
            <a:spLocks noGrp="1" noChangeArrowheads="1"/>
          </p:cNvSpPr>
          <p:nvPr>
            <p:ph type="sldNum" sz="quarter" idx="12"/>
          </p:nvPr>
        </p:nvSpPr>
        <p:spPr>
          <a:ln/>
        </p:spPr>
        <p:txBody>
          <a:bodyPr/>
          <a:lstStyle>
            <a:lvl1pPr>
              <a:defRPr/>
            </a:lvl1pPr>
          </a:lstStyle>
          <a:p>
            <a:pPr>
              <a:defRPr/>
            </a:pPr>
            <a:fld id="{A75FD28A-55B7-439A-B84E-49981F8D84AF}" type="slidenum">
              <a:rPr lang="zh-CN" altLang="en-US"/>
              <a:pPr>
                <a:defRPr/>
              </a:pPr>
              <a:t>‹#›</a:t>
            </a:fld>
            <a:endParaRPr lang="en-US" altLang="zh-CN"/>
          </a:p>
        </p:txBody>
      </p:sp>
    </p:spTree>
    <p:extLst>
      <p:ext uri="{BB962C8B-B14F-4D97-AF65-F5344CB8AC3E}">
        <p14:creationId xmlns:p14="http://schemas.microsoft.com/office/powerpoint/2010/main" val="962703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49E7591-5827-43A5-BF26-47FC34C4894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ED4AB4A0-B44C-498F-9FD7-AC7A885FEE0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1E354A1-A337-4725-B59D-658B4DD03366}"/>
              </a:ext>
            </a:extLst>
          </p:cNvPr>
          <p:cNvSpPr>
            <a:spLocks noGrp="1" noChangeArrowheads="1"/>
          </p:cNvSpPr>
          <p:nvPr>
            <p:ph type="sldNum" sz="quarter" idx="12"/>
          </p:nvPr>
        </p:nvSpPr>
        <p:spPr>
          <a:ln/>
        </p:spPr>
        <p:txBody>
          <a:bodyPr/>
          <a:lstStyle>
            <a:lvl1pPr>
              <a:defRPr/>
            </a:lvl1pPr>
          </a:lstStyle>
          <a:p>
            <a:pPr>
              <a:defRPr/>
            </a:pPr>
            <a:fld id="{CC691E6C-2199-4B37-A90E-C12FDEB92DEA}" type="slidenum">
              <a:rPr lang="zh-CN" altLang="en-US"/>
              <a:pPr>
                <a:defRPr/>
              </a:pPr>
              <a:t>‹#›</a:t>
            </a:fld>
            <a:endParaRPr lang="en-US" altLang="zh-CN"/>
          </a:p>
        </p:txBody>
      </p:sp>
    </p:spTree>
    <p:extLst>
      <p:ext uri="{BB962C8B-B14F-4D97-AF65-F5344CB8AC3E}">
        <p14:creationId xmlns:p14="http://schemas.microsoft.com/office/powerpoint/2010/main" val="30478343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CC32C67-41FA-4173-8D7C-36EC29FB93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E1CB0937-B981-4153-BAE3-1AD7DAE6BA4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BDAE0DE-037F-4448-B1A2-BB5E5751DE66}"/>
              </a:ext>
            </a:extLst>
          </p:cNvPr>
          <p:cNvSpPr>
            <a:spLocks noGrp="1" noChangeArrowheads="1"/>
          </p:cNvSpPr>
          <p:nvPr>
            <p:ph type="sldNum" sz="quarter" idx="12"/>
          </p:nvPr>
        </p:nvSpPr>
        <p:spPr>
          <a:ln/>
        </p:spPr>
        <p:txBody>
          <a:bodyPr/>
          <a:lstStyle>
            <a:lvl1pPr>
              <a:defRPr/>
            </a:lvl1pPr>
          </a:lstStyle>
          <a:p>
            <a:pPr>
              <a:defRPr/>
            </a:pPr>
            <a:fld id="{B58D21AB-3B43-4ECE-92CC-6309E12DAED2}" type="slidenum">
              <a:rPr lang="zh-CN" altLang="en-US"/>
              <a:pPr>
                <a:defRPr/>
              </a:pPr>
              <a:t>‹#›</a:t>
            </a:fld>
            <a:endParaRPr lang="en-US" altLang="zh-CN"/>
          </a:p>
        </p:txBody>
      </p:sp>
    </p:spTree>
    <p:extLst>
      <p:ext uri="{BB962C8B-B14F-4D97-AF65-F5344CB8AC3E}">
        <p14:creationId xmlns:p14="http://schemas.microsoft.com/office/powerpoint/2010/main" val="235184567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881057B-B443-4CFA-ACA0-3636E3C52D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7EA98CC6-1C47-440C-9E86-25E6B1E4BF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23AC1A4-12CC-4A36-A4A4-92B6E26BF8B8}"/>
              </a:ext>
            </a:extLst>
          </p:cNvPr>
          <p:cNvSpPr>
            <a:spLocks noGrp="1" noChangeArrowheads="1"/>
          </p:cNvSpPr>
          <p:nvPr>
            <p:ph type="sldNum" sz="quarter" idx="12"/>
          </p:nvPr>
        </p:nvSpPr>
        <p:spPr>
          <a:ln/>
        </p:spPr>
        <p:txBody>
          <a:bodyPr/>
          <a:lstStyle>
            <a:lvl1pPr>
              <a:defRPr/>
            </a:lvl1pPr>
          </a:lstStyle>
          <a:p>
            <a:pPr>
              <a:defRPr/>
            </a:pPr>
            <a:fld id="{97E7F014-6BB1-4020-AE0C-894D017D1A12}" type="slidenum">
              <a:rPr lang="zh-CN" altLang="en-US"/>
              <a:pPr>
                <a:defRPr/>
              </a:pPr>
              <a:t>‹#›</a:t>
            </a:fld>
            <a:endParaRPr lang="en-US" altLang="zh-CN"/>
          </a:p>
        </p:txBody>
      </p:sp>
    </p:spTree>
    <p:extLst>
      <p:ext uri="{BB962C8B-B14F-4D97-AF65-F5344CB8AC3E}">
        <p14:creationId xmlns:p14="http://schemas.microsoft.com/office/powerpoint/2010/main" val="21752764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CD6619B-9560-4E1E-B548-BED8064F59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B2E3754-32A1-45AC-B07F-D6F24EADE5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CCD8265-766C-4D0B-92B3-DFCFC885975D}"/>
              </a:ext>
            </a:extLst>
          </p:cNvPr>
          <p:cNvSpPr>
            <a:spLocks noGrp="1" noChangeArrowheads="1"/>
          </p:cNvSpPr>
          <p:nvPr>
            <p:ph type="sldNum" sz="quarter" idx="12"/>
          </p:nvPr>
        </p:nvSpPr>
        <p:spPr>
          <a:ln/>
        </p:spPr>
        <p:txBody>
          <a:bodyPr/>
          <a:lstStyle>
            <a:lvl1pPr>
              <a:defRPr/>
            </a:lvl1pPr>
          </a:lstStyle>
          <a:p>
            <a:pPr>
              <a:defRPr/>
            </a:pPr>
            <a:fld id="{E0064BEB-DA40-46EA-8BF2-6380E6C26DCF}" type="slidenum">
              <a:rPr lang="zh-CN" altLang="en-US"/>
              <a:pPr>
                <a:defRPr/>
              </a:pPr>
              <a:t>‹#›</a:t>
            </a:fld>
            <a:endParaRPr lang="en-US" altLang="zh-CN"/>
          </a:p>
        </p:txBody>
      </p:sp>
    </p:spTree>
    <p:extLst>
      <p:ext uri="{BB962C8B-B14F-4D97-AF65-F5344CB8AC3E}">
        <p14:creationId xmlns:p14="http://schemas.microsoft.com/office/powerpoint/2010/main" val="5972794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405563" y="930275"/>
            <a:ext cx="2052637" cy="533241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46063" y="930275"/>
            <a:ext cx="6007100" cy="533241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8BC6875-C412-4E2A-903E-5413E6BB9DA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69CDEA4-5683-42F7-B027-3ADAE6AB67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B668E92-2B3F-4936-BBF7-3CFA193E472D}"/>
              </a:ext>
            </a:extLst>
          </p:cNvPr>
          <p:cNvSpPr>
            <a:spLocks noGrp="1" noChangeArrowheads="1"/>
          </p:cNvSpPr>
          <p:nvPr>
            <p:ph type="sldNum" sz="quarter" idx="12"/>
          </p:nvPr>
        </p:nvSpPr>
        <p:spPr>
          <a:ln/>
        </p:spPr>
        <p:txBody>
          <a:bodyPr/>
          <a:lstStyle>
            <a:lvl1pPr>
              <a:defRPr/>
            </a:lvl1pPr>
          </a:lstStyle>
          <a:p>
            <a:pPr>
              <a:defRPr/>
            </a:pPr>
            <a:fld id="{AF5D0A7F-AF2B-4DEC-89D2-3BA3BF221A74}" type="slidenum">
              <a:rPr lang="zh-CN" altLang="en-US"/>
              <a:pPr>
                <a:defRPr/>
              </a:pPr>
              <a:t>‹#›</a:t>
            </a:fld>
            <a:endParaRPr lang="en-US" altLang="zh-CN"/>
          </a:p>
        </p:txBody>
      </p:sp>
    </p:spTree>
    <p:extLst>
      <p:ext uri="{BB962C8B-B14F-4D97-AF65-F5344CB8AC3E}">
        <p14:creationId xmlns:p14="http://schemas.microsoft.com/office/powerpoint/2010/main" val="6801835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AndTwoObj">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246063" y="930275"/>
            <a:ext cx="7772400" cy="1143000"/>
          </a:xfrm>
        </p:spPr>
        <p:txBody>
          <a:bodyPr/>
          <a:lstStyle/>
          <a:p>
            <a:r>
              <a:rPr lang="zh-CN" altLang="en-US"/>
              <a:t>单击此处编辑母版标题样式</a:t>
            </a:r>
          </a:p>
        </p:txBody>
      </p:sp>
      <p:sp>
        <p:nvSpPr>
          <p:cNvPr id="3" name="内容占位符 2"/>
          <p:cNvSpPr>
            <a:spLocks noGrp="1"/>
          </p:cNvSpPr>
          <p:nvPr>
            <p:ph sz="half" idx="1"/>
          </p:nvPr>
        </p:nvSpPr>
        <p:spPr>
          <a:xfrm>
            <a:off x="685800" y="214788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2147888"/>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281488"/>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96EE9914-B540-4091-B009-4B0C2497BAEA}"/>
              </a:ext>
            </a:extLst>
          </p:cNvPr>
          <p:cNvSpPr>
            <a:spLocks noGrp="1"/>
          </p:cNvSpPr>
          <p:nvPr>
            <p:ph type="dt" sz="half" idx="10"/>
          </p:nvPr>
        </p:nvSpPr>
        <p:spPr/>
        <p:txBody>
          <a:bodyPr/>
          <a:lstStyle>
            <a:lvl1pPr>
              <a:defRPr>
                <a:solidFill>
                  <a:srgbClr val="000000"/>
                </a:solidFill>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7" name="页脚占位符 6">
            <a:extLst>
              <a:ext uri="{FF2B5EF4-FFF2-40B4-BE49-F238E27FC236}">
                <a16:creationId xmlns:a16="http://schemas.microsoft.com/office/drawing/2014/main" id="{B420652B-9CB9-425C-A707-A8116F31FDFD}"/>
              </a:ext>
            </a:extLst>
          </p:cNvPr>
          <p:cNvSpPr>
            <a:spLocks noGrp="1"/>
          </p:cNvSpPr>
          <p:nvPr>
            <p:ph type="ftr" sz="quarter" idx="11"/>
          </p:nvPr>
        </p:nvSpPr>
        <p:spPr/>
        <p:txBody>
          <a:bodyPr/>
          <a:lstStyle>
            <a:lvl1pPr>
              <a:defRPr>
                <a:solidFill>
                  <a:srgbClr val="000000"/>
                </a:solidFill>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8" name="灯片编号占位符 7">
            <a:extLst>
              <a:ext uri="{FF2B5EF4-FFF2-40B4-BE49-F238E27FC236}">
                <a16:creationId xmlns:a16="http://schemas.microsoft.com/office/drawing/2014/main" id="{DBAACDCC-DE21-4DB0-91A1-2C3DAFA7C7E4}"/>
              </a:ext>
            </a:extLst>
          </p:cNvPr>
          <p:cNvSpPr>
            <a:spLocks noGrp="1"/>
          </p:cNvSpPr>
          <p:nvPr>
            <p:ph type="sldNum" sz="quarter" idx="12"/>
          </p:nvPr>
        </p:nvSpPr>
        <p:spPr/>
        <p:txBody>
          <a:bodyPr/>
          <a:lstStyle>
            <a:lvl1pPr>
              <a:defRPr>
                <a:solidFill>
                  <a:srgbClr val="000000"/>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C0E94CE7-685C-4C58-8893-ECA8A14D93F9}" type="slidenum">
              <a:rPr kumimoji="0" lang="zh-CN" altLang="en-US" sz="1400" b="0" i="0" u="none" strike="noStrike" kern="1200" cap="none" spc="0" normalizeH="0" baseline="0" noProof="0">
                <a:ln>
                  <a:noFill/>
                </a:ln>
                <a:solidFill>
                  <a:srgbClr val="000000"/>
                </a:solidFill>
                <a:effectLst/>
                <a:uLnTx/>
                <a:uFillTx/>
                <a:latin typeface="Arial" charset="0"/>
                <a:ea typeface="宋体"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24288299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6FA9B036-D058-4F05-838B-7EC5C11106B8}"/>
              </a:ext>
            </a:extLst>
          </p:cNvPr>
          <p:cNvSpPr>
            <a:spLocks noGrp="1" noChangeArrowheads="1"/>
          </p:cNvSpPr>
          <p:nvPr>
            <p:ph type="ftr" sz="quarter" idx="10"/>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Rectangle 5">
            <a:extLst>
              <a:ext uri="{FF2B5EF4-FFF2-40B4-BE49-F238E27FC236}">
                <a16:creationId xmlns:a16="http://schemas.microsoft.com/office/drawing/2014/main" id="{F5CE985D-DC86-4774-8920-19BEE9CF0F7B}"/>
              </a:ext>
            </a:extLst>
          </p:cNvPr>
          <p:cNvSpPr>
            <a:spLocks noGrp="1" noChangeArrowheads="1"/>
          </p:cNvSpPr>
          <p:nvPr>
            <p:ph type="sldNum" sz="quarter" idx="11"/>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EA70D6E-A1F7-4E09-BF5E-93E3B5C044C5}" type="slidenum">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020985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1233468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5013044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435816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7838318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4392667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25420543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27418190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457024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30443247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5555438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CE2719B-5B06-410C-9D74-7320BB9166CC}" type="datetimeFigureOut">
              <a:rPr lang="zh-CN" altLang="en-US" smtClean="0"/>
              <a:t>2025/4/14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1590221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image" Target="../media/image3.png"/><Relationship Id="rId2" Type="http://schemas.openxmlformats.org/officeDocument/2006/relationships/slideLayout" Target="../slideLayouts/slideLayout16.xml"/><Relationship Id="rId16" Type="http://schemas.openxmlformats.org/officeDocument/2006/relationships/image" Target="../media/image2.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1.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7506FA6-8F57-41F6-BE5F-839E87589849}"/>
              </a:ext>
            </a:extLst>
          </p:cNvPr>
          <p:cNvSpPr>
            <a:spLocks noGrp="1" noChangeArrowheads="1"/>
          </p:cNvSpPr>
          <p:nvPr>
            <p:ph type="title"/>
          </p:nvPr>
        </p:nvSpPr>
        <p:spPr bwMode="auto">
          <a:xfrm>
            <a:off x="246063" y="9302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76C50BAE-BCF6-4B26-9773-070F57F5A404}"/>
              </a:ext>
            </a:extLst>
          </p:cNvPr>
          <p:cNvSpPr>
            <a:spLocks noGrp="1" noChangeArrowheads="1"/>
          </p:cNvSpPr>
          <p:nvPr>
            <p:ph type="body" idx="1"/>
          </p:nvPr>
        </p:nvSpPr>
        <p:spPr bwMode="auto">
          <a:xfrm>
            <a:off x="685800" y="214788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748" name="Rectangle 4">
            <a:extLst>
              <a:ext uri="{FF2B5EF4-FFF2-40B4-BE49-F238E27FC236}">
                <a16:creationId xmlns:a16="http://schemas.microsoft.com/office/drawing/2014/main" id="{86A2DB52-46DC-41D2-BEB4-87C0E9049620}"/>
              </a:ext>
            </a:extLst>
          </p:cNvPr>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i="0">
                <a:solidFill>
                  <a:srgbClr val="000000"/>
                </a:solidFill>
              </a:defRPr>
            </a:lvl1pPr>
          </a:lstStyle>
          <a:p>
            <a:pPr>
              <a:defRPr/>
            </a:pPr>
            <a:endParaRPr lang="en-US" altLang="zh-CN"/>
          </a:p>
        </p:txBody>
      </p:sp>
      <p:sp>
        <p:nvSpPr>
          <p:cNvPr id="287749" name="Rectangle 5">
            <a:extLst>
              <a:ext uri="{FF2B5EF4-FFF2-40B4-BE49-F238E27FC236}">
                <a16:creationId xmlns:a16="http://schemas.microsoft.com/office/drawing/2014/main" id="{A5B9AC6D-585D-41D2-B759-A0B19AC05C84}"/>
              </a:ext>
            </a:extLst>
          </p:cNvPr>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i="0">
                <a:solidFill>
                  <a:srgbClr val="000000"/>
                </a:solidFill>
              </a:defRPr>
            </a:lvl1pPr>
          </a:lstStyle>
          <a:p>
            <a:pPr>
              <a:defRPr/>
            </a:pPr>
            <a:endParaRPr lang="en-US" altLang="zh-CN"/>
          </a:p>
        </p:txBody>
      </p:sp>
      <p:sp>
        <p:nvSpPr>
          <p:cNvPr id="287750" name="Rectangle 6">
            <a:extLst>
              <a:ext uri="{FF2B5EF4-FFF2-40B4-BE49-F238E27FC236}">
                <a16:creationId xmlns:a16="http://schemas.microsoft.com/office/drawing/2014/main" id="{1AB8D360-55C1-404E-9642-E1FE0F109B12}"/>
              </a:ext>
            </a:extLst>
          </p:cNvPr>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i="0">
                <a:solidFill>
                  <a:srgbClr val="000000"/>
                </a:solidFill>
              </a:defRPr>
            </a:lvl1pPr>
          </a:lstStyle>
          <a:p>
            <a:pPr>
              <a:defRPr/>
            </a:pPr>
            <a:fld id="{9FD2A943-CF56-49DA-8D5D-7A90917E3C35}" type="slidenum">
              <a:rPr lang="zh-CN" altLang="en-US"/>
              <a:pPr>
                <a:defRPr/>
              </a:pPr>
              <a:t>‹#›</a:t>
            </a:fld>
            <a:endParaRPr lang="en-US" altLang="zh-CN"/>
          </a:p>
        </p:txBody>
      </p:sp>
      <p:grpSp>
        <p:nvGrpSpPr>
          <p:cNvPr id="160" name="组合 159">
            <a:extLst>
              <a:ext uri="{FF2B5EF4-FFF2-40B4-BE49-F238E27FC236}">
                <a16:creationId xmlns:a16="http://schemas.microsoft.com/office/drawing/2014/main" id="{937589C9-23BE-4DE8-920D-E692843CF80C}"/>
              </a:ext>
            </a:extLst>
          </p:cNvPr>
          <p:cNvGrpSpPr/>
          <p:nvPr userDrawn="1"/>
        </p:nvGrpSpPr>
        <p:grpSpPr>
          <a:xfrm>
            <a:off x="142282" y="288798"/>
            <a:ext cx="533400" cy="426720"/>
            <a:chOff x="0" y="288798"/>
            <a:chExt cx="533400" cy="426720"/>
          </a:xfrm>
        </p:grpSpPr>
        <p:sp>
          <p:nvSpPr>
            <p:cNvPr id="161" name="矩形 160">
              <a:extLst>
                <a:ext uri="{FF2B5EF4-FFF2-40B4-BE49-F238E27FC236}">
                  <a16:creationId xmlns:a16="http://schemas.microsoft.com/office/drawing/2014/main" id="{3215382F-CB53-4992-8055-3E63AA884941}"/>
                </a:ext>
              </a:extLst>
            </p:cNvPr>
            <p:cNvSpPr/>
            <p:nvPr/>
          </p:nvSpPr>
          <p:spPr>
            <a:xfrm>
              <a:off x="0" y="288798"/>
              <a:ext cx="4191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A7E7A35D-3572-4410-AC23-B3AE01DE596B}"/>
                </a:ext>
              </a:extLst>
            </p:cNvPr>
            <p:cNvSpPr/>
            <p:nvPr/>
          </p:nvSpPr>
          <p:spPr>
            <a:xfrm>
              <a:off x="457200" y="288798"/>
              <a:ext cx="762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3" name="图片 162">
            <a:extLst>
              <a:ext uri="{FF2B5EF4-FFF2-40B4-BE49-F238E27FC236}">
                <a16:creationId xmlns:a16="http://schemas.microsoft.com/office/drawing/2014/main" id="{F5DD1D46-E9B6-412B-A870-F555EA614AC5}"/>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422805" y="244642"/>
            <a:ext cx="492595" cy="505044"/>
          </a:xfrm>
          <a:prstGeom prst="rect">
            <a:avLst/>
          </a:prstGeom>
        </p:spPr>
      </p:pic>
    </p:spTree>
    <p:extLst>
      <p:ext uri="{BB962C8B-B14F-4D97-AF65-F5344CB8AC3E}">
        <p14:creationId xmlns:p14="http://schemas.microsoft.com/office/powerpoint/2010/main" val="1694624648"/>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 id="2147483783" r:id="rId13"/>
    <p:sldLayoutId id="2147483784" r:id="rId14"/>
  </p:sldLayoutIdLst>
  <p:txStyles>
    <p:title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7"/>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8"/>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595DD6E-E5B6-45BA-9EB5-F5178B065C53}"/>
              </a:ext>
            </a:extLst>
          </p:cNvPr>
          <p:cNvSpPr>
            <a:spLocks noGrp="1" noChangeArrowheads="1"/>
          </p:cNvSpPr>
          <p:nvPr>
            <p:ph type="title"/>
          </p:nvPr>
        </p:nvSpPr>
        <p:spPr bwMode="auto">
          <a:xfrm>
            <a:off x="246063" y="930275"/>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6DCB4F36-6CFA-403D-8FA4-14813894C202}"/>
              </a:ext>
            </a:extLst>
          </p:cNvPr>
          <p:cNvSpPr>
            <a:spLocks noGrp="1" noChangeArrowheads="1"/>
          </p:cNvSpPr>
          <p:nvPr>
            <p:ph type="body" idx="1"/>
          </p:nvPr>
        </p:nvSpPr>
        <p:spPr bwMode="auto">
          <a:xfrm>
            <a:off x="685800" y="214788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87748" name="Rectangle 4">
            <a:extLst>
              <a:ext uri="{FF2B5EF4-FFF2-40B4-BE49-F238E27FC236}">
                <a16:creationId xmlns:a16="http://schemas.microsoft.com/office/drawing/2014/main" id="{14F440BB-335D-4906-9F96-03D196CC8049}"/>
              </a:ext>
            </a:extLst>
          </p:cNvPr>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0" sz="1400"/>
            </a:lvl1pPr>
          </a:lstStyle>
          <a:p>
            <a:pPr>
              <a:defRPr/>
            </a:pPr>
            <a:endParaRPr lang="en-US" altLang="zh-CN"/>
          </a:p>
        </p:txBody>
      </p:sp>
      <p:sp>
        <p:nvSpPr>
          <p:cNvPr id="287749" name="Rectangle 5">
            <a:extLst>
              <a:ext uri="{FF2B5EF4-FFF2-40B4-BE49-F238E27FC236}">
                <a16:creationId xmlns:a16="http://schemas.microsoft.com/office/drawing/2014/main" id="{50BAB647-A2F3-4BDD-906A-6611A2331853}"/>
              </a:ext>
            </a:extLst>
          </p:cNvPr>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kumimoji="0" sz="1400"/>
            </a:lvl1pPr>
          </a:lstStyle>
          <a:p>
            <a:pPr>
              <a:defRPr/>
            </a:pPr>
            <a:endParaRPr lang="en-US" altLang="zh-CN"/>
          </a:p>
        </p:txBody>
      </p:sp>
      <p:sp>
        <p:nvSpPr>
          <p:cNvPr id="287750" name="Rectangle 6">
            <a:extLst>
              <a:ext uri="{FF2B5EF4-FFF2-40B4-BE49-F238E27FC236}">
                <a16:creationId xmlns:a16="http://schemas.microsoft.com/office/drawing/2014/main" id="{88F7318C-32C4-4492-B2FE-44A30371CE2D}"/>
              </a:ext>
            </a:extLst>
          </p:cNvPr>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0" sz="1400"/>
            </a:lvl1pPr>
          </a:lstStyle>
          <a:p>
            <a:pPr>
              <a:defRPr/>
            </a:pPr>
            <a:fld id="{DF950ADC-F25A-4049-93A2-C6384A97C88A}" type="slidenum">
              <a:rPr lang="zh-CN" altLang="en-US"/>
              <a:pPr>
                <a:defRPr/>
              </a:pPr>
              <a:t>‹#›</a:t>
            </a:fld>
            <a:endParaRPr lang="en-US" altLang="zh-CN"/>
          </a:p>
        </p:txBody>
      </p:sp>
      <p:grpSp>
        <p:nvGrpSpPr>
          <p:cNvPr id="160" name="组合 159">
            <a:extLst>
              <a:ext uri="{FF2B5EF4-FFF2-40B4-BE49-F238E27FC236}">
                <a16:creationId xmlns:a16="http://schemas.microsoft.com/office/drawing/2014/main" id="{937589C9-23BE-4DE8-920D-E692843CF80C}"/>
              </a:ext>
            </a:extLst>
          </p:cNvPr>
          <p:cNvGrpSpPr/>
          <p:nvPr userDrawn="1"/>
        </p:nvGrpSpPr>
        <p:grpSpPr>
          <a:xfrm>
            <a:off x="142282" y="288798"/>
            <a:ext cx="533400" cy="426720"/>
            <a:chOff x="0" y="288798"/>
            <a:chExt cx="533400" cy="426720"/>
          </a:xfrm>
        </p:grpSpPr>
        <p:sp>
          <p:nvSpPr>
            <p:cNvPr id="161" name="矩形 160">
              <a:extLst>
                <a:ext uri="{FF2B5EF4-FFF2-40B4-BE49-F238E27FC236}">
                  <a16:creationId xmlns:a16="http://schemas.microsoft.com/office/drawing/2014/main" id="{3215382F-CB53-4992-8055-3E63AA884941}"/>
                </a:ext>
              </a:extLst>
            </p:cNvPr>
            <p:cNvSpPr/>
            <p:nvPr/>
          </p:nvSpPr>
          <p:spPr>
            <a:xfrm>
              <a:off x="0" y="288798"/>
              <a:ext cx="4191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a:extLst>
                <a:ext uri="{FF2B5EF4-FFF2-40B4-BE49-F238E27FC236}">
                  <a16:creationId xmlns:a16="http://schemas.microsoft.com/office/drawing/2014/main" id="{A7E7A35D-3572-4410-AC23-B3AE01DE596B}"/>
                </a:ext>
              </a:extLst>
            </p:cNvPr>
            <p:cNvSpPr/>
            <p:nvPr/>
          </p:nvSpPr>
          <p:spPr>
            <a:xfrm>
              <a:off x="457200" y="288798"/>
              <a:ext cx="76200" cy="426720"/>
            </a:xfrm>
            <a:prstGeom prst="rect">
              <a:avLst/>
            </a:prstGeom>
            <a:solidFill>
              <a:srgbClr val="2A53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63" name="图片 162">
            <a:extLst>
              <a:ext uri="{FF2B5EF4-FFF2-40B4-BE49-F238E27FC236}">
                <a16:creationId xmlns:a16="http://schemas.microsoft.com/office/drawing/2014/main" id="{F5DD1D46-E9B6-412B-A870-F555EA614AC5}"/>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8422805" y="244642"/>
            <a:ext cx="492595" cy="505044"/>
          </a:xfrm>
          <a:prstGeom prst="rect">
            <a:avLst/>
          </a:prstGeom>
        </p:spPr>
      </p:pic>
    </p:spTree>
    <p:extLst>
      <p:ext uri="{BB962C8B-B14F-4D97-AF65-F5344CB8AC3E}">
        <p14:creationId xmlns:p14="http://schemas.microsoft.com/office/powerpoint/2010/main" val="2666830418"/>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 id="2147483812" r:id="rId12"/>
    <p:sldLayoutId id="2147483813" r:id="rId13"/>
  </p:sldLayoutIdLst>
  <p:txStyles>
    <p:title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6"/>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7"/>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E2719B-5B06-410C-9D74-7320BB9166CC}" type="datetimeFigureOut">
              <a:rPr lang="zh-CN" altLang="en-US" smtClean="0"/>
              <a:t>2025/4/14</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D85A84-B48C-4461-822A-A964FF3D3CD5}" type="slidenum">
              <a:rPr lang="zh-CN" altLang="en-US" smtClean="0"/>
              <a:t>‹#›</a:t>
            </a:fld>
            <a:endParaRPr lang="zh-CN" altLang="en-US"/>
          </a:p>
        </p:txBody>
      </p:sp>
    </p:spTree>
    <p:extLst>
      <p:ext uri="{BB962C8B-B14F-4D97-AF65-F5344CB8AC3E}">
        <p14:creationId xmlns:p14="http://schemas.microsoft.com/office/powerpoint/2010/main" val="960087165"/>
      </p:ext>
    </p:extLst>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5.bin"/><Relationship Id="rId18" Type="http://schemas.openxmlformats.org/officeDocument/2006/relationships/image" Target="../media/image11.wmf"/><Relationship Id="rId3" Type="http://schemas.openxmlformats.org/officeDocument/2006/relationships/image" Target="../media/image2.png"/><Relationship Id="rId21" Type="http://schemas.openxmlformats.org/officeDocument/2006/relationships/oleObject" Target="../embeddings/oleObject9.bin"/><Relationship Id="rId7" Type="http://schemas.openxmlformats.org/officeDocument/2006/relationships/oleObject" Target="../embeddings/oleObject2.bin"/><Relationship Id="rId12" Type="http://schemas.openxmlformats.org/officeDocument/2006/relationships/image" Target="../media/image8.wmf"/><Relationship Id="rId17" Type="http://schemas.openxmlformats.org/officeDocument/2006/relationships/oleObject" Target="../embeddings/oleObject7.bin"/><Relationship Id="rId25" Type="http://schemas.openxmlformats.org/officeDocument/2006/relationships/image" Target="../media/image14.png"/><Relationship Id="rId2" Type="http://schemas.openxmlformats.org/officeDocument/2006/relationships/notesSlide" Target="../notesSlides/notesSlide2.xml"/><Relationship Id="rId16" Type="http://schemas.openxmlformats.org/officeDocument/2006/relationships/image" Target="../media/image10.wmf"/><Relationship Id="rId20" Type="http://schemas.openxmlformats.org/officeDocument/2006/relationships/image" Target="../media/image12.wmf"/><Relationship Id="rId1" Type="http://schemas.openxmlformats.org/officeDocument/2006/relationships/slideLayout" Target="../slideLayouts/slideLayout21.xml"/><Relationship Id="rId6" Type="http://schemas.openxmlformats.org/officeDocument/2006/relationships/image" Target="../media/image5.wmf"/><Relationship Id="rId11" Type="http://schemas.openxmlformats.org/officeDocument/2006/relationships/oleObject" Target="../embeddings/oleObject4.bin"/><Relationship Id="rId24" Type="http://schemas.openxmlformats.org/officeDocument/2006/relationships/image" Target="../media/image13.png"/><Relationship Id="rId5" Type="http://schemas.openxmlformats.org/officeDocument/2006/relationships/oleObject" Target="../embeddings/oleObject1.bin"/><Relationship Id="rId15" Type="http://schemas.openxmlformats.org/officeDocument/2006/relationships/oleObject" Target="../embeddings/oleObject6.bin"/><Relationship Id="rId10" Type="http://schemas.openxmlformats.org/officeDocument/2006/relationships/image" Target="../media/image7.wmf"/><Relationship Id="rId19" Type="http://schemas.openxmlformats.org/officeDocument/2006/relationships/oleObject" Target="../embeddings/oleObject8.bin"/><Relationship Id="rId4" Type="http://schemas.openxmlformats.org/officeDocument/2006/relationships/image" Target="../media/image3.png"/><Relationship Id="rId9" Type="http://schemas.openxmlformats.org/officeDocument/2006/relationships/oleObject" Target="../embeddings/oleObject3.bin"/><Relationship Id="rId14" Type="http://schemas.openxmlformats.org/officeDocument/2006/relationships/image" Target="../media/image9.wmf"/><Relationship Id="rId22" Type="http://schemas.openxmlformats.org/officeDocument/2006/relationships/image" Target="../media/image13.w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200.png"/><Relationship Id="rId18" Type="http://schemas.openxmlformats.org/officeDocument/2006/relationships/image" Target="../media/image2.png"/><Relationship Id="rId3" Type="http://schemas.openxmlformats.org/officeDocument/2006/relationships/image" Target="../media/image14.wmf"/><Relationship Id="rId7" Type="http://schemas.openxmlformats.org/officeDocument/2006/relationships/image" Target="../media/image16.wmf"/><Relationship Id="rId17" Type="http://schemas.openxmlformats.org/officeDocument/2006/relationships/image" Target="../media/image18.wmf"/><Relationship Id="rId2" Type="http://schemas.openxmlformats.org/officeDocument/2006/relationships/oleObject" Target="../embeddings/oleObject10.bin"/><Relationship Id="rId16" Type="http://schemas.openxmlformats.org/officeDocument/2006/relationships/oleObject" Target="../embeddings/oleObject14.bin"/><Relationship Id="rId1" Type="http://schemas.openxmlformats.org/officeDocument/2006/relationships/slideLayout" Target="../slideLayouts/slideLayout21.xml"/><Relationship Id="rId6" Type="http://schemas.openxmlformats.org/officeDocument/2006/relationships/oleObject" Target="../embeddings/oleObject12.bin"/><Relationship Id="rId5" Type="http://schemas.openxmlformats.org/officeDocument/2006/relationships/image" Target="../media/image15.wmf"/><Relationship Id="rId15" Type="http://schemas.openxmlformats.org/officeDocument/2006/relationships/image" Target="../media/image17.wmf"/><Relationship Id="rId19" Type="http://schemas.openxmlformats.org/officeDocument/2006/relationships/image" Target="../media/image3.png"/><Relationship Id="rId4" Type="http://schemas.openxmlformats.org/officeDocument/2006/relationships/oleObject" Target="../embeddings/oleObject11.bin"/><Relationship Id="rId9" Type="http://schemas.openxmlformats.org/officeDocument/2006/relationships/image" Target="../media/image13.wmf"/><Relationship Id="rId14" Type="http://schemas.openxmlformats.org/officeDocument/2006/relationships/oleObject" Target="../embeddings/oleObject13.bin"/></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image" Target="../media/image20.wmf"/><Relationship Id="rId7"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16.xml"/><Relationship Id="rId6" Type="http://schemas.openxmlformats.org/officeDocument/2006/relationships/oleObject" Target="../embeddings/oleObject16.bin"/><Relationship Id="rId11" Type="http://schemas.openxmlformats.org/officeDocument/2006/relationships/image" Target="../media/image23.wmf"/><Relationship Id="rId5" Type="http://schemas.openxmlformats.org/officeDocument/2006/relationships/image" Target="../media/image3.png"/><Relationship Id="rId10" Type="http://schemas.openxmlformats.org/officeDocument/2006/relationships/oleObject" Target="../embeddings/oleObject18.bin"/><Relationship Id="rId4" Type="http://schemas.openxmlformats.org/officeDocument/2006/relationships/image" Target="../media/image2.png"/><Relationship Id="rId9" Type="http://schemas.openxmlformats.org/officeDocument/2006/relationships/image" Target="../media/image22.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oleObject" Target="../embeddings/oleObject23.bin"/><Relationship Id="rId18" Type="http://schemas.openxmlformats.org/officeDocument/2006/relationships/image" Target="../media/image31.wmf"/><Relationship Id="rId3" Type="http://schemas.openxmlformats.org/officeDocument/2006/relationships/image" Target="../media/image3.png"/><Relationship Id="rId7" Type="http://schemas.openxmlformats.org/officeDocument/2006/relationships/image" Target="../media/image25.wmf"/><Relationship Id="rId12" Type="http://schemas.openxmlformats.org/officeDocument/2006/relationships/image" Target="../media/image28.wmf"/><Relationship Id="rId17" Type="http://schemas.openxmlformats.org/officeDocument/2006/relationships/oleObject" Target="../embeddings/oleObject25.bin"/><Relationship Id="rId2" Type="http://schemas.openxmlformats.org/officeDocument/2006/relationships/image" Target="../media/image2.png"/><Relationship Id="rId16" Type="http://schemas.openxmlformats.org/officeDocument/2006/relationships/image" Target="../media/image30.wmf"/><Relationship Id="rId1" Type="http://schemas.openxmlformats.org/officeDocument/2006/relationships/slideLayout" Target="../slideLayouts/slideLayout18.xml"/><Relationship Id="rId6" Type="http://schemas.openxmlformats.org/officeDocument/2006/relationships/oleObject" Target="../embeddings/oleObject20.bin"/><Relationship Id="rId11" Type="http://schemas.openxmlformats.org/officeDocument/2006/relationships/oleObject" Target="../embeddings/oleObject22.bin"/><Relationship Id="rId5" Type="http://schemas.openxmlformats.org/officeDocument/2006/relationships/image" Target="../media/image24.wmf"/><Relationship Id="rId15" Type="http://schemas.openxmlformats.org/officeDocument/2006/relationships/oleObject" Target="../embeddings/oleObject24.bin"/><Relationship Id="rId10" Type="http://schemas.openxmlformats.org/officeDocument/2006/relationships/image" Target="../media/image27.jpeg"/><Relationship Id="rId4" Type="http://schemas.openxmlformats.org/officeDocument/2006/relationships/oleObject" Target="../embeddings/oleObject19.bin"/><Relationship Id="rId9" Type="http://schemas.openxmlformats.org/officeDocument/2006/relationships/image" Target="../media/image26.wmf"/><Relationship Id="rId14" Type="http://schemas.openxmlformats.org/officeDocument/2006/relationships/image" Target="../media/image29.wmf"/></Relationships>
</file>

<file path=ppt/slides/_rels/slide11.xml.rels><?xml version="1.0" encoding="UTF-8" standalone="yes"?>
<Relationships xmlns="http://schemas.openxmlformats.org/package/2006/relationships"><Relationship Id="rId3" Type="http://schemas.openxmlformats.org/officeDocument/2006/relationships/image" Target="../media/image32.wmf"/><Relationship Id="rId7" Type="http://schemas.openxmlformats.org/officeDocument/2006/relationships/image" Target="../media/image3.png"/><Relationship Id="rId2" Type="http://schemas.openxmlformats.org/officeDocument/2006/relationships/oleObject" Target="../embeddings/oleObject26.bin"/><Relationship Id="rId1" Type="http://schemas.openxmlformats.org/officeDocument/2006/relationships/slideLayout" Target="../slideLayouts/slideLayout16.xml"/><Relationship Id="rId6" Type="http://schemas.openxmlformats.org/officeDocument/2006/relationships/image" Target="../media/image2.png"/><Relationship Id="rId5" Type="http://schemas.openxmlformats.org/officeDocument/2006/relationships/image" Target="../media/image33.wmf"/><Relationship Id="rId4"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oleObject" Target="../embeddings/oleObject34.bin"/><Relationship Id="rId18" Type="http://schemas.openxmlformats.org/officeDocument/2006/relationships/image" Target="../media/image41.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3.bin"/><Relationship Id="rId17" Type="http://schemas.openxmlformats.org/officeDocument/2006/relationships/oleObject" Target="../embeddings/oleObject36.bin"/><Relationship Id="rId2" Type="http://schemas.openxmlformats.org/officeDocument/2006/relationships/oleObject" Target="../embeddings/oleObject28.bin"/><Relationship Id="rId16" Type="http://schemas.openxmlformats.org/officeDocument/2006/relationships/image" Target="../media/image40.wmf"/><Relationship Id="rId20" Type="http://schemas.openxmlformats.org/officeDocument/2006/relationships/image" Target="../media/image3.png"/><Relationship Id="rId1" Type="http://schemas.openxmlformats.org/officeDocument/2006/relationships/slideLayout" Target="../slideLayouts/slideLayout16.xml"/><Relationship Id="rId6" Type="http://schemas.openxmlformats.org/officeDocument/2006/relationships/oleObject" Target="../embeddings/oleObject30.bin"/><Relationship Id="rId11" Type="http://schemas.openxmlformats.org/officeDocument/2006/relationships/image" Target="../media/image38.wmf"/><Relationship Id="rId5" Type="http://schemas.openxmlformats.org/officeDocument/2006/relationships/image" Target="../media/image35.wmf"/><Relationship Id="rId15" Type="http://schemas.openxmlformats.org/officeDocument/2006/relationships/oleObject" Target="../embeddings/oleObject35.bin"/><Relationship Id="rId10" Type="http://schemas.openxmlformats.org/officeDocument/2006/relationships/oleObject" Target="../embeddings/oleObject32.bin"/><Relationship Id="rId19" Type="http://schemas.openxmlformats.org/officeDocument/2006/relationships/image" Target="../media/image2.png"/><Relationship Id="rId4" Type="http://schemas.openxmlformats.org/officeDocument/2006/relationships/oleObject" Target="../embeddings/oleObject29.bin"/><Relationship Id="rId9" Type="http://schemas.openxmlformats.org/officeDocument/2006/relationships/image" Target="../media/image37.wmf"/><Relationship Id="rId14" Type="http://schemas.openxmlformats.org/officeDocument/2006/relationships/image" Target="../media/image39.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47.wmf"/><Relationship Id="rId3" Type="http://schemas.openxmlformats.org/officeDocument/2006/relationships/image" Target="../media/image42.wmf"/><Relationship Id="rId7" Type="http://schemas.openxmlformats.org/officeDocument/2006/relationships/image" Target="../media/image44.wmf"/><Relationship Id="rId12" Type="http://schemas.openxmlformats.org/officeDocument/2006/relationships/oleObject" Target="../embeddings/oleObject42.bin"/><Relationship Id="rId2" Type="http://schemas.openxmlformats.org/officeDocument/2006/relationships/oleObject" Target="../embeddings/oleObject37.bin"/><Relationship Id="rId1" Type="http://schemas.openxmlformats.org/officeDocument/2006/relationships/slideLayout" Target="../slideLayouts/slideLayout16.xml"/><Relationship Id="rId6" Type="http://schemas.openxmlformats.org/officeDocument/2006/relationships/oleObject" Target="../embeddings/oleObject39.bin"/><Relationship Id="rId11" Type="http://schemas.openxmlformats.org/officeDocument/2006/relationships/image" Target="../media/image46.wmf"/><Relationship Id="rId5" Type="http://schemas.openxmlformats.org/officeDocument/2006/relationships/image" Target="../media/image43.wmf"/><Relationship Id="rId15" Type="http://schemas.openxmlformats.org/officeDocument/2006/relationships/image" Target="../media/image3.png"/><Relationship Id="rId10" Type="http://schemas.openxmlformats.org/officeDocument/2006/relationships/oleObject" Target="../embeddings/oleObject41.bin"/><Relationship Id="rId4" Type="http://schemas.openxmlformats.org/officeDocument/2006/relationships/oleObject" Target="../embeddings/oleObject38.bin"/><Relationship Id="rId9" Type="http://schemas.openxmlformats.org/officeDocument/2006/relationships/image" Target="../media/image45.wmf"/><Relationship Id="rId1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43.wmf"/><Relationship Id="rId3" Type="http://schemas.openxmlformats.org/officeDocument/2006/relationships/image" Target="../media/image48.wmf"/><Relationship Id="rId7" Type="http://schemas.openxmlformats.org/officeDocument/2006/relationships/image" Target="../media/image50.emf"/><Relationship Id="rId12" Type="http://schemas.openxmlformats.org/officeDocument/2006/relationships/oleObject" Target="../embeddings/oleObject38.bin"/><Relationship Id="rId2" Type="http://schemas.openxmlformats.org/officeDocument/2006/relationships/oleObject" Target="../embeddings/oleObject43.bin"/><Relationship Id="rId1" Type="http://schemas.openxmlformats.org/officeDocument/2006/relationships/slideLayout" Target="../slideLayouts/slideLayout21.xml"/><Relationship Id="rId6" Type="http://schemas.openxmlformats.org/officeDocument/2006/relationships/oleObject" Target="../embeddings/oleObject45.bin"/><Relationship Id="rId11" Type="http://schemas.openxmlformats.org/officeDocument/2006/relationships/image" Target="../media/image52.wmf"/><Relationship Id="rId5" Type="http://schemas.openxmlformats.org/officeDocument/2006/relationships/image" Target="../media/image49.wmf"/><Relationship Id="rId15" Type="http://schemas.openxmlformats.org/officeDocument/2006/relationships/image" Target="../media/image3.png"/><Relationship Id="rId10" Type="http://schemas.openxmlformats.org/officeDocument/2006/relationships/oleObject" Target="../embeddings/oleObject47.bin"/><Relationship Id="rId4" Type="http://schemas.openxmlformats.org/officeDocument/2006/relationships/oleObject" Target="../embeddings/oleObject44.bin"/><Relationship Id="rId9" Type="http://schemas.openxmlformats.org/officeDocument/2006/relationships/image" Target="../media/image51.wmf"/><Relationship Id="rId1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oleObject" Target="../embeddings/oleObject53.bin"/><Relationship Id="rId3" Type="http://schemas.openxmlformats.org/officeDocument/2006/relationships/image" Target="../media/image53.wmf"/><Relationship Id="rId7" Type="http://schemas.openxmlformats.org/officeDocument/2006/relationships/image" Target="../media/image55.wmf"/><Relationship Id="rId12" Type="http://schemas.openxmlformats.org/officeDocument/2006/relationships/image" Target="../media/image58.png"/><Relationship Id="rId2" Type="http://schemas.openxmlformats.org/officeDocument/2006/relationships/oleObject" Target="../embeddings/oleObject48.bin"/><Relationship Id="rId16" Type="http://schemas.openxmlformats.org/officeDocument/2006/relationships/image" Target="../media/image3.png"/><Relationship Id="rId1" Type="http://schemas.openxmlformats.org/officeDocument/2006/relationships/slideLayout" Target="../slideLayouts/slideLayout16.xml"/><Relationship Id="rId6" Type="http://schemas.openxmlformats.org/officeDocument/2006/relationships/oleObject" Target="../embeddings/oleObject50.bin"/><Relationship Id="rId11" Type="http://schemas.openxmlformats.org/officeDocument/2006/relationships/image" Target="../media/image57.wmf"/><Relationship Id="rId5" Type="http://schemas.openxmlformats.org/officeDocument/2006/relationships/image" Target="../media/image54.wmf"/><Relationship Id="rId15" Type="http://schemas.openxmlformats.org/officeDocument/2006/relationships/image" Target="../media/image2.png"/><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56.wmf"/><Relationship Id="rId14" Type="http://schemas.openxmlformats.org/officeDocument/2006/relationships/image" Target="../media/image59.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65.wmf"/><Relationship Id="rId18" Type="http://schemas.openxmlformats.org/officeDocument/2006/relationships/image" Target="../media/image68.wmf"/><Relationship Id="rId3" Type="http://schemas.openxmlformats.org/officeDocument/2006/relationships/image" Target="../media/image60.wmf"/><Relationship Id="rId7" Type="http://schemas.openxmlformats.org/officeDocument/2006/relationships/image" Target="../media/image62.wmf"/><Relationship Id="rId12" Type="http://schemas.openxmlformats.org/officeDocument/2006/relationships/oleObject" Target="../embeddings/oleObject59.bin"/><Relationship Id="rId17" Type="http://schemas.openxmlformats.org/officeDocument/2006/relationships/image" Target="../media/image67.wmf"/><Relationship Id="rId2" Type="http://schemas.openxmlformats.org/officeDocument/2006/relationships/oleObject" Target="../embeddings/oleObject54.bin"/><Relationship Id="rId16" Type="http://schemas.openxmlformats.org/officeDocument/2006/relationships/oleObject" Target="../embeddings/oleObject61.bin"/><Relationship Id="rId20" Type="http://schemas.openxmlformats.org/officeDocument/2006/relationships/image" Target="../media/image3.png"/><Relationship Id="rId1" Type="http://schemas.openxmlformats.org/officeDocument/2006/relationships/slideLayout" Target="../slideLayouts/slideLayout20.xml"/><Relationship Id="rId6" Type="http://schemas.openxmlformats.org/officeDocument/2006/relationships/oleObject" Target="../embeddings/oleObject56.bin"/><Relationship Id="rId11" Type="http://schemas.openxmlformats.org/officeDocument/2006/relationships/image" Target="../media/image64.wmf"/><Relationship Id="rId5" Type="http://schemas.openxmlformats.org/officeDocument/2006/relationships/image" Target="../media/image61.wmf"/><Relationship Id="rId15" Type="http://schemas.openxmlformats.org/officeDocument/2006/relationships/image" Target="../media/image66.wmf"/><Relationship Id="rId10" Type="http://schemas.openxmlformats.org/officeDocument/2006/relationships/oleObject" Target="../embeddings/oleObject58.bin"/><Relationship Id="rId19" Type="http://schemas.openxmlformats.org/officeDocument/2006/relationships/image" Target="../media/image2.png"/><Relationship Id="rId4" Type="http://schemas.openxmlformats.org/officeDocument/2006/relationships/oleObject" Target="../embeddings/oleObject55.bin"/><Relationship Id="rId9" Type="http://schemas.openxmlformats.org/officeDocument/2006/relationships/image" Target="../media/image63.wmf"/><Relationship Id="rId14" Type="http://schemas.openxmlformats.org/officeDocument/2006/relationships/oleObject" Target="../embeddings/oleObject60.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5.bin"/><Relationship Id="rId3" Type="http://schemas.openxmlformats.org/officeDocument/2006/relationships/image" Target="../media/image69.wmf"/><Relationship Id="rId7" Type="http://schemas.openxmlformats.org/officeDocument/2006/relationships/image" Target="../media/image71.wmf"/><Relationship Id="rId2" Type="http://schemas.openxmlformats.org/officeDocument/2006/relationships/oleObject" Target="../embeddings/oleObject62.bin"/><Relationship Id="rId1" Type="http://schemas.openxmlformats.org/officeDocument/2006/relationships/slideLayout" Target="../slideLayouts/slideLayout27.xml"/><Relationship Id="rId6" Type="http://schemas.openxmlformats.org/officeDocument/2006/relationships/oleObject" Target="../embeddings/oleObject64.bin"/><Relationship Id="rId11" Type="http://schemas.openxmlformats.org/officeDocument/2006/relationships/image" Target="../media/image3.png"/><Relationship Id="rId5" Type="http://schemas.openxmlformats.org/officeDocument/2006/relationships/image" Target="../media/image70.wmf"/><Relationship Id="rId10" Type="http://schemas.openxmlformats.org/officeDocument/2006/relationships/image" Target="../media/image2.png"/><Relationship Id="rId4" Type="http://schemas.openxmlformats.org/officeDocument/2006/relationships/oleObject" Target="../embeddings/oleObject63.bin"/><Relationship Id="rId9" Type="http://schemas.openxmlformats.org/officeDocument/2006/relationships/image" Target="../media/image72.wmf"/></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3" Type="http://schemas.openxmlformats.org/officeDocument/2006/relationships/image" Target="../media/image77.wmf"/><Relationship Id="rId18" Type="http://schemas.openxmlformats.org/officeDocument/2006/relationships/oleObject" Target="../embeddings/oleObject58.bin"/><Relationship Id="rId26" Type="http://schemas.openxmlformats.org/officeDocument/2006/relationships/oleObject" Target="../embeddings/oleObject74.bin"/><Relationship Id="rId39" Type="http://schemas.openxmlformats.org/officeDocument/2006/relationships/image" Target="../media/image3.png"/><Relationship Id="rId21" Type="http://schemas.openxmlformats.org/officeDocument/2006/relationships/image" Target="../media/image65.wmf"/><Relationship Id="rId34" Type="http://schemas.openxmlformats.org/officeDocument/2006/relationships/image" Target="../media/image68.wmf"/><Relationship Id="rId7" Type="http://schemas.openxmlformats.org/officeDocument/2006/relationships/image" Target="../media/image74.wmf"/><Relationship Id="rId12" Type="http://schemas.openxmlformats.org/officeDocument/2006/relationships/oleObject" Target="../embeddings/oleObject70.bin"/><Relationship Id="rId17" Type="http://schemas.openxmlformats.org/officeDocument/2006/relationships/image" Target="../media/image63.wmf"/><Relationship Id="rId25" Type="http://schemas.openxmlformats.org/officeDocument/2006/relationships/image" Target="../media/image80.wmf"/><Relationship Id="rId33" Type="http://schemas.openxmlformats.org/officeDocument/2006/relationships/image" Target="../media/image67.wmf"/><Relationship Id="rId38" Type="http://schemas.openxmlformats.org/officeDocument/2006/relationships/image" Target="../media/image2.png"/><Relationship Id="rId2" Type="http://schemas.openxmlformats.org/officeDocument/2006/relationships/oleObject" Target="../embeddings/oleObject54.bin"/><Relationship Id="rId16" Type="http://schemas.openxmlformats.org/officeDocument/2006/relationships/oleObject" Target="../embeddings/oleObject57.bin"/><Relationship Id="rId20" Type="http://schemas.openxmlformats.org/officeDocument/2006/relationships/oleObject" Target="../embeddings/oleObject59.bin"/><Relationship Id="rId29" Type="http://schemas.openxmlformats.org/officeDocument/2006/relationships/image" Target="../media/image82.wmf"/><Relationship Id="rId1" Type="http://schemas.openxmlformats.org/officeDocument/2006/relationships/slideLayout" Target="../slideLayouts/slideLayout20.xml"/><Relationship Id="rId6" Type="http://schemas.openxmlformats.org/officeDocument/2006/relationships/oleObject" Target="../embeddings/oleObject67.bin"/><Relationship Id="rId11" Type="http://schemas.openxmlformats.org/officeDocument/2006/relationships/image" Target="../media/image76.wmf"/><Relationship Id="rId24" Type="http://schemas.openxmlformats.org/officeDocument/2006/relationships/oleObject" Target="../embeddings/oleObject73.bin"/><Relationship Id="rId32" Type="http://schemas.openxmlformats.org/officeDocument/2006/relationships/oleObject" Target="../embeddings/oleObject61.bin"/><Relationship Id="rId37" Type="http://schemas.openxmlformats.org/officeDocument/2006/relationships/image" Target="../media/image84.wmf"/><Relationship Id="rId5" Type="http://schemas.openxmlformats.org/officeDocument/2006/relationships/image" Target="../media/image73.wmf"/><Relationship Id="rId15" Type="http://schemas.openxmlformats.org/officeDocument/2006/relationships/image" Target="../media/image78.wmf"/><Relationship Id="rId23" Type="http://schemas.openxmlformats.org/officeDocument/2006/relationships/image" Target="../media/image79.wmf"/><Relationship Id="rId28" Type="http://schemas.openxmlformats.org/officeDocument/2006/relationships/oleObject" Target="../embeddings/oleObject75.bin"/><Relationship Id="rId36" Type="http://schemas.openxmlformats.org/officeDocument/2006/relationships/image" Target="../media/image83.wmf"/><Relationship Id="rId10" Type="http://schemas.openxmlformats.org/officeDocument/2006/relationships/oleObject" Target="../embeddings/oleObject69.bin"/><Relationship Id="rId19" Type="http://schemas.openxmlformats.org/officeDocument/2006/relationships/image" Target="../media/image64.wmf"/><Relationship Id="rId31" Type="http://schemas.openxmlformats.org/officeDocument/2006/relationships/image" Target="../media/image66.wmf"/><Relationship Id="rId4" Type="http://schemas.openxmlformats.org/officeDocument/2006/relationships/oleObject" Target="../embeddings/oleObject66.bin"/><Relationship Id="rId9" Type="http://schemas.openxmlformats.org/officeDocument/2006/relationships/image" Target="../media/image75.wmf"/><Relationship Id="rId14" Type="http://schemas.openxmlformats.org/officeDocument/2006/relationships/oleObject" Target="../embeddings/oleObject71.bin"/><Relationship Id="rId22" Type="http://schemas.openxmlformats.org/officeDocument/2006/relationships/oleObject" Target="../embeddings/oleObject72.bin"/><Relationship Id="rId27" Type="http://schemas.openxmlformats.org/officeDocument/2006/relationships/image" Target="../media/image81.wmf"/><Relationship Id="rId30" Type="http://schemas.openxmlformats.org/officeDocument/2006/relationships/oleObject" Target="../embeddings/oleObject60.bin"/><Relationship Id="rId35" Type="http://schemas.openxmlformats.org/officeDocument/2006/relationships/oleObject" Target="../embeddings/oleObject76.bin"/><Relationship Id="rId8" Type="http://schemas.openxmlformats.org/officeDocument/2006/relationships/oleObject" Target="../embeddings/oleObject68.bin"/><Relationship Id="rId3" Type="http://schemas.openxmlformats.org/officeDocument/2006/relationships/image" Target="../media/image60.wmf"/></Relationships>
</file>

<file path=ppt/slides/_rels/slide2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77.bin"/><Relationship Id="rId7" Type="http://schemas.openxmlformats.org/officeDocument/2006/relationships/image" Target="../media/image2.png"/><Relationship Id="rId2" Type="http://schemas.openxmlformats.org/officeDocument/2006/relationships/image" Target="../media/image85.png"/><Relationship Id="rId1" Type="http://schemas.openxmlformats.org/officeDocument/2006/relationships/slideLayout" Target="../slideLayouts/slideLayout20.xml"/><Relationship Id="rId6" Type="http://schemas.openxmlformats.org/officeDocument/2006/relationships/image" Target="../media/image87.wmf"/><Relationship Id="rId5" Type="http://schemas.openxmlformats.org/officeDocument/2006/relationships/oleObject" Target="../embeddings/oleObject78.bin"/><Relationship Id="rId4" Type="http://schemas.openxmlformats.org/officeDocument/2006/relationships/image" Target="../media/image86.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3.png"/><Relationship Id="rId3" Type="http://schemas.openxmlformats.org/officeDocument/2006/relationships/image" Target="../media/image88.wmf"/><Relationship Id="rId7" Type="http://schemas.openxmlformats.org/officeDocument/2006/relationships/image" Target="../media/image59.wmf"/><Relationship Id="rId12" Type="http://schemas.openxmlformats.org/officeDocument/2006/relationships/image" Target="../media/image2.png"/><Relationship Id="rId2" Type="http://schemas.openxmlformats.org/officeDocument/2006/relationships/oleObject" Target="../embeddings/oleObject79.bin"/><Relationship Id="rId1" Type="http://schemas.openxmlformats.org/officeDocument/2006/relationships/slideLayout" Target="../slideLayouts/slideLayout20.xml"/><Relationship Id="rId6" Type="http://schemas.openxmlformats.org/officeDocument/2006/relationships/oleObject" Target="../embeddings/oleObject53.bin"/><Relationship Id="rId11" Type="http://schemas.openxmlformats.org/officeDocument/2006/relationships/image" Target="../media/image91.wmf"/><Relationship Id="rId5" Type="http://schemas.openxmlformats.org/officeDocument/2006/relationships/image" Target="../media/image89.wmf"/><Relationship Id="rId10" Type="http://schemas.openxmlformats.org/officeDocument/2006/relationships/oleObject" Target="../embeddings/oleObject82.bin"/><Relationship Id="rId4" Type="http://schemas.openxmlformats.org/officeDocument/2006/relationships/oleObject" Target="../embeddings/oleObject80.bin"/><Relationship Id="rId9" Type="http://schemas.openxmlformats.org/officeDocument/2006/relationships/image" Target="../media/image90.wmf"/></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2.png"/><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83.bin"/><Relationship Id="rId7" Type="http://schemas.openxmlformats.org/officeDocument/2006/relationships/oleObject" Target="../embeddings/oleObject85.bin"/><Relationship Id="rId2" Type="http://schemas.openxmlformats.org/officeDocument/2006/relationships/image" Target="../media/image92.png"/><Relationship Id="rId1" Type="http://schemas.openxmlformats.org/officeDocument/2006/relationships/slideLayout" Target="../slideLayouts/slideLayout16.xml"/><Relationship Id="rId6" Type="http://schemas.openxmlformats.org/officeDocument/2006/relationships/image" Target="../media/image94.wmf"/><Relationship Id="rId5" Type="http://schemas.openxmlformats.org/officeDocument/2006/relationships/oleObject" Target="../embeddings/oleObject84.bin"/><Relationship Id="rId10" Type="http://schemas.openxmlformats.org/officeDocument/2006/relationships/image" Target="../media/image3.png"/><Relationship Id="rId4" Type="http://schemas.openxmlformats.org/officeDocument/2006/relationships/image" Target="../media/image93.wmf"/><Relationship Id="rId9"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89.png"/><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21.xml"/><Relationship Id="rId6" Type="http://schemas.openxmlformats.org/officeDocument/2006/relationships/oleObject" Target="../embeddings/oleObject12.bin"/><Relationship Id="rId5" Type="http://schemas.openxmlformats.org/officeDocument/2006/relationships/image" Target="../media/image15.wmf"/><Relationship Id="rId15" Type="http://schemas.openxmlformats.org/officeDocument/2006/relationships/image" Target="../media/image3.png"/><Relationship Id="rId4" Type="http://schemas.openxmlformats.org/officeDocument/2006/relationships/oleObject" Target="../embeddings/oleObject11.bin"/><Relationship Id="rId9" Type="http://schemas.openxmlformats.org/officeDocument/2006/relationships/image" Target="../media/image13.wmf"/><Relationship Id="rId1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2.png"/><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image" Target="../media/image92.png"/><Relationship Id="rId1" Type="http://schemas.openxmlformats.org/officeDocument/2006/relationships/slideLayout" Target="../slideLayouts/slideLayout20.xml"/><Relationship Id="rId6" Type="http://schemas.openxmlformats.org/officeDocument/2006/relationships/image" Target="../media/image97.wmf"/><Relationship Id="rId5" Type="http://schemas.openxmlformats.org/officeDocument/2006/relationships/oleObject" Target="../embeddings/oleObject87.bin"/><Relationship Id="rId10" Type="http://schemas.openxmlformats.org/officeDocument/2006/relationships/image" Target="../media/image3.png"/><Relationship Id="rId4" Type="http://schemas.openxmlformats.org/officeDocument/2006/relationships/image" Target="../media/image96.wmf"/><Relationship Id="rId9"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8" Type="http://schemas.openxmlformats.org/officeDocument/2006/relationships/image" Target="../media/image102.wmf"/><Relationship Id="rId13" Type="http://schemas.openxmlformats.org/officeDocument/2006/relationships/oleObject" Target="../embeddings/oleObject94.bin"/><Relationship Id="rId18" Type="http://schemas.openxmlformats.org/officeDocument/2006/relationships/image" Target="../media/image107.wmf"/><Relationship Id="rId3" Type="http://schemas.openxmlformats.org/officeDocument/2006/relationships/oleObject" Target="../embeddings/oleObject89.bin"/><Relationship Id="rId7" Type="http://schemas.openxmlformats.org/officeDocument/2006/relationships/oleObject" Target="../embeddings/oleObject91.bin"/><Relationship Id="rId12" Type="http://schemas.openxmlformats.org/officeDocument/2006/relationships/image" Target="../media/image104.wmf"/><Relationship Id="rId17" Type="http://schemas.openxmlformats.org/officeDocument/2006/relationships/oleObject" Target="../embeddings/oleObject96.bin"/><Relationship Id="rId2" Type="http://schemas.openxmlformats.org/officeDocument/2006/relationships/image" Target="../media/image99.png"/><Relationship Id="rId16" Type="http://schemas.openxmlformats.org/officeDocument/2006/relationships/image" Target="../media/image106.wmf"/><Relationship Id="rId20" Type="http://schemas.openxmlformats.org/officeDocument/2006/relationships/image" Target="../media/image3.png"/><Relationship Id="rId1" Type="http://schemas.openxmlformats.org/officeDocument/2006/relationships/slideLayout" Target="../slideLayouts/slideLayout20.xml"/><Relationship Id="rId6" Type="http://schemas.openxmlformats.org/officeDocument/2006/relationships/image" Target="../media/image101.wmf"/><Relationship Id="rId11" Type="http://schemas.openxmlformats.org/officeDocument/2006/relationships/oleObject" Target="../embeddings/oleObject93.bin"/><Relationship Id="rId5" Type="http://schemas.openxmlformats.org/officeDocument/2006/relationships/oleObject" Target="../embeddings/oleObject90.bin"/><Relationship Id="rId15" Type="http://schemas.openxmlformats.org/officeDocument/2006/relationships/oleObject" Target="../embeddings/oleObject95.bin"/><Relationship Id="rId10" Type="http://schemas.openxmlformats.org/officeDocument/2006/relationships/image" Target="../media/image103.wmf"/><Relationship Id="rId19" Type="http://schemas.openxmlformats.org/officeDocument/2006/relationships/image" Target="../media/image2.png"/><Relationship Id="rId4" Type="http://schemas.openxmlformats.org/officeDocument/2006/relationships/image" Target="../media/image100.wmf"/><Relationship Id="rId9" Type="http://schemas.openxmlformats.org/officeDocument/2006/relationships/oleObject" Target="../embeddings/oleObject92.bin"/><Relationship Id="rId14" Type="http://schemas.openxmlformats.org/officeDocument/2006/relationships/image" Target="../media/image105.wmf"/></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9.wmf"/><Relationship Id="rId2" Type="http://schemas.openxmlformats.org/officeDocument/2006/relationships/image" Target="../media/image2.png"/><Relationship Id="rId1" Type="http://schemas.openxmlformats.org/officeDocument/2006/relationships/slideLayout" Target="../slideLayouts/slideLayout16.xml"/><Relationship Id="rId6" Type="http://schemas.openxmlformats.org/officeDocument/2006/relationships/oleObject" Target="../embeddings/oleObject98.bin"/><Relationship Id="rId5" Type="http://schemas.openxmlformats.org/officeDocument/2006/relationships/image" Target="../media/image108.wmf"/><Relationship Id="rId4" Type="http://schemas.openxmlformats.org/officeDocument/2006/relationships/oleObject" Target="../embeddings/oleObject97.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02.bin"/><Relationship Id="rId13" Type="http://schemas.openxmlformats.org/officeDocument/2006/relationships/image" Target="../media/image3.png"/><Relationship Id="rId3" Type="http://schemas.openxmlformats.org/officeDocument/2006/relationships/image" Target="../media/image110.wmf"/><Relationship Id="rId7" Type="http://schemas.openxmlformats.org/officeDocument/2006/relationships/image" Target="../media/image112.wmf"/><Relationship Id="rId12" Type="http://schemas.openxmlformats.org/officeDocument/2006/relationships/image" Target="../media/image2.png"/><Relationship Id="rId2" Type="http://schemas.openxmlformats.org/officeDocument/2006/relationships/oleObject" Target="../embeddings/oleObject99.bin"/><Relationship Id="rId1" Type="http://schemas.openxmlformats.org/officeDocument/2006/relationships/slideLayout" Target="../slideLayouts/slideLayout16.xml"/><Relationship Id="rId6" Type="http://schemas.openxmlformats.org/officeDocument/2006/relationships/oleObject" Target="../embeddings/oleObject101.bin"/><Relationship Id="rId11" Type="http://schemas.openxmlformats.org/officeDocument/2006/relationships/image" Target="../media/image114.wmf"/><Relationship Id="rId5" Type="http://schemas.openxmlformats.org/officeDocument/2006/relationships/image" Target="../media/image111.wmf"/><Relationship Id="rId10" Type="http://schemas.openxmlformats.org/officeDocument/2006/relationships/oleObject" Target="../embeddings/oleObject103.bin"/><Relationship Id="rId4" Type="http://schemas.openxmlformats.org/officeDocument/2006/relationships/oleObject" Target="../embeddings/oleObject100.bin"/><Relationship Id="rId9" Type="http://schemas.openxmlformats.org/officeDocument/2006/relationships/image" Target="../media/image113.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07.bin"/><Relationship Id="rId13" Type="http://schemas.openxmlformats.org/officeDocument/2006/relationships/image" Target="../media/image3.png"/><Relationship Id="rId3" Type="http://schemas.openxmlformats.org/officeDocument/2006/relationships/image" Target="../media/image115.wmf"/><Relationship Id="rId7" Type="http://schemas.openxmlformats.org/officeDocument/2006/relationships/image" Target="../media/image117.wmf"/><Relationship Id="rId12" Type="http://schemas.openxmlformats.org/officeDocument/2006/relationships/image" Target="../media/image2.png"/><Relationship Id="rId2" Type="http://schemas.openxmlformats.org/officeDocument/2006/relationships/oleObject" Target="../embeddings/oleObject104.bin"/><Relationship Id="rId1" Type="http://schemas.openxmlformats.org/officeDocument/2006/relationships/slideLayout" Target="../slideLayouts/slideLayout20.xml"/><Relationship Id="rId6" Type="http://schemas.openxmlformats.org/officeDocument/2006/relationships/oleObject" Target="../embeddings/oleObject106.bin"/><Relationship Id="rId11" Type="http://schemas.openxmlformats.org/officeDocument/2006/relationships/image" Target="../media/image119.wmf"/><Relationship Id="rId5" Type="http://schemas.openxmlformats.org/officeDocument/2006/relationships/image" Target="../media/image116.wmf"/><Relationship Id="rId10" Type="http://schemas.openxmlformats.org/officeDocument/2006/relationships/oleObject" Target="../embeddings/oleObject108.bin"/><Relationship Id="rId4" Type="http://schemas.openxmlformats.org/officeDocument/2006/relationships/oleObject" Target="../embeddings/oleObject105.bin"/><Relationship Id="rId9" Type="http://schemas.openxmlformats.org/officeDocument/2006/relationships/image" Target="../media/image118.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12.bin"/><Relationship Id="rId13" Type="http://schemas.openxmlformats.org/officeDocument/2006/relationships/image" Target="../media/image125.wmf"/><Relationship Id="rId18" Type="http://schemas.openxmlformats.org/officeDocument/2006/relationships/oleObject" Target="../embeddings/oleObject116.bin"/><Relationship Id="rId3" Type="http://schemas.openxmlformats.org/officeDocument/2006/relationships/image" Target="../media/image120.wmf"/><Relationship Id="rId21" Type="http://schemas.openxmlformats.org/officeDocument/2006/relationships/image" Target="../media/image3.png"/><Relationship Id="rId7" Type="http://schemas.openxmlformats.org/officeDocument/2006/relationships/image" Target="../media/image122.wmf"/><Relationship Id="rId12" Type="http://schemas.openxmlformats.org/officeDocument/2006/relationships/oleObject" Target="../embeddings/oleObject114.bin"/><Relationship Id="rId17" Type="http://schemas.openxmlformats.org/officeDocument/2006/relationships/image" Target="../media/image109.wmf"/><Relationship Id="rId2" Type="http://schemas.openxmlformats.org/officeDocument/2006/relationships/oleObject" Target="../embeddings/oleObject109.bin"/><Relationship Id="rId16" Type="http://schemas.openxmlformats.org/officeDocument/2006/relationships/oleObject" Target="../embeddings/oleObject98.bin"/><Relationship Id="rId20"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oleObject" Target="../embeddings/oleObject111.bin"/><Relationship Id="rId11" Type="http://schemas.openxmlformats.org/officeDocument/2006/relationships/image" Target="../media/image124.wmf"/><Relationship Id="rId5" Type="http://schemas.openxmlformats.org/officeDocument/2006/relationships/image" Target="../media/image121.wmf"/><Relationship Id="rId15" Type="http://schemas.openxmlformats.org/officeDocument/2006/relationships/image" Target="../media/image126.wmf"/><Relationship Id="rId10" Type="http://schemas.openxmlformats.org/officeDocument/2006/relationships/oleObject" Target="../embeddings/oleObject113.bin"/><Relationship Id="rId19" Type="http://schemas.openxmlformats.org/officeDocument/2006/relationships/image" Target="../media/image127.wmf"/><Relationship Id="rId4" Type="http://schemas.openxmlformats.org/officeDocument/2006/relationships/oleObject" Target="../embeddings/oleObject110.bin"/><Relationship Id="rId9" Type="http://schemas.openxmlformats.org/officeDocument/2006/relationships/image" Target="../media/image123.wmf"/><Relationship Id="rId14" Type="http://schemas.openxmlformats.org/officeDocument/2006/relationships/oleObject" Target="../embeddings/oleObject115.bin"/></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8.png"/><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image" Target="../media/image129.jpeg"/><Relationship Id="rId1" Type="http://schemas.openxmlformats.org/officeDocument/2006/relationships/slideLayout" Target="../slideLayouts/slideLayout20.xml"/><Relationship Id="rId4" Type="http://schemas.openxmlformats.org/officeDocument/2006/relationships/image" Target="../media/image130.emf"/></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1.png"/><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oleObject" Target="../embeddings/oleObject118.bin"/><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3.png"/><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3" Type="http://schemas.openxmlformats.org/officeDocument/2006/relationships/image" Target="../media/image104.wmf"/><Relationship Id="rId18" Type="http://schemas.openxmlformats.org/officeDocument/2006/relationships/oleObject" Target="../embeddings/oleObject96.bin"/><Relationship Id="rId26" Type="http://schemas.openxmlformats.org/officeDocument/2006/relationships/oleObject" Target="../embeddings/oleObject122.bin"/><Relationship Id="rId21" Type="http://schemas.openxmlformats.org/officeDocument/2006/relationships/image" Target="../media/image135.wmf"/><Relationship Id="rId34" Type="http://schemas.openxmlformats.org/officeDocument/2006/relationships/oleObject" Target="../embeddings/oleObject126.bin"/><Relationship Id="rId7" Type="http://schemas.openxmlformats.org/officeDocument/2006/relationships/image" Target="../media/image101.wmf"/><Relationship Id="rId12" Type="http://schemas.openxmlformats.org/officeDocument/2006/relationships/oleObject" Target="../embeddings/oleObject93.bin"/><Relationship Id="rId17" Type="http://schemas.openxmlformats.org/officeDocument/2006/relationships/image" Target="../media/image106.wmf"/><Relationship Id="rId25" Type="http://schemas.openxmlformats.org/officeDocument/2006/relationships/image" Target="../media/image137.wmf"/><Relationship Id="rId33" Type="http://schemas.openxmlformats.org/officeDocument/2006/relationships/image" Target="../media/image141.wmf"/><Relationship Id="rId2" Type="http://schemas.openxmlformats.org/officeDocument/2006/relationships/image" Target="../media/image134.png"/><Relationship Id="rId16" Type="http://schemas.openxmlformats.org/officeDocument/2006/relationships/oleObject" Target="../embeddings/oleObject95.bin"/><Relationship Id="rId20" Type="http://schemas.openxmlformats.org/officeDocument/2006/relationships/oleObject" Target="../embeddings/oleObject119.bin"/><Relationship Id="rId29" Type="http://schemas.openxmlformats.org/officeDocument/2006/relationships/image" Target="../media/image139.wmf"/><Relationship Id="rId1" Type="http://schemas.openxmlformats.org/officeDocument/2006/relationships/slideLayout" Target="../slideLayouts/slideLayout20.xml"/><Relationship Id="rId6" Type="http://schemas.openxmlformats.org/officeDocument/2006/relationships/oleObject" Target="../embeddings/oleObject90.bin"/><Relationship Id="rId11" Type="http://schemas.openxmlformats.org/officeDocument/2006/relationships/image" Target="../media/image103.wmf"/><Relationship Id="rId24" Type="http://schemas.openxmlformats.org/officeDocument/2006/relationships/oleObject" Target="../embeddings/oleObject121.bin"/><Relationship Id="rId32" Type="http://schemas.openxmlformats.org/officeDocument/2006/relationships/oleObject" Target="../embeddings/oleObject125.bin"/><Relationship Id="rId37" Type="http://schemas.openxmlformats.org/officeDocument/2006/relationships/image" Target="../media/image3.png"/><Relationship Id="rId5" Type="http://schemas.openxmlformats.org/officeDocument/2006/relationships/image" Target="../media/image100.wmf"/><Relationship Id="rId15" Type="http://schemas.openxmlformats.org/officeDocument/2006/relationships/image" Target="../media/image105.wmf"/><Relationship Id="rId23" Type="http://schemas.openxmlformats.org/officeDocument/2006/relationships/image" Target="../media/image136.wmf"/><Relationship Id="rId28" Type="http://schemas.openxmlformats.org/officeDocument/2006/relationships/oleObject" Target="../embeddings/oleObject123.bin"/><Relationship Id="rId36" Type="http://schemas.openxmlformats.org/officeDocument/2006/relationships/image" Target="../media/image2.png"/><Relationship Id="rId10" Type="http://schemas.openxmlformats.org/officeDocument/2006/relationships/oleObject" Target="../embeddings/oleObject92.bin"/><Relationship Id="rId19" Type="http://schemas.openxmlformats.org/officeDocument/2006/relationships/image" Target="../media/image107.wmf"/><Relationship Id="rId31" Type="http://schemas.openxmlformats.org/officeDocument/2006/relationships/image" Target="../media/image140.wmf"/><Relationship Id="rId4" Type="http://schemas.openxmlformats.org/officeDocument/2006/relationships/oleObject" Target="../embeddings/oleObject89.bin"/><Relationship Id="rId9" Type="http://schemas.openxmlformats.org/officeDocument/2006/relationships/image" Target="../media/image102.wmf"/><Relationship Id="rId14" Type="http://schemas.openxmlformats.org/officeDocument/2006/relationships/oleObject" Target="../embeddings/oleObject94.bin"/><Relationship Id="rId22" Type="http://schemas.openxmlformats.org/officeDocument/2006/relationships/oleObject" Target="../embeddings/oleObject120.bin"/><Relationship Id="rId27" Type="http://schemas.openxmlformats.org/officeDocument/2006/relationships/image" Target="../media/image138.wmf"/><Relationship Id="rId30" Type="http://schemas.openxmlformats.org/officeDocument/2006/relationships/oleObject" Target="../embeddings/oleObject124.bin"/><Relationship Id="rId35" Type="http://schemas.openxmlformats.org/officeDocument/2006/relationships/image" Target="../media/image142.wmf"/><Relationship Id="rId8" Type="http://schemas.openxmlformats.org/officeDocument/2006/relationships/oleObject" Target="../embeddings/oleObject91.bin"/><Relationship Id="rId3" Type="http://schemas.openxmlformats.org/officeDocument/2006/relationships/image" Target="../media/image9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44.wmf"/><Relationship Id="rId2"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oleObject" Target="../embeddings/oleObject128.bin"/><Relationship Id="rId5" Type="http://schemas.openxmlformats.org/officeDocument/2006/relationships/image" Target="../media/image143.wmf"/><Relationship Id="rId4" Type="http://schemas.openxmlformats.org/officeDocument/2006/relationships/oleObject" Target="../embeddings/oleObject127.bin"/></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31.bin"/><Relationship Id="rId3" Type="http://schemas.openxmlformats.org/officeDocument/2006/relationships/image" Target="../media/image145.wmf"/><Relationship Id="rId7" Type="http://schemas.openxmlformats.org/officeDocument/2006/relationships/image" Target="../media/image3.png"/><Relationship Id="rId2" Type="http://schemas.openxmlformats.org/officeDocument/2006/relationships/oleObject" Target="../embeddings/oleObject129.bin"/><Relationship Id="rId1" Type="http://schemas.openxmlformats.org/officeDocument/2006/relationships/slideLayout" Target="../slideLayouts/slideLayout20.xml"/><Relationship Id="rId6" Type="http://schemas.openxmlformats.org/officeDocument/2006/relationships/image" Target="../media/image2.png"/><Relationship Id="rId11" Type="http://schemas.openxmlformats.org/officeDocument/2006/relationships/image" Target="../media/image148.wmf"/><Relationship Id="rId5" Type="http://schemas.openxmlformats.org/officeDocument/2006/relationships/image" Target="../media/image146.wmf"/><Relationship Id="rId10" Type="http://schemas.openxmlformats.org/officeDocument/2006/relationships/oleObject" Target="../embeddings/oleObject132.bin"/><Relationship Id="rId4" Type="http://schemas.openxmlformats.org/officeDocument/2006/relationships/oleObject" Target="../embeddings/oleObject130.bin"/><Relationship Id="rId9" Type="http://schemas.openxmlformats.org/officeDocument/2006/relationships/image" Target="../media/image147.wmf"/></Relationships>
</file>

<file path=ppt/slides/_rels/slide4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49.wmf"/><Relationship Id="rId7" Type="http://schemas.openxmlformats.org/officeDocument/2006/relationships/image" Target="../media/image2.png"/><Relationship Id="rId2" Type="http://schemas.openxmlformats.org/officeDocument/2006/relationships/oleObject" Target="../embeddings/oleObject133.bin"/><Relationship Id="rId1" Type="http://schemas.openxmlformats.org/officeDocument/2006/relationships/slideLayout" Target="../slideLayouts/slideLayout21.xml"/><Relationship Id="rId6" Type="http://schemas.openxmlformats.org/officeDocument/2006/relationships/image" Target="../media/image151.emf"/><Relationship Id="rId5" Type="http://schemas.openxmlformats.org/officeDocument/2006/relationships/image" Target="../media/image150.wmf"/><Relationship Id="rId4" Type="http://schemas.openxmlformats.org/officeDocument/2006/relationships/oleObject" Target="../embeddings/oleObject134.bin"/></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52.wmf"/><Relationship Id="rId7" Type="http://schemas.openxmlformats.org/officeDocument/2006/relationships/image" Target="../media/image154.wmf"/><Relationship Id="rId2" Type="http://schemas.openxmlformats.org/officeDocument/2006/relationships/oleObject" Target="../embeddings/oleObject135.bin"/><Relationship Id="rId1" Type="http://schemas.openxmlformats.org/officeDocument/2006/relationships/slideLayout" Target="../slideLayouts/slideLayout21.xml"/><Relationship Id="rId6" Type="http://schemas.openxmlformats.org/officeDocument/2006/relationships/oleObject" Target="../embeddings/oleObject137.bin"/><Relationship Id="rId5" Type="http://schemas.openxmlformats.org/officeDocument/2006/relationships/image" Target="../media/image153.wmf"/><Relationship Id="rId4" Type="http://schemas.openxmlformats.org/officeDocument/2006/relationships/oleObject" Target="../embeddings/oleObject136.bin"/><Relationship Id="rId9" Type="http://schemas.openxmlformats.org/officeDocument/2006/relationships/image" Target="../media/image3.png"/></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160.wmf"/><Relationship Id="rId3" Type="http://schemas.openxmlformats.org/officeDocument/2006/relationships/image" Target="../media/image155.wmf"/><Relationship Id="rId7" Type="http://schemas.openxmlformats.org/officeDocument/2006/relationships/image" Target="../media/image157.wmf"/><Relationship Id="rId12" Type="http://schemas.openxmlformats.org/officeDocument/2006/relationships/oleObject" Target="../embeddings/oleObject143.bin"/><Relationship Id="rId17" Type="http://schemas.openxmlformats.org/officeDocument/2006/relationships/image" Target="../media/image3.png"/><Relationship Id="rId2" Type="http://schemas.openxmlformats.org/officeDocument/2006/relationships/oleObject" Target="../embeddings/oleObject138.bin"/><Relationship Id="rId16"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oleObject" Target="../embeddings/oleObject140.bin"/><Relationship Id="rId11" Type="http://schemas.openxmlformats.org/officeDocument/2006/relationships/image" Target="../media/image159.wmf"/><Relationship Id="rId5" Type="http://schemas.openxmlformats.org/officeDocument/2006/relationships/image" Target="../media/image156.wmf"/><Relationship Id="rId15" Type="http://schemas.openxmlformats.org/officeDocument/2006/relationships/image" Target="../media/image161.wmf"/><Relationship Id="rId10" Type="http://schemas.openxmlformats.org/officeDocument/2006/relationships/oleObject" Target="../embeddings/oleObject142.bin"/><Relationship Id="rId4" Type="http://schemas.openxmlformats.org/officeDocument/2006/relationships/oleObject" Target="../embeddings/oleObject139.bin"/><Relationship Id="rId9" Type="http://schemas.openxmlformats.org/officeDocument/2006/relationships/image" Target="../media/image158.wmf"/><Relationship Id="rId14" Type="http://schemas.openxmlformats.org/officeDocument/2006/relationships/oleObject" Target="../embeddings/oleObject144.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147.bin"/><Relationship Id="rId3" Type="http://schemas.openxmlformats.org/officeDocument/2006/relationships/image" Target="../media/image3.png"/><Relationship Id="rId7" Type="http://schemas.openxmlformats.org/officeDocument/2006/relationships/image" Target="../media/image163.wmf"/><Relationship Id="rId2" Type="http://schemas.openxmlformats.org/officeDocument/2006/relationships/image" Target="../media/image2.png"/><Relationship Id="rId1" Type="http://schemas.openxmlformats.org/officeDocument/2006/relationships/slideLayout" Target="../slideLayouts/slideLayout20.xml"/><Relationship Id="rId6" Type="http://schemas.openxmlformats.org/officeDocument/2006/relationships/oleObject" Target="../embeddings/oleObject146.bin"/><Relationship Id="rId5" Type="http://schemas.openxmlformats.org/officeDocument/2006/relationships/image" Target="../media/image162.wmf"/><Relationship Id="rId10" Type="http://schemas.openxmlformats.org/officeDocument/2006/relationships/image" Target="../media/image165.emf"/><Relationship Id="rId4" Type="http://schemas.openxmlformats.org/officeDocument/2006/relationships/oleObject" Target="../embeddings/oleObject145.bin"/><Relationship Id="rId9" Type="http://schemas.openxmlformats.org/officeDocument/2006/relationships/image" Target="../media/image164.wmf"/></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51.bin"/><Relationship Id="rId13" Type="http://schemas.openxmlformats.org/officeDocument/2006/relationships/image" Target="../media/image171.wmf"/><Relationship Id="rId3" Type="http://schemas.openxmlformats.org/officeDocument/2006/relationships/image" Target="../media/image166.wmf"/><Relationship Id="rId7" Type="http://schemas.openxmlformats.org/officeDocument/2006/relationships/image" Target="../media/image168.wmf"/><Relationship Id="rId12" Type="http://schemas.openxmlformats.org/officeDocument/2006/relationships/oleObject" Target="../embeddings/oleObject153.bin"/><Relationship Id="rId2" Type="http://schemas.openxmlformats.org/officeDocument/2006/relationships/oleObject" Target="../embeddings/oleObject148.bin"/><Relationship Id="rId1" Type="http://schemas.openxmlformats.org/officeDocument/2006/relationships/slideLayout" Target="../slideLayouts/slideLayout20.xml"/><Relationship Id="rId6" Type="http://schemas.openxmlformats.org/officeDocument/2006/relationships/oleObject" Target="../embeddings/oleObject150.bin"/><Relationship Id="rId11" Type="http://schemas.openxmlformats.org/officeDocument/2006/relationships/image" Target="../media/image170.wmf"/><Relationship Id="rId5" Type="http://schemas.openxmlformats.org/officeDocument/2006/relationships/image" Target="../media/image167.wmf"/><Relationship Id="rId15" Type="http://schemas.openxmlformats.org/officeDocument/2006/relationships/image" Target="../media/image3.png"/><Relationship Id="rId10" Type="http://schemas.openxmlformats.org/officeDocument/2006/relationships/oleObject" Target="../embeddings/oleObject152.bin"/><Relationship Id="rId4" Type="http://schemas.openxmlformats.org/officeDocument/2006/relationships/oleObject" Target="../embeddings/oleObject149.bin"/><Relationship Id="rId9" Type="http://schemas.openxmlformats.org/officeDocument/2006/relationships/image" Target="../media/image169.wmf"/><Relationship Id="rId14" Type="http://schemas.openxmlformats.org/officeDocument/2006/relationships/image" Target="../media/image2.png"/></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166.wmf"/><Relationship Id="rId3" Type="http://schemas.openxmlformats.org/officeDocument/2006/relationships/image" Target="../media/image172.wmf"/><Relationship Id="rId7" Type="http://schemas.openxmlformats.org/officeDocument/2006/relationships/image" Target="../media/image174.wmf"/><Relationship Id="rId12" Type="http://schemas.openxmlformats.org/officeDocument/2006/relationships/oleObject" Target="../embeddings/oleObject148.bin"/><Relationship Id="rId17" Type="http://schemas.openxmlformats.org/officeDocument/2006/relationships/image" Target="../media/image168.wmf"/><Relationship Id="rId2" Type="http://schemas.openxmlformats.org/officeDocument/2006/relationships/oleObject" Target="../embeddings/oleObject154.bin"/><Relationship Id="rId16" Type="http://schemas.openxmlformats.org/officeDocument/2006/relationships/oleObject" Target="../embeddings/oleObject150.bin"/><Relationship Id="rId1" Type="http://schemas.openxmlformats.org/officeDocument/2006/relationships/slideLayout" Target="../slideLayouts/slideLayout20.xml"/><Relationship Id="rId6" Type="http://schemas.openxmlformats.org/officeDocument/2006/relationships/oleObject" Target="../embeddings/oleObject156.bin"/><Relationship Id="rId11" Type="http://schemas.openxmlformats.org/officeDocument/2006/relationships/image" Target="../media/image3.png"/><Relationship Id="rId5" Type="http://schemas.openxmlformats.org/officeDocument/2006/relationships/image" Target="../media/image173.wmf"/><Relationship Id="rId15" Type="http://schemas.openxmlformats.org/officeDocument/2006/relationships/image" Target="../media/image167.wmf"/><Relationship Id="rId10" Type="http://schemas.openxmlformats.org/officeDocument/2006/relationships/image" Target="../media/image2.png"/><Relationship Id="rId4" Type="http://schemas.openxmlformats.org/officeDocument/2006/relationships/oleObject" Target="../embeddings/oleObject155.bin"/><Relationship Id="rId9" Type="http://schemas.openxmlformats.org/officeDocument/2006/relationships/image" Target="../media/image175.wmf"/><Relationship Id="rId14" Type="http://schemas.openxmlformats.org/officeDocument/2006/relationships/oleObject" Target="../embeddings/oleObject149.bin"/></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8" Type="http://schemas.openxmlformats.org/officeDocument/2006/relationships/image" Target="../media/image179.wmf"/><Relationship Id="rId13" Type="http://schemas.openxmlformats.org/officeDocument/2006/relationships/oleObject" Target="../embeddings/oleObject163.bin"/><Relationship Id="rId18" Type="http://schemas.openxmlformats.org/officeDocument/2006/relationships/image" Target="../media/image163.wmf"/><Relationship Id="rId3" Type="http://schemas.openxmlformats.org/officeDocument/2006/relationships/oleObject" Target="../embeddings/oleObject158.bin"/><Relationship Id="rId7" Type="http://schemas.openxmlformats.org/officeDocument/2006/relationships/oleObject" Target="../embeddings/oleObject160.bin"/><Relationship Id="rId12" Type="http://schemas.openxmlformats.org/officeDocument/2006/relationships/image" Target="../media/image181.wmf"/><Relationship Id="rId17" Type="http://schemas.openxmlformats.org/officeDocument/2006/relationships/oleObject" Target="../embeddings/oleObject146.bin"/><Relationship Id="rId2" Type="http://schemas.openxmlformats.org/officeDocument/2006/relationships/image" Target="../media/image176.png"/><Relationship Id="rId16" Type="http://schemas.openxmlformats.org/officeDocument/2006/relationships/image" Target="../media/image183.wmf"/><Relationship Id="rId20" Type="http://schemas.openxmlformats.org/officeDocument/2006/relationships/image" Target="../media/image3.png"/><Relationship Id="rId1" Type="http://schemas.openxmlformats.org/officeDocument/2006/relationships/slideLayout" Target="../slideLayouts/slideLayout20.xml"/><Relationship Id="rId6" Type="http://schemas.openxmlformats.org/officeDocument/2006/relationships/image" Target="../media/image178.wmf"/><Relationship Id="rId11" Type="http://schemas.openxmlformats.org/officeDocument/2006/relationships/oleObject" Target="../embeddings/oleObject162.bin"/><Relationship Id="rId5" Type="http://schemas.openxmlformats.org/officeDocument/2006/relationships/oleObject" Target="../embeddings/oleObject159.bin"/><Relationship Id="rId15" Type="http://schemas.openxmlformats.org/officeDocument/2006/relationships/oleObject" Target="../embeddings/oleObject164.bin"/><Relationship Id="rId10" Type="http://schemas.openxmlformats.org/officeDocument/2006/relationships/image" Target="../media/image180.wmf"/><Relationship Id="rId19" Type="http://schemas.openxmlformats.org/officeDocument/2006/relationships/image" Target="../media/image2.png"/><Relationship Id="rId4" Type="http://schemas.openxmlformats.org/officeDocument/2006/relationships/image" Target="../media/image177.wmf"/><Relationship Id="rId9" Type="http://schemas.openxmlformats.org/officeDocument/2006/relationships/oleObject" Target="../embeddings/oleObject161.bin"/><Relationship Id="rId14" Type="http://schemas.openxmlformats.org/officeDocument/2006/relationships/image" Target="../media/image182.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65.bin"/><Relationship Id="rId2" Type="http://schemas.openxmlformats.org/officeDocument/2006/relationships/image" Target="../media/image184.png"/><Relationship Id="rId1" Type="http://schemas.openxmlformats.org/officeDocument/2006/relationships/slideLayout" Target="../slideLayouts/slideLayout21.xml"/><Relationship Id="rId4" Type="http://schemas.openxmlformats.org/officeDocument/2006/relationships/image" Target="../media/image185.wmf"/></Relationships>
</file>

<file path=ppt/slides/_rels/slide56.xml.rels><?xml version="1.0" encoding="UTF-8" standalone="yes"?>
<Relationships xmlns="http://schemas.openxmlformats.org/package/2006/relationships"><Relationship Id="rId3" Type="http://schemas.openxmlformats.org/officeDocument/2006/relationships/image" Target="../media/image186.wmf"/><Relationship Id="rId7" Type="http://schemas.openxmlformats.org/officeDocument/2006/relationships/image" Target="../media/image3.png"/><Relationship Id="rId2" Type="http://schemas.openxmlformats.org/officeDocument/2006/relationships/oleObject" Target="../embeddings/oleObject166.bin"/><Relationship Id="rId1" Type="http://schemas.openxmlformats.org/officeDocument/2006/relationships/slideLayout" Target="../slideLayouts/slideLayout21.xml"/><Relationship Id="rId6" Type="http://schemas.openxmlformats.org/officeDocument/2006/relationships/image" Target="../media/image2.png"/><Relationship Id="rId5" Type="http://schemas.openxmlformats.org/officeDocument/2006/relationships/image" Target="../media/image187.wmf"/><Relationship Id="rId4" Type="http://schemas.openxmlformats.org/officeDocument/2006/relationships/oleObject" Target="../embeddings/oleObject167.bin"/></Relationships>
</file>

<file path=ppt/slides/_rels/slide5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oleObject" Target="../embeddings/oleObject168.bin"/><Relationship Id="rId7" Type="http://schemas.openxmlformats.org/officeDocument/2006/relationships/image" Target="../media/image2.png"/><Relationship Id="rId2" Type="http://schemas.openxmlformats.org/officeDocument/2006/relationships/image" Target="../media/image188.png"/><Relationship Id="rId1" Type="http://schemas.openxmlformats.org/officeDocument/2006/relationships/slideLayout" Target="../slideLayouts/slideLayout20.xml"/><Relationship Id="rId6" Type="http://schemas.openxmlformats.org/officeDocument/2006/relationships/image" Target="../media/image190.wmf"/><Relationship Id="rId5" Type="http://schemas.openxmlformats.org/officeDocument/2006/relationships/oleObject" Target="../embeddings/oleObject169.bin"/><Relationship Id="rId4" Type="http://schemas.openxmlformats.org/officeDocument/2006/relationships/image" Target="../media/image189.wmf"/></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1.png"/><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192.wmf"/><Relationship Id="rId7" Type="http://schemas.openxmlformats.org/officeDocument/2006/relationships/image" Target="../media/image3.png"/><Relationship Id="rId2" Type="http://schemas.openxmlformats.org/officeDocument/2006/relationships/oleObject" Target="../embeddings/oleObject170.bin"/><Relationship Id="rId1" Type="http://schemas.openxmlformats.org/officeDocument/2006/relationships/slideLayout" Target="../slideLayouts/slideLayout20.xml"/><Relationship Id="rId6" Type="http://schemas.openxmlformats.org/officeDocument/2006/relationships/image" Target="../media/image2.png"/><Relationship Id="rId5" Type="http://schemas.openxmlformats.org/officeDocument/2006/relationships/image" Target="../media/image193.wmf"/><Relationship Id="rId4" Type="http://schemas.openxmlformats.org/officeDocument/2006/relationships/oleObject" Target="../embeddings/oleObject171.bin"/></Relationships>
</file>

<file path=ppt/slides/_rels/slide60.xml.rels><?xml version="1.0" encoding="UTF-8" standalone="yes"?>
<Relationships xmlns="http://schemas.openxmlformats.org/package/2006/relationships"><Relationship Id="rId3" Type="http://schemas.openxmlformats.org/officeDocument/2006/relationships/image" Target="../media/image194.wmf"/><Relationship Id="rId7" Type="http://schemas.openxmlformats.org/officeDocument/2006/relationships/image" Target="../media/image3.png"/><Relationship Id="rId2" Type="http://schemas.openxmlformats.org/officeDocument/2006/relationships/oleObject" Target="../embeddings/oleObject172.bin"/><Relationship Id="rId1" Type="http://schemas.openxmlformats.org/officeDocument/2006/relationships/slideLayout" Target="../slideLayouts/slideLayout26.xml"/><Relationship Id="rId6" Type="http://schemas.openxmlformats.org/officeDocument/2006/relationships/image" Target="../media/image2.png"/><Relationship Id="rId5" Type="http://schemas.openxmlformats.org/officeDocument/2006/relationships/image" Target="../media/image195.wmf"/><Relationship Id="rId4" Type="http://schemas.openxmlformats.org/officeDocument/2006/relationships/oleObject" Target="../embeddings/oleObject173.bin"/></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97.wmf"/><Relationship Id="rId2" Type="http://schemas.openxmlformats.org/officeDocument/2006/relationships/image" Target="../media/image2.png"/><Relationship Id="rId1" Type="http://schemas.openxmlformats.org/officeDocument/2006/relationships/slideLayout" Target="../slideLayouts/slideLayout26.xml"/><Relationship Id="rId6" Type="http://schemas.openxmlformats.org/officeDocument/2006/relationships/oleObject" Target="../embeddings/oleObject175.bin"/><Relationship Id="rId5" Type="http://schemas.openxmlformats.org/officeDocument/2006/relationships/image" Target="../media/image196.wmf"/><Relationship Id="rId4" Type="http://schemas.openxmlformats.org/officeDocument/2006/relationships/oleObject" Target="../embeddings/oleObject174.bin"/></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76.bin"/><Relationship Id="rId2" Type="http://schemas.openxmlformats.org/officeDocument/2006/relationships/notesSlide" Target="../notesSlides/notesSlide3.xml"/><Relationship Id="rId1" Type="http://schemas.openxmlformats.org/officeDocument/2006/relationships/slideLayout" Target="../slideLayouts/slideLayout34.xml"/><Relationship Id="rId6" Type="http://schemas.openxmlformats.org/officeDocument/2006/relationships/image" Target="../media/image199.wmf"/><Relationship Id="rId5" Type="http://schemas.openxmlformats.org/officeDocument/2006/relationships/oleObject" Target="../embeddings/oleObject177.bin"/><Relationship Id="rId4" Type="http://schemas.openxmlformats.org/officeDocument/2006/relationships/image" Target="../media/image198.w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bwMode="auto">
          <a:xfrm>
            <a:off x="1020961" y="2420888"/>
            <a:ext cx="7583487"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Blip>
                <a:blip r:embed="rId3"/>
              </a:buBlip>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4"/>
              </a:buBlip>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25000"/>
              </a:lnSpc>
              <a:spcBef>
                <a:spcPct val="20000"/>
              </a:spcBef>
              <a:spcAft>
                <a:spcPct val="0"/>
              </a:spcAft>
              <a:buClrTx/>
              <a:buSzTx/>
              <a:buFontTx/>
              <a:buBlip>
                <a:blip r:embed="rId3"/>
              </a:buBlip>
              <a:tabLst/>
              <a:defRPr/>
            </a:pP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3.1 </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离散傅里叶变换</a:t>
            </a:r>
            <a:endPar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25000"/>
              </a:lnSpc>
              <a:spcBef>
                <a:spcPct val="20000"/>
              </a:spcBef>
              <a:spcAft>
                <a:spcPct val="0"/>
              </a:spcAft>
              <a:buClrTx/>
              <a:buSzTx/>
              <a:buFontTx/>
              <a:buBlip>
                <a:blip r:embed="rId3"/>
              </a:buBlip>
              <a:tabLst/>
              <a:defRPr/>
            </a:pP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3.2 </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利用</a:t>
            </a: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DFT</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做连续信号的频谱分析 </a:t>
            </a:r>
            <a:endPar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25000"/>
              </a:lnSpc>
              <a:spcBef>
                <a:spcPct val="20000"/>
              </a:spcBef>
              <a:spcAft>
                <a:spcPct val="0"/>
              </a:spcAft>
              <a:buClrTx/>
              <a:buSzTx/>
              <a:buFontTx/>
              <a:buBlip>
                <a:blip r:embed="rId3"/>
              </a:buBlip>
              <a:tabLst/>
              <a:defRPr/>
            </a:pP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3.3 </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快速</a:t>
            </a:r>
            <a:r>
              <a:rPr kumimoji="1" lang="zh-CN" altLang="en-US" sz="3200" b="1" i="0" u="none" strike="noStrike" kern="1200" cap="none" spc="0" normalizeH="0" baseline="0" noProof="0" dirty="0">
                <a:ln>
                  <a:noFill/>
                </a:ln>
                <a:solidFill>
                  <a:srgbClr val="000000"/>
                </a:solidFill>
                <a:effectLst/>
                <a:uLnTx/>
                <a:uFillTx/>
                <a:latin typeface="Tahoma"/>
                <a:ea typeface="宋体"/>
                <a:cs typeface="+mn-cs"/>
              </a:rPr>
              <a:t>傅里叶变换</a:t>
            </a:r>
            <a:endPar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25000"/>
              </a:lnSpc>
              <a:spcBef>
                <a:spcPct val="20000"/>
              </a:spcBef>
              <a:spcAft>
                <a:spcPct val="0"/>
              </a:spcAft>
              <a:buClrTx/>
              <a:buSzTx/>
              <a:buFontTx/>
              <a:buBlip>
                <a:blip r:embed="rId3"/>
              </a:buBlip>
              <a:tabLst/>
              <a:defRPr/>
            </a:pP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3.4 </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关于</a:t>
            </a: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应用中的几个问题</a:t>
            </a:r>
            <a:endPar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endParaRPr>
          </a:p>
          <a:p>
            <a:pPr marL="342900" marR="0" lvl="0" indent="-342900" algn="l" defTabSz="914400" rtl="0" eaLnBrk="1" fontAlgn="base" latinLnBrk="0" hangingPunct="1">
              <a:lnSpc>
                <a:spcPct val="125000"/>
              </a:lnSpc>
              <a:spcBef>
                <a:spcPct val="20000"/>
              </a:spcBef>
              <a:spcAft>
                <a:spcPct val="0"/>
              </a:spcAft>
              <a:buClrTx/>
              <a:buSzTx/>
              <a:buFontTx/>
              <a:buBlip>
                <a:blip r:embed="rId3"/>
              </a:buBlip>
              <a:tabLst/>
              <a:defRPr/>
            </a:pPr>
            <a:r>
              <a:rPr kumimoji="1" lang="en-US" altLang="zh-CN" sz="3200" b="1" i="0" u="none" strike="noStrike" kern="1200" cap="none" spc="0" normalizeH="0" baseline="0" noProof="0" dirty="0">
                <a:ln>
                  <a:noFill/>
                </a:ln>
                <a:solidFill>
                  <a:srgbClr val="000000"/>
                </a:solidFill>
                <a:effectLst/>
                <a:uLnTx/>
                <a:uFillTx/>
                <a:latin typeface="Times New Roman"/>
                <a:ea typeface="宋体"/>
                <a:cs typeface="+mn-cs"/>
              </a:rPr>
              <a:t>3.5 </a:t>
            </a:r>
            <a:r>
              <a:rPr kumimoji="1" lang="zh-CN" altLang="en-US" sz="3200" b="1" i="0" u="none" strike="noStrike" kern="1200" cap="none" spc="0" normalizeH="0" baseline="0" noProof="0" dirty="0">
                <a:ln>
                  <a:noFill/>
                </a:ln>
                <a:solidFill>
                  <a:srgbClr val="000000"/>
                </a:solidFill>
                <a:effectLst/>
                <a:uLnTx/>
                <a:uFillTx/>
                <a:latin typeface="Times New Roman"/>
                <a:ea typeface="宋体"/>
                <a:cs typeface="+mn-cs"/>
              </a:rPr>
              <a:t>本章小结</a:t>
            </a:r>
          </a:p>
        </p:txBody>
      </p:sp>
      <p:sp>
        <p:nvSpPr>
          <p:cNvPr id="3" name="矩形 2"/>
          <p:cNvSpPr/>
          <p:nvPr/>
        </p:nvSpPr>
        <p:spPr>
          <a:xfrm>
            <a:off x="971600" y="980728"/>
            <a:ext cx="7560840" cy="1200329"/>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600" b="1" i="0" u="none" strike="noStrike" kern="1200" cap="none" spc="0" normalizeH="0" baseline="0" noProof="0" dirty="0">
                <a:ln>
                  <a:noFill/>
                </a:ln>
                <a:solidFill>
                  <a:srgbClr val="000066"/>
                </a:solidFill>
                <a:effectLst/>
                <a:uLnTx/>
                <a:uFillTx/>
                <a:latin typeface="Times New Roman"/>
                <a:ea typeface="宋体"/>
                <a:cs typeface="+mn-cs"/>
              </a:rPr>
              <a:t>第</a:t>
            </a:r>
            <a:r>
              <a:rPr kumimoji="1" lang="en-US" altLang="zh-CN" sz="3600" b="1" i="0" u="none" strike="noStrike" kern="1200" cap="none" spc="0" normalizeH="0" baseline="0" noProof="0" dirty="0">
                <a:ln>
                  <a:noFill/>
                </a:ln>
                <a:solidFill>
                  <a:srgbClr val="000066"/>
                </a:solidFill>
                <a:effectLst/>
                <a:uLnTx/>
                <a:uFillTx/>
                <a:latin typeface="Times New Roman"/>
                <a:ea typeface="宋体"/>
                <a:cs typeface="+mn-cs"/>
              </a:rPr>
              <a:t>3</a:t>
            </a:r>
            <a:r>
              <a:rPr kumimoji="1" lang="zh-CN" altLang="en-US" sz="3600" b="1" i="0" u="none" strike="noStrike" kern="1200" cap="none" spc="0" normalizeH="0" baseline="0" noProof="0" dirty="0">
                <a:ln>
                  <a:noFill/>
                </a:ln>
                <a:solidFill>
                  <a:srgbClr val="000066"/>
                </a:solidFill>
                <a:effectLst/>
                <a:uLnTx/>
                <a:uFillTx/>
                <a:latin typeface="Times New Roman"/>
                <a:ea typeface="宋体"/>
                <a:cs typeface="+mn-cs"/>
              </a:rPr>
              <a:t>章  离散傅里叶变换</a:t>
            </a:r>
            <a:r>
              <a:rPr kumimoji="1" lang="en-US" altLang="zh-CN" sz="3600" b="1" i="0" u="none" strike="noStrike" kern="1200" cap="none" spc="0" normalizeH="0" baseline="0" noProof="0" dirty="0">
                <a:ln>
                  <a:noFill/>
                </a:ln>
                <a:solidFill>
                  <a:srgbClr val="000066"/>
                </a:solidFill>
                <a:effectLst/>
                <a:uLnTx/>
                <a:uFillTx/>
                <a:latin typeface="Times New Roman"/>
                <a:ea typeface="宋体"/>
                <a:cs typeface="+mn-cs"/>
              </a:rPr>
              <a:t>(DFT)</a:t>
            </a:r>
            <a:r>
              <a:rPr kumimoji="1" lang="zh-CN" altLang="en-US" sz="3600" b="1" i="0" u="none" strike="noStrike" kern="1200" cap="none" spc="0" normalizeH="0" baseline="0" noProof="0" dirty="0">
                <a:ln>
                  <a:noFill/>
                </a:ln>
                <a:solidFill>
                  <a:srgbClr val="000066"/>
                </a:solidFill>
                <a:effectLst/>
                <a:uLnTx/>
                <a:uFillTx/>
                <a:latin typeface="Times New Roman"/>
                <a:ea typeface="宋体"/>
                <a:cs typeface="+mn-cs"/>
              </a:rPr>
              <a:t>及其</a:t>
            </a:r>
            <a:br>
              <a:rPr kumimoji="1" lang="en-US" altLang="zh-CN" sz="3600" b="1" i="0" u="none" strike="noStrike" kern="1200" cap="none" spc="0" normalizeH="0" baseline="0" noProof="0" dirty="0">
                <a:ln>
                  <a:noFill/>
                </a:ln>
                <a:solidFill>
                  <a:srgbClr val="000066"/>
                </a:solidFill>
                <a:effectLst/>
                <a:uLnTx/>
                <a:uFillTx/>
                <a:latin typeface="Times New Roman"/>
                <a:ea typeface="宋体"/>
                <a:cs typeface="+mn-cs"/>
              </a:rPr>
            </a:br>
            <a:r>
              <a:rPr kumimoji="1" lang="en-US" altLang="zh-CN" sz="3600" b="1" i="0" u="none" strike="noStrike" kern="1200" cap="none" spc="0" normalizeH="0" baseline="0" noProof="0" dirty="0">
                <a:ln>
                  <a:noFill/>
                </a:ln>
                <a:solidFill>
                  <a:srgbClr val="000066"/>
                </a:solidFill>
                <a:effectLst/>
                <a:uLnTx/>
                <a:uFillTx/>
                <a:latin typeface="Times New Roman"/>
                <a:ea typeface="宋体"/>
                <a:cs typeface="+mn-cs"/>
              </a:rPr>
              <a:t>            </a:t>
            </a:r>
            <a:r>
              <a:rPr kumimoji="1" lang="zh-CN" altLang="en-US" sz="3600" b="1" i="0" u="none" strike="noStrike" kern="1200" cap="none" spc="0" normalizeH="0" baseline="0" noProof="0" dirty="0">
                <a:ln>
                  <a:noFill/>
                </a:ln>
                <a:solidFill>
                  <a:srgbClr val="000066"/>
                </a:solidFill>
                <a:effectLst/>
                <a:uLnTx/>
                <a:uFillTx/>
                <a:latin typeface="Times New Roman"/>
                <a:ea typeface="宋体"/>
                <a:cs typeface="+mn-cs"/>
              </a:rPr>
              <a:t>快速算法</a:t>
            </a:r>
            <a:r>
              <a:rPr kumimoji="1" lang="en-US" altLang="zh-CN" sz="3600" b="1" i="0" u="none" strike="noStrike" kern="1200" cap="none" spc="0" normalizeH="0" baseline="0" noProof="0" dirty="0">
                <a:ln>
                  <a:noFill/>
                </a:ln>
                <a:solidFill>
                  <a:srgbClr val="000066"/>
                </a:solidFill>
                <a:effectLst/>
                <a:uLnTx/>
                <a:uFillTx/>
                <a:latin typeface="Times New Roman"/>
                <a:ea typeface="宋体"/>
                <a:cs typeface="+mn-cs"/>
              </a:rPr>
              <a:t>(FFT)</a:t>
            </a:r>
            <a:endParaRPr kumimoji="1" lang="zh-CN" altLang="en-US" sz="32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AutoShape 7">
            <a:extLst>
              <a:ext uri="{FF2B5EF4-FFF2-40B4-BE49-F238E27FC236}">
                <a16:creationId xmlns:a16="http://schemas.microsoft.com/office/drawing/2014/main" id="{BD329841-9E02-466E-AAA4-F18A86D467DB}"/>
              </a:ext>
            </a:extLst>
          </p:cNvPr>
          <p:cNvSpPr>
            <a:spLocks/>
          </p:cNvSpPr>
          <p:nvPr/>
        </p:nvSpPr>
        <p:spPr bwMode="auto">
          <a:xfrm>
            <a:off x="690880" y="4155440"/>
            <a:ext cx="304800" cy="1524000"/>
          </a:xfrm>
          <a:prstGeom prst="leftBrace">
            <a:avLst>
              <a:gd name="adj1" fmla="val 62500"/>
              <a:gd name="adj2" fmla="val 50000"/>
            </a:avLst>
          </a:prstGeom>
          <a:noFill/>
          <a:ln w="28575">
            <a:solidFill>
              <a:srgbClr val="3333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宋体" panose="02010600030101010101" pitchFamily="2" charset="-122"/>
            </a:endParaRPr>
          </a:p>
        </p:txBody>
      </p:sp>
    </p:spTree>
    <p:extLst>
      <p:ext uri="{BB962C8B-B14F-4D97-AF65-F5344CB8AC3E}">
        <p14:creationId xmlns:p14="http://schemas.microsoft.com/office/powerpoint/2010/main" val="329431363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3">
            <a:extLst>
              <a:ext uri="{FF2B5EF4-FFF2-40B4-BE49-F238E27FC236}">
                <a16:creationId xmlns:a16="http://schemas.microsoft.com/office/drawing/2014/main" id="{BD1C7618-002C-430B-82CF-C1A6017AA9D5}"/>
              </a:ext>
            </a:extLst>
          </p:cNvPr>
          <p:cNvSpPr>
            <a:spLocks noGrp="1" noChangeArrowheads="1"/>
          </p:cNvSpPr>
          <p:nvPr>
            <p:ph type="body" idx="1"/>
          </p:nvPr>
        </p:nvSpPr>
        <p:spPr>
          <a:xfrm>
            <a:off x="762000" y="1752600"/>
            <a:ext cx="6781800" cy="2971800"/>
          </a:xfrm>
        </p:spPr>
        <p:txBody>
          <a:bodyPr/>
          <a:lstStyle/>
          <a:p>
            <a:pPr eaLnBrk="1" hangingPunct="1">
              <a:lnSpc>
                <a:spcPct val="120000"/>
              </a:lnSpc>
            </a:pPr>
            <a:r>
              <a:rPr lang="en-US" altLang="zh-CN" b="1" dirty="0">
                <a:latin typeface="+mj-lt"/>
              </a:rPr>
              <a:t>3.3.1 </a:t>
            </a:r>
            <a:r>
              <a:rPr lang="zh-CN" altLang="en-US" b="1" dirty="0">
                <a:latin typeface="+mj-lt"/>
              </a:rPr>
              <a:t>按时间抽取的</a:t>
            </a:r>
            <a:r>
              <a:rPr lang="en-US" altLang="zh-CN" b="1" dirty="0">
                <a:latin typeface="+mj-lt"/>
              </a:rPr>
              <a:t>FFT </a:t>
            </a:r>
          </a:p>
          <a:p>
            <a:pPr eaLnBrk="1" hangingPunct="1">
              <a:lnSpc>
                <a:spcPct val="150000"/>
              </a:lnSpc>
            </a:pPr>
            <a:r>
              <a:rPr lang="en-US" altLang="zh-CN" b="1" dirty="0">
                <a:latin typeface="+mj-lt"/>
              </a:rPr>
              <a:t>3.3.2 </a:t>
            </a:r>
            <a:r>
              <a:rPr lang="zh-CN" altLang="en-US" b="1" dirty="0">
                <a:latin typeface="+mj-lt"/>
              </a:rPr>
              <a:t>按频率抽取的</a:t>
            </a:r>
            <a:r>
              <a:rPr lang="en-US" altLang="zh-CN" b="1" dirty="0">
                <a:latin typeface="+mj-lt"/>
              </a:rPr>
              <a:t>FFT </a:t>
            </a:r>
          </a:p>
          <a:p>
            <a:pPr eaLnBrk="1" hangingPunct="1">
              <a:lnSpc>
                <a:spcPct val="120000"/>
              </a:lnSpc>
            </a:pPr>
            <a:r>
              <a:rPr lang="en-US" altLang="zh-CN" b="1" dirty="0">
                <a:latin typeface="+mj-lt"/>
              </a:rPr>
              <a:t>3.3.3 </a:t>
            </a:r>
            <a:r>
              <a:rPr lang="en-US" altLang="zh-CN" b="1" i="1" dirty="0">
                <a:latin typeface="+mj-lt"/>
              </a:rPr>
              <a:t>N</a:t>
            </a:r>
            <a:r>
              <a:rPr lang="zh-CN" altLang="en-US" b="1" dirty="0">
                <a:latin typeface="+mj-lt"/>
              </a:rPr>
              <a:t>为组合数的</a:t>
            </a:r>
            <a:r>
              <a:rPr lang="en-US" altLang="zh-CN" b="1" dirty="0">
                <a:latin typeface="+mj-lt"/>
              </a:rPr>
              <a:t>FFT</a:t>
            </a:r>
            <a:r>
              <a:rPr lang="zh-CN" altLang="en-US" b="1" dirty="0">
                <a:latin typeface="+mj-lt"/>
              </a:rPr>
              <a:t>和基四</a:t>
            </a:r>
            <a:r>
              <a:rPr lang="en-US" altLang="zh-CN" b="1" dirty="0">
                <a:latin typeface="+mj-lt"/>
              </a:rPr>
              <a:t>FFT</a:t>
            </a:r>
          </a:p>
        </p:txBody>
      </p:sp>
      <p:sp>
        <p:nvSpPr>
          <p:cNvPr id="4"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191869"/>
            <a:ext cx="41200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6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spTree>
    <p:extLst>
      <p:ext uri="{BB962C8B-B14F-4D97-AF65-F5344CB8AC3E}">
        <p14:creationId xmlns:p14="http://schemas.microsoft.com/office/powerpoint/2010/main" val="36120908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3">
            <a:extLst>
              <a:ext uri="{FF2B5EF4-FFF2-40B4-BE49-F238E27FC236}">
                <a16:creationId xmlns:a16="http://schemas.microsoft.com/office/drawing/2014/main" id="{BD1C7618-002C-430B-82CF-C1A6017AA9D5}"/>
              </a:ext>
            </a:extLst>
          </p:cNvPr>
          <p:cNvSpPr>
            <a:spLocks noGrp="1" noChangeArrowheads="1"/>
          </p:cNvSpPr>
          <p:nvPr>
            <p:ph type="body" idx="1"/>
          </p:nvPr>
        </p:nvSpPr>
        <p:spPr>
          <a:xfrm>
            <a:off x="685800" y="990600"/>
            <a:ext cx="8077200" cy="5181600"/>
          </a:xfrm>
        </p:spPr>
        <p:txBody>
          <a:bodyPr/>
          <a:lstStyle/>
          <a:p>
            <a:pPr algn="just" eaLnBrk="1" hangingPunct="1">
              <a:lnSpc>
                <a:spcPct val="120000"/>
              </a:lnSpc>
            </a:pPr>
            <a:r>
              <a:rPr lang="zh-CN" altLang="en-US" sz="3000" b="1" dirty="0">
                <a:latin typeface="+mj-lt"/>
              </a:rPr>
              <a:t>快速傅里叶变换</a:t>
            </a:r>
            <a:r>
              <a:rPr lang="en-US" altLang="zh-CN" sz="3000" b="1" dirty="0">
                <a:latin typeface="+mj-lt"/>
              </a:rPr>
              <a:t>(fast Fourier transform, </a:t>
            </a:r>
            <a:r>
              <a:rPr lang="en-US" altLang="zh-CN" sz="3000" b="1" dirty="0">
                <a:solidFill>
                  <a:srgbClr val="FF0000"/>
                </a:solidFill>
                <a:latin typeface="+mj-lt"/>
              </a:rPr>
              <a:t>FFT</a:t>
            </a:r>
            <a:r>
              <a:rPr lang="en-US" altLang="zh-CN" sz="3000" b="1" dirty="0">
                <a:latin typeface="+mj-lt"/>
              </a:rPr>
              <a:t>) </a:t>
            </a:r>
            <a:r>
              <a:rPr lang="zh-CN" altLang="en-US" sz="3000" b="1" dirty="0">
                <a:latin typeface="+mj-lt"/>
              </a:rPr>
              <a:t>不是一种新的变换, 它只</a:t>
            </a:r>
            <a:r>
              <a:rPr lang="zh-CN" altLang="en-US" sz="3000" b="1" dirty="0">
                <a:solidFill>
                  <a:srgbClr val="FF0000"/>
                </a:solidFill>
                <a:latin typeface="+mj-lt"/>
              </a:rPr>
              <a:t>是</a:t>
            </a:r>
            <a:r>
              <a:rPr lang="en-US" altLang="zh-CN" sz="3000" b="1" dirty="0">
                <a:solidFill>
                  <a:srgbClr val="FF0000"/>
                </a:solidFill>
                <a:latin typeface="+mj-lt"/>
              </a:rPr>
              <a:t>DFT</a:t>
            </a:r>
            <a:r>
              <a:rPr lang="en-US" altLang="zh-CN" sz="3000" b="1" dirty="0">
                <a:latin typeface="+mj-lt"/>
              </a:rPr>
              <a:t>(discrete</a:t>
            </a:r>
            <a:r>
              <a:rPr lang="en-US" altLang="zh-CN" sz="3000" b="1" dirty="0">
                <a:solidFill>
                  <a:srgbClr val="FF0000"/>
                </a:solidFill>
                <a:latin typeface="+mj-lt"/>
              </a:rPr>
              <a:t> </a:t>
            </a:r>
            <a:r>
              <a:rPr lang="en-US" altLang="zh-CN" sz="3000" b="1" dirty="0">
                <a:latin typeface="+mj-lt"/>
              </a:rPr>
              <a:t>Fourier transform)</a:t>
            </a:r>
            <a:r>
              <a:rPr lang="zh-CN" altLang="en-US" sz="3000" b="1" dirty="0">
                <a:solidFill>
                  <a:srgbClr val="FF0000"/>
                </a:solidFill>
                <a:latin typeface="+mj-lt"/>
              </a:rPr>
              <a:t>的</a:t>
            </a:r>
            <a:r>
              <a:rPr lang="zh-CN" altLang="en-US" sz="3000" b="1" dirty="0">
                <a:latin typeface="+mj-lt"/>
              </a:rPr>
              <a:t>一种</a:t>
            </a:r>
            <a:r>
              <a:rPr lang="zh-CN" altLang="en-US" sz="3000" b="1" dirty="0">
                <a:solidFill>
                  <a:srgbClr val="FF0000"/>
                </a:solidFill>
                <a:latin typeface="+mj-lt"/>
              </a:rPr>
              <a:t>快速算法</a:t>
            </a:r>
            <a:r>
              <a:rPr lang="zh-CN" altLang="en-US" sz="3000" b="1" dirty="0">
                <a:latin typeface="+mj-lt"/>
              </a:rPr>
              <a:t>。根据对序列分解与选取方法的不同，而产生了 </a:t>
            </a:r>
            <a:r>
              <a:rPr lang="en-US" altLang="zh-CN" sz="3000" b="1" dirty="0">
                <a:latin typeface="+mj-lt"/>
              </a:rPr>
              <a:t>FFT </a:t>
            </a:r>
            <a:r>
              <a:rPr lang="zh-CN" altLang="en-US" sz="3000" b="1" dirty="0">
                <a:latin typeface="+mj-lt"/>
              </a:rPr>
              <a:t>的多种算法 。</a:t>
            </a:r>
            <a:r>
              <a:rPr lang="en-US" altLang="zh-CN" sz="3000" b="1" dirty="0">
                <a:latin typeface="+mj-lt"/>
              </a:rPr>
              <a:t>    </a:t>
            </a:r>
            <a:endParaRPr lang="zh-CN" altLang="en-US" sz="3000" b="1" dirty="0">
              <a:latin typeface="+mj-lt"/>
            </a:endParaRPr>
          </a:p>
          <a:p>
            <a:pPr marL="0" indent="0" algn="just" eaLnBrk="1" hangingPunct="1">
              <a:lnSpc>
                <a:spcPct val="120000"/>
              </a:lnSpc>
              <a:buNone/>
            </a:pPr>
            <a:endParaRPr lang="en-US" altLang="zh-CN" sz="3000" b="1" dirty="0">
              <a:latin typeface="+mj-lt"/>
            </a:endParaRPr>
          </a:p>
          <a:p>
            <a:pPr algn="just" eaLnBrk="1" hangingPunct="1">
              <a:lnSpc>
                <a:spcPct val="120000"/>
              </a:lnSpc>
            </a:pPr>
            <a:r>
              <a:rPr lang="en-US" altLang="zh-CN" sz="3000" b="1" dirty="0">
                <a:latin typeface="+mj-lt"/>
              </a:rPr>
              <a:t>FFT </a:t>
            </a:r>
            <a:r>
              <a:rPr lang="zh-CN" altLang="en-US" sz="3000" b="1" dirty="0">
                <a:latin typeface="+mj-lt"/>
              </a:rPr>
              <a:t>除了用于谱分析，在计算线性卷积、线性相关等方面也有重要应用。</a:t>
            </a:r>
          </a:p>
        </p:txBody>
      </p:sp>
      <p:sp>
        <p:nvSpPr>
          <p:cNvPr id="4"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228600"/>
            <a:ext cx="3672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spTree>
    <p:extLst>
      <p:ext uri="{BB962C8B-B14F-4D97-AF65-F5344CB8AC3E}">
        <p14:creationId xmlns:p14="http://schemas.microsoft.com/office/powerpoint/2010/main" val="311186495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EFE9288-CE5C-4FBE-8E89-F8FA44C052F1}"/>
              </a:ext>
            </a:extLst>
          </p:cNvPr>
          <p:cNvSpPr>
            <a:spLocks noChangeArrowheads="1"/>
          </p:cNvSpPr>
          <p:nvPr/>
        </p:nvSpPr>
        <p:spPr bwMode="auto">
          <a:xfrm>
            <a:off x="936237" y="838200"/>
            <a:ext cx="7416824"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0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直接计算</a:t>
            </a:r>
            <a:r>
              <a:rPr kumimoji="1" lang="en-US" altLang="zh-CN" sz="3000" b="1" i="1"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N</a:t>
            </a:r>
            <a:r>
              <a:rPr kumimoji="1" lang="zh-CN" altLang="en-US" sz="30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点</a:t>
            </a:r>
            <a:r>
              <a:rPr kumimoji="1" lang="en-US" altLang="en-US" sz="30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DFT</a:t>
            </a:r>
            <a:r>
              <a:rPr kumimoji="1" lang="zh-CN" altLang="en-US" sz="30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的计算量</a:t>
            </a:r>
            <a:endParaRPr kumimoji="1" lang="zh-CN" altLang="zh-CN" sz="30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endParaRPr>
          </a:p>
        </p:txBody>
      </p:sp>
      <p:graphicFrame>
        <p:nvGraphicFramePr>
          <p:cNvPr id="9" name="Object 7">
            <a:extLst>
              <a:ext uri="{FF2B5EF4-FFF2-40B4-BE49-F238E27FC236}">
                <a16:creationId xmlns:a16="http://schemas.microsoft.com/office/drawing/2014/main" id="{907CF9F4-8525-489D-90E6-2031A3623CF8}"/>
              </a:ext>
            </a:extLst>
          </p:cNvPr>
          <p:cNvGraphicFramePr>
            <a:graphicFrameLocks noChangeAspect="1"/>
          </p:cNvGraphicFramePr>
          <p:nvPr/>
        </p:nvGraphicFramePr>
        <p:xfrm>
          <a:off x="1981200" y="1371600"/>
          <a:ext cx="4800600" cy="906444"/>
        </p:xfrm>
        <a:graphic>
          <a:graphicData uri="http://schemas.openxmlformats.org/presentationml/2006/ole">
            <mc:AlternateContent xmlns:mc="http://schemas.openxmlformats.org/markup-compatibility/2006">
              <mc:Choice xmlns:v="urn:schemas-microsoft-com:vml" Requires="v">
                <p:oleObj name="Equation" r:id="rId5" imgW="2286000" imgH="431640" progId="Equation.DSMT4">
                  <p:embed/>
                </p:oleObj>
              </mc:Choice>
              <mc:Fallback>
                <p:oleObj name="Equation" r:id="rId5" imgW="2286000" imgH="431640" progId="Equation.DSMT4">
                  <p:embed/>
                  <p:pic>
                    <p:nvPicPr>
                      <p:cNvPr id="9" name="Object 7">
                        <a:extLst>
                          <a:ext uri="{FF2B5EF4-FFF2-40B4-BE49-F238E27FC236}">
                            <a16:creationId xmlns:a16="http://schemas.microsoft.com/office/drawing/2014/main" id="{907CF9F4-8525-489D-90E6-2031A3623CF8}"/>
                          </a:ext>
                        </a:extLst>
                      </p:cNvPr>
                      <p:cNvPicPr>
                        <a:picLocks noChangeAspect="1" noChangeArrowheads="1"/>
                      </p:cNvPicPr>
                      <p:nvPr/>
                    </p:nvPicPr>
                    <p:blipFill>
                      <a:blip r:embed="rId6"/>
                      <a:srcRect/>
                      <a:stretch>
                        <a:fillRect/>
                      </a:stretch>
                    </p:blipFill>
                    <p:spPr bwMode="auto">
                      <a:xfrm>
                        <a:off x="1981200" y="1371600"/>
                        <a:ext cx="4800600" cy="906444"/>
                      </a:xfrm>
                      <a:prstGeom prst="rect">
                        <a:avLst/>
                      </a:prstGeom>
                      <a:noFill/>
                      <a:ln>
                        <a:noFill/>
                      </a:ln>
                    </p:spPr>
                  </p:pic>
                </p:oleObj>
              </mc:Fallback>
            </mc:AlternateContent>
          </a:graphicData>
        </a:graphic>
      </p:graphicFrame>
      <p:graphicFrame>
        <p:nvGraphicFramePr>
          <p:cNvPr id="10" name="对象 9"/>
          <p:cNvGraphicFramePr>
            <a:graphicFrameLocks noChangeAspect="1"/>
          </p:cNvGraphicFramePr>
          <p:nvPr/>
        </p:nvGraphicFramePr>
        <p:xfrm>
          <a:off x="955595" y="2244294"/>
          <a:ext cx="736560" cy="354960"/>
        </p:xfrm>
        <a:graphic>
          <a:graphicData uri="http://schemas.openxmlformats.org/presentationml/2006/ole">
            <mc:AlternateContent xmlns:mc="http://schemas.openxmlformats.org/markup-compatibility/2006">
              <mc:Choice xmlns:v="urn:schemas-microsoft-com:vml" Requires="v">
                <p:oleObj name="Equation" r:id="rId7" imgW="368280" imgH="177480" progId="Equation.DSMT4">
                  <p:embed/>
                </p:oleObj>
              </mc:Choice>
              <mc:Fallback>
                <p:oleObj name="Equation" r:id="rId7" imgW="368280" imgH="177480" progId="Equation.DSMT4">
                  <p:embed/>
                  <p:pic>
                    <p:nvPicPr>
                      <p:cNvPr id="10" name="对象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55595" y="2244294"/>
                        <a:ext cx="736560" cy="35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nvGraphicFramePr>
        <p:xfrm>
          <a:off x="2057400" y="2209800"/>
          <a:ext cx="6374880" cy="482400"/>
        </p:xfrm>
        <a:graphic>
          <a:graphicData uri="http://schemas.openxmlformats.org/presentationml/2006/ole">
            <mc:AlternateContent xmlns:mc="http://schemas.openxmlformats.org/markup-compatibility/2006">
              <mc:Choice xmlns:v="urn:schemas-microsoft-com:vml" Requires="v">
                <p:oleObj name="Equation" r:id="rId9" imgW="3187440" imgH="241200" progId="Equation.DSMT4">
                  <p:embed/>
                </p:oleObj>
              </mc:Choice>
              <mc:Fallback>
                <p:oleObj name="Equation" r:id="rId9" imgW="3187440" imgH="241200" progId="Equation.DSMT4">
                  <p:embed/>
                  <p:pic>
                    <p:nvPicPr>
                      <p:cNvPr id="11" name="对象 10"/>
                      <p:cNvPicPr>
                        <a:picLocks noChangeAspect="1" noChangeArrowheads="1"/>
                      </p:cNvPicPr>
                      <p:nvPr/>
                    </p:nvPicPr>
                    <p:blipFill>
                      <a:blip r:embed="rId10"/>
                      <a:srcRect/>
                      <a:stretch>
                        <a:fillRect/>
                      </a:stretch>
                    </p:blipFill>
                    <p:spPr bwMode="auto">
                      <a:xfrm>
                        <a:off x="2057400" y="2209800"/>
                        <a:ext cx="6374880" cy="48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968295" y="2823730"/>
          <a:ext cx="710640" cy="354960"/>
        </p:xfrm>
        <a:graphic>
          <a:graphicData uri="http://schemas.openxmlformats.org/presentationml/2006/ole">
            <mc:AlternateContent xmlns:mc="http://schemas.openxmlformats.org/markup-compatibility/2006">
              <mc:Choice xmlns:v="urn:schemas-microsoft-com:vml" Requires="v">
                <p:oleObj name="Equation" r:id="rId11" imgW="355320" imgH="177480" progId="Equation.DSMT4">
                  <p:embed/>
                </p:oleObj>
              </mc:Choice>
              <mc:Fallback>
                <p:oleObj name="Equation" r:id="rId11" imgW="355320" imgH="177480" progId="Equation.DSMT4">
                  <p:embed/>
                  <p:pic>
                    <p:nvPicPr>
                      <p:cNvPr id="12" name="对象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68295" y="2823730"/>
                        <a:ext cx="710640" cy="35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2057400" y="2759075"/>
          <a:ext cx="6298560" cy="482400"/>
        </p:xfrm>
        <a:graphic>
          <a:graphicData uri="http://schemas.openxmlformats.org/presentationml/2006/ole">
            <mc:AlternateContent xmlns:mc="http://schemas.openxmlformats.org/markup-compatibility/2006">
              <mc:Choice xmlns:v="urn:schemas-microsoft-com:vml" Requires="v">
                <p:oleObj name="Equation" r:id="rId13" imgW="3149280" imgH="241200" progId="Equation.DSMT4">
                  <p:embed/>
                </p:oleObj>
              </mc:Choice>
              <mc:Fallback>
                <p:oleObj name="Equation" r:id="rId13" imgW="3149280" imgH="241200" progId="Equation.DSMT4">
                  <p:embed/>
                  <p:pic>
                    <p:nvPicPr>
                      <p:cNvPr id="13" name="对象 12"/>
                      <p:cNvPicPr>
                        <a:picLocks noChangeAspect="1" noChangeArrowheads="1"/>
                      </p:cNvPicPr>
                      <p:nvPr/>
                    </p:nvPicPr>
                    <p:blipFill>
                      <a:blip r:embed="rId14"/>
                      <a:srcRect/>
                      <a:stretch>
                        <a:fillRect/>
                      </a:stretch>
                    </p:blipFill>
                    <p:spPr bwMode="auto">
                      <a:xfrm>
                        <a:off x="2057400" y="2759075"/>
                        <a:ext cx="6298560" cy="48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nvGraphicFramePr>
        <p:xfrm>
          <a:off x="1219120" y="3302640"/>
          <a:ext cx="151920" cy="354960"/>
        </p:xfrm>
        <a:graphic>
          <a:graphicData uri="http://schemas.openxmlformats.org/presentationml/2006/ole">
            <mc:AlternateContent xmlns:mc="http://schemas.openxmlformats.org/markup-compatibility/2006">
              <mc:Choice xmlns:v="urn:schemas-microsoft-com:vml" Requires="v">
                <p:oleObj name="Equation" r:id="rId15" imgW="75960" imgH="177480" progId="Equation.DSMT4">
                  <p:embed/>
                </p:oleObj>
              </mc:Choice>
              <mc:Fallback>
                <p:oleObj name="Equation" r:id="rId15" imgW="75960" imgH="177480" progId="Equation.DSMT4">
                  <p:embed/>
                  <p:pic>
                    <p:nvPicPr>
                      <p:cNvPr id="14" name="对象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19120" y="3302640"/>
                        <a:ext cx="151920" cy="354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nvGraphicFramePr>
        <p:xfrm>
          <a:off x="914400" y="3672840"/>
          <a:ext cx="990600" cy="355600"/>
        </p:xfrm>
        <a:graphic>
          <a:graphicData uri="http://schemas.openxmlformats.org/presentationml/2006/ole">
            <mc:AlternateContent xmlns:mc="http://schemas.openxmlformats.org/markup-compatibility/2006">
              <mc:Choice xmlns:v="urn:schemas-microsoft-com:vml" Requires="v">
                <p:oleObj name="Equation" r:id="rId17" imgW="634680" imgH="177480" progId="Equation.DSMT4">
                  <p:embed/>
                </p:oleObj>
              </mc:Choice>
              <mc:Fallback>
                <p:oleObj name="Equation" r:id="rId17" imgW="634680" imgH="177480" progId="Equation.DSMT4">
                  <p:embed/>
                  <p:pic>
                    <p:nvPicPr>
                      <p:cNvPr id="15" name="对象 1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14400" y="3672840"/>
                        <a:ext cx="990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2067581" y="3657600"/>
          <a:ext cx="6908256" cy="410040"/>
        </p:xfrm>
        <a:graphic>
          <a:graphicData uri="http://schemas.openxmlformats.org/presentationml/2006/ole">
            <mc:AlternateContent xmlns:mc="http://schemas.openxmlformats.org/markup-compatibility/2006">
              <mc:Choice xmlns:v="urn:schemas-microsoft-com:vml" Requires="v">
                <p:oleObj name="Equation" r:id="rId19" imgW="4063680" imgH="241200" progId="Equation.DSMT4">
                  <p:embed/>
                </p:oleObj>
              </mc:Choice>
              <mc:Fallback>
                <p:oleObj name="Equation" r:id="rId19" imgW="4063680" imgH="241200" progId="Equation.DSMT4">
                  <p:embed/>
                  <p:pic>
                    <p:nvPicPr>
                      <p:cNvPr id="16" name="对象 15"/>
                      <p:cNvPicPr>
                        <a:picLocks noChangeAspect="1" noChangeArrowheads="1"/>
                      </p:cNvPicPr>
                      <p:nvPr/>
                    </p:nvPicPr>
                    <p:blipFill>
                      <a:blip r:embed="rId20"/>
                      <a:srcRect/>
                      <a:stretch>
                        <a:fillRect/>
                      </a:stretch>
                    </p:blipFill>
                    <p:spPr bwMode="auto">
                      <a:xfrm>
                        <a:off x="2067581" y="3657600"/>
                        <a:ext cx="6908256" cy="41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Text Box 16"/>
          <p:cNvSpPr txBox="1">
            <a:spLocks noChangeArrowheads="1"/>
          </p:cNvSpPr>
          <p:nvPr/>
        </p:nvSpPr>
        <p:spPr bwMode="auto">
          <a:xfrm>
            <a:off x="6477000" y="4213512"/>
            <a:ext cx="862737"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dirty="0">
                <a:ln>
                  <a:noFill/>
                </a:ln>
                <a:solidFill>
                  <a:srgbClr val="0000CC"/>
                </a:solidFill>
                <a:effectLst/>
                <a:uLnTx/>
                <a:uFillTx/>
                <a:latin typeface="Times New Roman"/>
                <a:ea typeface="宋体"/>
                <a:cs typeface="+mn-cs"/>
              </a:rPr>
              <a:t>N</a:t>
            </a:r>
            <a:r>
              <a:rPr kumimoji="0" lang="zh-CN" altLang="en-US" sz="2800" b="1" i="0" u="none" strike="noStrike" kern="1200" cap="none" spc="0" normalizeH="0" baseline="0" noProof="0" dirty="0">
                <a:ln>
                  <a:noFill/>
                </a:ln>
                <a:solidFill>
                  <a:srgbClr val="0000CC"/>
                </a:solidFill>
                <a:effectLst/>
                <a:uLnTx/>
                <a:uFillTx/>
                <a:latin typeface="Times New Roman"/>
                <a:ea typeface="宋体"/>
                <a:cs typeface="+mn-cs"/>
              </a:rPr>
              <a:t>项</a:t>
            </a:r>
            <a:r>
              <a:rPr kumimoji="0" lang="zh-CN" altLang="en-US" sz="1800" b="1" i="0" u="none" strike="noStrike" kern="1200" cap="none" spc="0" normalizeH="0" baseline="0" noProof="0" dirty="0">
                <a:ln>
                  <a:noFill/>
                </a:ln>
                <a:solidFill>
                  <a:srgbClr val="0000CC"/>
                </a:solidFill>
                <a:effectLst/>
                <a:uLnTx/>
                <a:uFillTx/>
                <a:latin typeface="Times New Roman"/>
                <a:ea typeface="宋体"/>
                <a:cs typeface="+mn-cs"/>
              </a:rPr>
              <a:t> </a:t>
            </a:r>
          </a:p>
        </p:txBody>
      </p:sp>
      <p:sp>
        <p:nvSpPr>
          <p:cNvPr id="22" name="Text Box 18"/>
          <p:cNvSpPr txBox="1">
            <a:spLocks noChangeArrowheads="1"/>
          </p:cNvSpPr>
          <p:nvPr/>
        </p:nvSpPr>
        <p:spPr bwMode="auto">
          <a:xfrm>
            <a:off x="-76200" y="2667000"/>
            <a:ext cx="838200"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dirty="0">
                <a:ln>
                  <a:noFill/>
                </a:ln>
                <a:solidFill>
                  <a:srgbClr val="FF0000"/>
                </a:solidFill>
                <a:effectLst/>
                <a:uLnTx/>
                <a:uFillTx/>
                <a:latin typeface="Times New Roman"/>
                <a:ea typeface="宋体"/>
                <a:cs typeface="+mn-cs"/>
              </a:rPr>
              <a:t>N</a:t>
            </a:r>
            <a:r>
              <a:rPr kumimoji="0" lang="zh-CN" altLang="en-US" sz="2800" b="1" i="0" u="none" strike="noStrike" kern="1200" cap="none" spc="0" normalizeH="0" baseline="0" noProof="0" dirty="0">
                <a:ln>
                  <a:noFill/>
                </a:ln>
                <a:solidFill>
                  <a:srgbClr val="FF0000"/>
                </a:solidFill>
                <a:effectLst/>
                <a:uLnTx/>
                <a:uFillTx/>
                <a:latin typeface="Times New Roman"/>
                <a:ea typeface="宋体"/>
                <a:cs typeface="+mn-cs"/>
              </a:rPr>
              <a:t>个</a:t>
            </a:r>
            <a:r>
              <a:rPr kumimoji="0" lang="zh-CN" altLang="en-US" sz="1800" b="1" i="0" u="none" strike="noStrike" kern="1200" cap="none" spc="0" normalizeH="0" baseline="0" noProof="0" dirty="0">
                <a:ln>
                  <a:noFill/>
                </a:ln>
                <a:solidFill>
                  <a:prstClr val="black"/>
                </a:solidFill>
                <a:effectLst/>
                <a:uLnTx/>
                <a:uFillTx/>
                <a:latin typeface="Times New Roman"/>
                <a:ea typeface="宋体"/>
                <a:cs typeface="+mn-cs"/>
              </a:rPr>
              <a:t> </a:t>
            </a:r>
          </a:p>
        </p:txBody>
      </p:sp>
      <p:sp>
        <p:nvSpPr>
          <p:cNvPr id="23" name="左大括号 22"/>
          <p:cNvSpPr/>
          <p:nvPr/>
        </p:nvSpPr>
        <p:spPr>
          <a:xfrm rot="16200000">
            <a:off x="6185342" y="1573622"/>
            <a:ext cx="211919" cy="5248195"/>
          </a:xfrm>
          <a:prstGeom prst="leftBrace">
            <a:avLst/>
          </a:prstGeom>
          <a:noFill/>
          <a:ln w="31750" cap="flat" cmpd="sng" algn="ctr">
            <a:solidFill>
              <a:srgbClr val="0000CC"/>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cs typeface="+mn-cs"/>
            </a:endParaRPr>
          </a:p>
        </p:txBody>
      </p:sp>
      <p:sp>
        <p:nvSpPr>
          <p:cNvPr id="24" name="左大括号 23"/>
          <p:cNvSpPr/>
          <p:nvPr/>
        </p:nvSpPr>
        <p:spPr>
          <a:xfrm>
            <a:off x="523795" y="2377449"/>
            <a:ext cx="365760" cy="1508751"/>
          </a:xfrm>
          <a:prstGeom prst="leftBrace">
            <a:avLst/>
          </a:prstGeom>
          <a:noFill/>
          <a:ln w="31750" cap="flat" cmpd="sng" algn="ctr">
            <a:solidFill>
              <a:srgbClr val="FF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cs typeface="+mn-cs"/>
            </a:endParaRPr>
          </a:p>
        </p:txBody>
      </p:sp>
      <p:sp>
        <p:nvSpPr>
          <p:cNvPr id="3" name="矩形 2"/>
          <p:cNvSpPr/>
          <p:nvPr/>
        </p:nvSpPr>
        <p:spPr>
          <a:xfrm>
            <a:off x="189697" y="4790420"/>
            <a:ext cx="2761721" cy="523220"/>
          </a:xfrm>
          <a:prstGeom prst="rect">
            <a:avLst/>
          </a:prstGeom>
        </p:spPr>
        <p:txBody>
          <a:bodyPr wrap="square">
            <a:spAutoFit/>
          </a:bodyPr>
          <a:lstStyle/>
          <a:p>
            <a:pPr marL="0" marR="0" lvl="0" indent="0" algn="l" defTabSz="914400" rtl="0" eaLnBrk="1" fontAlgn="base" latinLnBrk="0" hangingPunct="1">
              <a:lnSpc>
                <a:spcPct val="100000"/>
              </a:lnSpc>
              <a:spcBef>
                <a:spcPct val="20000"/>
              </a:spcBef>
              <a:spcAft>
                <a:spcPct val="0"/>
              </a:spcAft>
              <a:buClr>
                <a:srgbClr val="FFFFFF"/>
              </a:buClr>
              <a:buSzPct val="65000"/>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计算一个</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X</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k</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值</a:t>
            </a:r>
            <a:endParaRPr kumimoji="1" lang="zh-CN"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26" name="Rectangle 15"/>
          <p:cNvSpPr>
            <a:spLocks noChangeArrowheads="1"/>
          </p:cNvSpPr>
          <p:nvPr/>
        </p:nvSpPr>
        <p:spPr bwMode="auto">
          <a:xfrm>
            <a:off x="207160" y="5352840"/>
            <a:ext cx="28087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ahoma" panose="020B0604030504040204" pitchFamily="34" charset="0"/>
                <a:ea typeface="宋体" panose="02010600030101010101" pitchFamily="2" charset="-122"/>
              </a:defRPr>
            </a:lvl1pPr>
            <a:lvl2pPr marL="742950" indent="-285750">
              <a:defRPr kumimoji="1" sz="2400" b="1">
                <a:solidFill>
                  <a:schemeClr val="tx1"/>
                </a:solidFill>
                <a:latin typeface="Tahoma" panose="020B0604030504040204" pitchFamily="34" charset="0"/>
                <a:ea typeface="宋体" panose="02010600030101010101" pitchFamily="2" charset="-122"/>
              </a:defRPr>
            </a:lvl2pPr>
            <a:lvl3pPr marL="1143000" indent="-228600">
              <a:defRPr kumimoji="1" sz="2400" b="1">
                <a:solidFill>
                  <a:schemeClr val="tx1"/>
                </a:solidFill>
                <a:latin typeface="Tahoma" panose="020B0604030504040204" pitchFamily="34" charset="0"/>
                <a:ea typeface="宋体" panose="02010600030101010101" pitchFamily="2" charset="-122"/>
              </a:defRPr>
            </a:lvl3pPr>
            <a:lvl4pPr marL="1600200" indent="-228600">
              <a:defRPr kumimoji="1" sz="2400" b="1">
                <a:solidFill>
                  <a:schemeClr val="tx1"/>
                </a:solidFill>
                <a:latin typeface="Tahoma" panose="020B0604030504040204" pitchFamily="34" charset="0"/>
                <a:ea typeface="宋体" panose="02010600030101010101" pitchFamily="2" charset="-122"/>
              </a:defRPr>
            </a:lvl4pPr>
            <a:lvl5pPr marL="2057400" indent="-22860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复数乘法次数： </a:t>
            </a:r>
          </a:p>
        </p:txBody>
      </p:sp>
      <p:sp>
        <p:nvSpPr>
          <p:cNvPr id="27" name="Rectangle 17"/>
          <p:cNvSpPr>
            <a:spLocks noChangeArrowheads="1"/>
          </p:cNvSpPr>
          <p:nvPr/>
        </p:nvSpPr>
        <p:spPr bwMode="auto">
          <a:xfrm>
            <a:off x="189697" y="6007565"/>
            <a:ext cx="24479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ahoma" panose="020B0604030504040204" pitchFamily="34" charset="0"/>
                <a:ea typeface="宋体" panose="02010600030101010101" pitchFamily="2" charset="-122"/>
              </a:defRPr>
            </a:lvl1pPr>
            <a:lvl2pPr marL="742950" indent="-285750">
              <a:defRPr kumimoji="1" sz="2400" b="1">
                <a:solidFill>
                  <a:schemeClr val="tx1"/>
                </a:solidFill>
                <a:latin typeface="Tahoma" panose="020B0604030504040204" pitchFamily="34" charset="0"/>
                <a:ea typeface="宋体" panose="02010600030101010101" pitchFamily="2" charset="-122"/>
              </a:defRPr>
            </a:lvl2pPr>
            <a:lvl3pPr marL="1143000" indent="-228600">
              <a:defRPr kumimoji="1" sz="2400" b="1">
                <a:solidFill>
                  <a:schemeClr val="tx1"/>
                </a:solidFill>
                <a:latin typeface="Tahoma" panose="020B0604030504040204" pitchFamily="34" charset="0"/>
                <a:ea typeface="宋体" panose="02010600030101010101" pitchFamily="2" charset="-122"/>
              </a:defRPr>
            </a:lvl3pPr>
            <a:lvl4pPr marL="1600200" indent="-228600">
              <a:defRPr kumimoji="1" sz="2400" b="1">
                <a:solidFill>
                  <a:schemeClr val="tx1"/>
                </a:solidFill>
                <a:latin typeface="Tahoma" panose="020B0604030504040204" pitchFamily="34" charset="0"/>
                <a:ea typeface="宋体" panose="02010600030101010101" pitchFamily="2" charset="-122"/>
              </a:defRPr>
            </a:lvl4pPr>
            <a:lvl5pPr marL="2057400" indent="-22860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复数加法次数： </a:t>
            </a:r>
          </a:p>
        </p:txBody>
      </p:sp>
      <p:sp>
        <p:nvSpPr>
          <p:cNvPr id="5" name="矩形 4"/>
          <p:cNvSpPr/>
          <p:nvPr/>
        </p:nvSpPr>
        <p:spPr>
          <a:xfrm>
            <a:off x="2734607" y="5352840"/>
            <a:ext cx="44435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CC"/>
                </a:solidFill>
                <a:effectLst/>
                <a:uLnTx/>
                <a:uFillTx/>
                <a:latin typeface="Times New Roman"/>
                <a:ea typeface="宋体" panose="02010600030101010101" pitchFamily="2" charset="-122"/>
                <a:cs typeface="+mn-cs"/>
              </a:rPr>
              <a:t>N</a:t>
            </a:r>
            <a:endParaRPr kumimoji="0" lang="zh-CN" altLang="en-US" sz="18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29" name="矩形 28"/>
          <p:cNvSpPr/>
          <p:nvPr/>
        </p:nvSpPr>
        <p:spPr>
          <a:xfrm>
            <a:off x="4506875" y="4724400"/>
            <a:ext cx="296587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直接计算</a:t>
            </a:r>
            <a:r>
              <a:rPr kumimoji="1" lang="en-US" altLang="zh-CN" sz="2800" b="1" i="1"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N</a:t>
            </a:r>
            <a:r>
              <a:rPr kumimoji="1" lang="zh-CN" altLang="en-US" sz="28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点</a:t>
            </a:r>
            <a:r>
              <a:rPr kumimoji="1" lang="en-US" altLang="en-US" sz="2800" b="1" i="0" u="none" strike="noStrike" kern="1200" cap="none" spc="0" normalizeH="0" baseline="0" noProof="0" dirty="0">
                <a:ln>
                  <a:noFill/>
                </a:ln>
                <a:solidFill>
                  <a:srgbClr val="FF0000"/>
                </a:solidFill>
                <a:effectLst/>
                <a:uLnTx/>
                <a:uFillTx/>
                <a:latin typeface="Times New Roman"/>
                <a:ea typeface="宋体" panose="02010600030101010101" pitchFamily="2" charset="-122"/>
                <a:cs typeface="+mn-cs"/>
              </a:rPr>
              <a:t>DFT</a:t>
            </a:r>
            <a:endParaRPr kumimoji="0" lang="zh-CN" altLang="en-US" sz="16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34" name="Rectangle 15"/>
          <p:cNvSpPr>
            <a:spLocks noChangeArrowheads="1"/>
          </p:cNvSpPr>
          <p:nvPr/>
        </p:nvSpPr>
        <p:spPr bwMode="auto">
          <a:xfrm>
            <a:off x="4535354" y="5334000"/>
            <a:ext cx="28087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ahoma" panose="020B0604030504040204" pitchFamily="34" charset="0"/>
                <a:ea typeface="宋体" panose="02010600030101010101" pitchFamily="2" charset="-122"/>
              </a:defRPr>
            </a:lvl1pPr>
            <a:lvl2pPr marL="742950" indent="-285750">
              <a:defRPr kumimoji="1" sz="2400" b="1">
                <a:solidFill>
                  <a:schemeClr val="tx1"/>
                </a:solidFill>
                <a:latin typeface="Tahoma" panose="020B0604030504040204" pitchFamily="34" charset="0"/>
                <a:ea typeface="宋体" panose="02010600030101010101" pitchFamily="2" charset="-122"/>
              </a:defRPr>
            </a:lvl2pPr>
            <a:lvl3pPr marL="1143000" indent="-228600">
              <a:defRPr kumimoji="1" sz="2400" b="1">
                <a:solidFill>
                  <a:schemeClr val="tx1"/>
                </a:solidFill>
                <a:latin typeface="Tahoma" panose="020B0604030504040204" pitchFamily="34" charset="0"/>
                <a:ea typeface="宋体" panose="02010600030101010101" pitchFamily="2" charset="-122"/>
              </a:defRPr>
            </a:lvl3pPr>
            <a:lvl4pPr marL="1600200" indent="-228600">
              <a:defRPr kumimoji="1" sz="2400" b="1">
                <a:solidFill>
                  <a:schemeClr val="tx1"/>
                </a:solidFill>
                <a:latin typeface="Tahoma" panose="020B0604030504040204" pitchFamily="34" charset="0"/>
                <a:ea typeface="宋体" panose="02010600030101010101" pitchFamily="2" charset="-122"/>
              </a:defRPr>
            </a:lvl4pPr>
            <a:lvl5pPr marL="2057400" indent="-22860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复数乘法次数： </a:t>
            </a:r>
          </a:p>
        </p:txBody>
      </p:sp>
      <p:sp>
        <p:nvSpPr>
          <p:cNvPr id="35" name="Rectangle 17"/>
          <p:cNvSpPr>
            <a:spLocks noChangeArrowheads="1"/>
          </p:cNvSpPr>
          <p:nvPr/>
        </p:nvSpPr>
        <p:spPr bwMode="auto">
          <a:xfrm>
            <a:off x="4535354" y="6009620"/>
            <a:ext cx="24479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ahoma" panose="020B0604030504040204" pitchFamily="34" charset="0"/>
                <a:ea typeface="宋体" panose="02010600030101010101" pitchFamily="2" charset="-122"/>
              </a:defRPr>
            </a:lvl1pPr>
            <a:lvl2pPr marL="742950" indent="-285750">
              <a:defRPr kumimoji="1" sz="2400" b="1">
                <a:solidFill>
                  <a:schemeClr val="tx1"/>
                </a:solidFill>
                <a:latin typeface="Tahoma" panose="020B0604030504040204" pitchFamily="34" charset="0"/>
                <a:ea typeface="宋体" panose="02010600030101010101" pitchFamily="2" charset="-122"/>
              </a:defRPr>
            </a:lvl2pPr>
            <a:lvl3pPr marL="1143000" indent="-228600">
              <a:defRPr kumimoji="1" sz="2400" b="1">
                <a:solidFill>
                  <a:schemeClr val="tx1"/>
                </a:solidFill>
                <a:latin typeface="Tahoma" panose="020B0604030504040204" pitchFamily="34" charset="0"/>
                <a:ea typeface="宋体" panose="02010600030101010101" pitchFamily="2" charset="-122"/>
              </a:defRPr>
            </a:lvl3pPr>
            <a:lvl4pPr marL="1600200" indent="-228600">
              <a:defRPr kumimoji="1" sz="2400" b="1">
                <a:solidFill>
                  <a:schemeClr val="tx1"/>
                </a:solidFill>
                <a:latin typeface="Tahoma" panose="020B0604030504040204" pitchFamily="34" charset="0"/>
                <a:ea typeface="宋体" panose="02010600030101010101" pitchFamily="2" charset="-122"/>
              </a:defRPr>
            </a:lvl4pPr>
            <a:lvl5pPr marL="2057400" indent="-22860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复数加法次数： </a:t>
            </a:r>
          </a:p>
        </p:txBody>
      </p:sp>
      <p:graphicFrame>
        <p:nvGraphicFramePr>
          <p:cNvPr id="36" name="Object 4"/>
          <p:cNvGraphicFramePr>
            <a:graphicFrameLocks noChangeAspect="1"/>
          </p:cNvGraphicFramePr>
          <p:nvPr/>
        </p:nvGraphicFramePr>
        <p:xfrm>
          <a:off x="7050667" y="5320208"/>
          <a:ext cx="601663" cy="476250"/>
        </p:xfrm>
        <a:graphic>
          <a:graphicData uri="http://schemas.openxmlformats.org/presentationml/2006/ole">
            <mc:AlternateContent xmlns:mc="http://schemas.openxmlformats.org/markup-compatibility/2006">
              <mc:Choice xmlns:v="urn:schemas-microsoft-com:vml" Requires="v">
                <p:oleObj name="Equation" r:id="rId21" imgW="241200" imgH="190440" progId="Equation.DSMT4">
                  <p:embed/>
                </p:oleObj>
              </mc:Choice>
              <mc:Fallback>
                <p:oleObj name="Equation" r:id="rId21" imgW="241200" imgH="190440" progId="Equation.DSMT4">
                  <p:embed/>
                  <p:pic>
                    <p:nvPicPr>
                      <p:cNvPr id="36" name="Object 4"/>
                      <p:cNvPicPr>
                        <a:picLocks noChangeAspect="1" noChangeArrowheads="1"/>
                      </p:cNvPicPr>
                      <p:nvPr/>
                    </p:nvPicPr>
                    <p:blipFill>
                      <a:blip r:embed="rId22"/>
                      <a:srcRect/>
                      <a:stretch>
                        <a:fillRect/>
                      </a:stretch>
                    </p:blipFill>
                    <p:spPr bwMode="auto">
                      <a:xfrm>
                        <a:off x="7050667" y="5320208"/>
                        <a:ext cx="6016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37" name="矩形 36"/>
              <p:cNvSpPr/>
              <p:nvPr/>
            </p:nvSpPr>
            <p:spPr>
              <a:xfrm>
                <a:off x="7039336" y="6019800"/>
                <a:ext cx="1571264"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N</a:t>
                </a:r>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3000" b="1" i="1"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N</a:t>
                </a:r>
                <a14:m>
                  <m:oMath xmlns:m="http://schemas.openxmlformats.org/officeDocument/2006/math">
                    <m:r>
                      <a:rPr kumimoji="0" lang="en-US" altLang="zh-CN" sz="3000" b="1" i="1" u="none" strike="noStrike" kern="1200" cap="none" spc="0" normalizeH="0" baseline="0" noProof="0" dirty="0" smtClean="0">
                        <a:ln>
                          <a:noFill/>
                        </a:ln>
                        <a:solidFill>
                          <a:srgbClr val="0000CC"/>
                        </a:solidFill>
                        <a:effectLst/>
                        <a:uLnTx/>
                        <a:uFillTx/>
                        <a:latin typeface="Cambria Math" panose="02040503050406030204" pitchFamily="18" charset="0"/>
                        <a:cs typeface="Times New Roman" panose="02020603050405020304" pitchFamily="18" charset="0"/>
                      </a:rPr>
                      <m:t>−</m:t>
                    </m:r>
                  </m:oMath>
                </a14:m>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1)</a:t>
                </a: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 </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mc:Choice>
        <mc:Fallback xmlns="">
          <p:sp>
            <p:nvSpPr>
              <p:cNvPr id="37" name="矩形 36"/>
              <p:cNvSpPr>
                <a:spLocks noRot="1" noChangeAspect="1" noMove="1" noResize="1" noEditPoints="1" noAdjustHandles="1" noChangeArrowheads="1" noChangeShapeType="1" noTextEdit="1"/>
              </p:cNvSpPr>
              <p:nvPr/>
            </p:nvSpPr>
            <p:spPr>
              <a:xfrm>
                <a:off x="7039336" y="6019800"/>
                <a:ext cx="1571264" cy="553998"/>
              </a:xfrm>
              <a:prstGeom prst="rect">
                <a:avLst/>
              </a:prstGeom>
              <a:blipFill>
                <a:blip r:embed="rId24"/>
                <a:stretch>
                  <a:fillRect l="-9302" t="-14444" r="-2326"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p:cNvSpPr/>
              <p:nvPr/>
            </p:nvSpPr>
            <p:spPr>
              <a:xfrm>
                <a:off x="2649073" y="6019800"/>
                <a:ext cx="1037463"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000" b="1" i="1"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N</a:t>
                </a:r>
                <a14:m>
                  <m:oMath xmlns:m="http://schemas.openxmlformats.org/officeDocument/2006/math">
                    <m:r>
                      <a:rPr kumimoji="0" lang="en-US" altLang="zh-CN" sz="3000" b="1" i="1" u="none" strike="noStrike" kern="1200" cap="none" spc="0" normalizeH="0" baseline="0" noProof="0" dirty="0" smtClean="0">
                        <a:ln>
                          <a:noFill/>
                        </a:ln>
                        <a:solidFill>
                          <a:srgbClr val="0000CC"/>
                        </a:solidFill>
                        <a:effectLst/>
                        <a:uLnTx/>
                        <a:uFillTx/>
                        <a:latin typeface="Cambria Math" panose="02040503050406030204" pitchFamily="18" charset="0"/>
                        <a:cs typeface="Times New Roman" panose="02020603050405020304" pitchFamily="18" charset="0"/>
                      </a:rPr>
                      <m:t>−</m:t>
                    </m:r>
                  </m:oMath>
                </a14:m>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1</a:t>
                </a: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 </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mc:Choice>
        <mc:Fallback xmlns="">
          <p:sp>
            <p:nvSpPr>
              <p:cNvPr id="38" name="矩形 37"/>
              <p:cNvSpPr>
                <a:spLocks noRot="1" noChangeAspect="1" noMove="1" noResize="1" noEditPoints="1" noAdjustHandles="1" noChangeArrowheads="1" noChangeShapeType="1" noTextEdit="1"/>
              </p:cNvSpPr>
              <p:nvPr/>
            </p:nvSpPr>
            <p:spPr>
              <a:xfrm>
                <a:off x="2649073" y="6019800"/>
                <a:ext cx="1037463" cy="553998"/>
              </a:xfrm>
              <a:prstGeom prst="rect">
                <a:avLst/>
              </a:prstGeom>
              <a:blipFill>
                <a:blip r:embed="rId25"/>
                <a:stretch>
                  <a:fillRect l="-14118" t="-14444" r="-4118" b="-33333"/>
                </a:stretch>
              </a:blipFill>
            </p:spPr>
            <p:txBody>
              <a:bodyPr/>
              <a:lstStyle/>
              <a:p>
                <a:r>
                  <a:rPr lang="zh-CN" altLang="en-US">
                    <a:noFill/>
                  </a:rPr>
                  <a:t> </a:t>
                </a:r>
              </a:p>
            </p:txBody>
          </p:sp>
        </mc:Fallback>
      </mc:AlternateContent>
      <p:sp>
        <p:nvSpPr>
          <p:cNvPr id="28"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228600"/>
            <a:ext cx="3672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spTree>
    <p:extLst>
      <p:ext uri="{BB962C8B-B14F-4D97-AF65-F5344CB8AC3E}">
        <p14:creationId xmlns:p14="http://schemas.microsoft.com/office/powerpoint/2010/main" val="269915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xEl>
                                              <p:pRg st="0" end="0"/>
                                            </p:txEl>
                                          </p:spTgt>
                                        </p:tgtEl>
                                        <p:attrNameLst>
                                          <p:attrName>style.visibility</p:attrName>
                                        </p:attrNameLst>
                                      </p:cBhvr>
                                      <p:to>
                                        <p:strVal val="visible"/>
                                      </p:to>
                                    </p:set>
                                    <p:animEffect transition="in" filter="wipe(left)">
                                      <p:cBhvr>
                                        <p:cTn id="10" dur="500"/>
                                        <p:tgtEl>
                                          <p:spTgt spid="2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2">
                                            <p:txEl>
                                              <p:pRg st="0" end="0"/>
                                            </p:txEl>
                                          </p:spTgt>
                                        </p:tgtEl>
                                        <p:attrNameLst>
                                          <p:attrName>style.visibility</p:attrName>
                                        </p:attrNameLst>
                                      </p:cBhvr>
                                      <p:to>
                                        <p:strVal val="visible"/>
                                      </p:to>
                                    </p:set>
                                    <p:animEffect transition="in" filter="wipe(left)">
                                      <p:cBhvr>
                                        <p:cTn id="23" dur="500"/>
                                        <p:tgtEl>
                                          <p:spTgt spid="22">
                                            <p:txEl>
                                              <p:pRg st="0" end="0"/>
                                            </p:txEl>
                                          </p:spTgt>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uild="p" autoUpdateAnimBg="0"/>
      <p:bldP spid="22" grpId="0" build="p" autoUpdateAnimBg="0"/>
      <p:bldP spid="23" grpId="0" animBg="1"/>
      <p:bldP spid="24" grpId="0" animBg="1"/>
      <p:bldP spid="5" grpId="0"/>
      <p:bldP spid="37" grpId="0"/>
      <p:bldP spid="3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7" name="Rectangle 3">
            <a:extLst>
              <a:ext uri="{FF2B5EF4-FFF2-40B4-BE49-F238E27FC236}">
                <a16:creationId xmlns:a16="http://schemas.microsoft.com/office/drawing/2014/main" id="{86FE3DBF-F11E-4C15-91E2-F7CC8993D4AB}"/>
              </a:ext>
            </a:extLst>
          </p:cNvPr>
          <p:cNvSpPr>
            <a:spLocks noChangeArrowheads="1"/>
          </p:cNvSpPr>
          <p:nvPr/>
        </p:nvSpPr>
        <p:spPr bwMode="auto">
          <a:xfrm>
            <a:off x="609600" y="990600"/>
            <a:ext cx="8382000" cy="5508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一次复数乘法包括4次实数乘法和2次实数加法。</a:t>
            </a:r>
          </a:p>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a+jb</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c+jd</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ac-bd</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+j</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bc+ad</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p>
          <a:p>
            <a:pPr marL="342900" marR="0" lvl="0" indent="-342900" algn="l" defTabSz="914400" rtl="0" eaLnBrk="1" fontAlgn="base" latinLnBrk="0" hangingPunct="1">
              <a:lnSpc>
                <a:spcPct val="125000"/>
              </a:lnSpc>
              <a:spcBef>
                <a:spcPts val="0"/>
              </a:spcBef>
              <a:spcAft>
                <a:spcPct val="0"/>
              </a:spcAft>
              <a:buClr>
                <a:srgbClr val="FFFFFF"/>
              </a:buClr>
              <a:buSzPct val="65000"/>
              <a:buFont typeface="Wingdings" panose="05000000000000000000" pitchFamily="2" charset="2"/>
              <a:buChar char="­"/>
              <a:tabLst/>
              <a:defRPr/>
            </a:pP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一次复数加法包括</a:t>
            </a:r>
            <a:r>
              <a:rPr kumimoji="1" lang="zh-CN" altLang="en-US" sz="2800" b="1" i="0" u="none" strike="noStrike" kern="1200" cap="none" spc="0" normalizeH="0" baseline="0" noProof="0" dirty="0">
                <a:ln>
                  <a:noFill/>
                </a:ln>
                <a:solidFill>
                  <a:srgbClr val="000000"/>
                </a:solidFill>
                <a:effectLst/>
                <a:uLnTx/>
                <a:uFillTx/>
                <a:latin typeface="+mj-lt"/>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ahoma" panose="020B0604030504040204" pitchFamily="34" charset="0"/>
                <a:ea typeface="宋体" panose="02010600030101010101" pitchFamily="2" charset="-122"/>
                <a:cs typeface="+mn-cs"/>
              </a:rPr>
              <a:t>次实数加法。</a:t>
            </a:r>
          </a:p>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a+jb</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c+jd</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a</a:t>
            </a:r>
            <a:r>
              <a:rPr kumimoji="1" lang="en-US" altLang="zh-CN"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+c</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+j</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b</a:t>
            </a:r>
            <a:r>
              <a:rPr kumimoji="1" lang="en-US" altLang="zh-CN"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a:t>
            </a:r>
            <a:r>
              <a:rPr kumimoji="1" lang="en-US" altLang="en-US" sz="2800" b="1" i="1" u="none" strike="noStrike" kern="1200" cap="none" spc="0" normalizeH="0" baseline="0" noProof="0" dirty="0" err="1">
                <a:ln>
                  <a:noFill/>
                </a:ln>
                <a:solidFill>
                  <a:srgbClr val="000000"/>
                </a:solidFill>
                <a:effectLst/>
                <a:uLnTx/>
                <a:uFillTx/>
                <a:latin typeface="Times New Roman"/>
                <a:ea typeface="宋体" panose="02010600030101010101" pitchFamily="2" charset="-122"/>
                <a:cs typeface="+mn-cs"/>
              </a:rPr>
              <a:t>d</a:t>
            </a:r>
            <a:r>
              <a:rPr kumimoji="1" lang="en-US"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p>
          <a:p>
            <a:pPr marL="342900" marR="0" lvl="0" indent="-342900" algn="l" defTabSz="914400" rtl="0" eaLnBrk="1" fontAlgn="base" latinLnBrk="0" hangingPunct="1">
              <a:lnSpc>
                <a:spcPct val="100000"/>
              </a:lnSpc>
              <a:spcBef>
                <a:spcPts val="0"/>
              </a:spcBef>
              <a:spcAft>
                <a:spcPct val="0"/>
              </a:spcAft>
              <a:buClr>
                <a:srgbClr val="FFFFFF"/>
              </a:buClr>
              <a:buSzPct val="65000"/>
              <a:buFont typeface="Wingdings" panose="05000000000000000000" pitchFamily="2" charset="2"/>
              <a:buChar char="­"/>
              <a:tabLst/>
              <a:defRPr/>
            </a:pPr>
            <a:endPar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所有</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就要 </a:t>
            </a:r>
            <a:r>
              <a:rPr kumimoji="1" lang="zh-CN" altLang="en-US"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4</a:t>
            </a:r>
            <a:r>
              <a:rPr kumimoji="1" lang="en-US" altLang="zh-CN" sz="28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30000" noProof="0" dirty="0">
                <a:ln>
                  <a:noFill/>
                </a:ln>
                <a:solidFill>
                  <a:srgbClr val="C00000"/>
                </a:solidFill>
                <a:effectLst/>
                <a:uLnTx/>
                <a:uFillTx/>
                <a:latin typeface="Times New Roman"/>
                <a:ea typeface="宋体" panose="02010600030101010101" pitchFamily="2" charset="-122"/>
                <a:cs typeface="+mn-cs"/>
              </a:rPr>
              <a:t>2 </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次实数乘法运算, 以及</a:t>
            </a:r>
          </a:p>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2</a:t>
            </a:r>
            <a:r>
              <a:rPr kumimoji="1" lang="en-US" altLang="zh-CN" sz="28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30000" noProof="0" dirty="0">
                <a:ln>
                  <a:noFill/>
                </a:ln>
                <a:solidFill>
                  <a:srgbClr val="C00000"/>
                </a:solidFill>
                <a:effectLst/>
                <a:uLnTx/>
                <a:uFillTx/>
                <a:latin typeface="Times New Roman"/>
                <a:ea typeface="宋体" panose="02010600030101010101" pitchFamily="2" charset="-122"/>
                <a:cs typeface="+mn-cs"/>
              </a:rPr>
              <a:t>2</a:t>
            </a:r>
            <a:r>
              <a:rPr kumimoji="1" lang="en-US" altLang="zh-CN"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＋2</a:t>
            </a:r>
            <a:r>
              <a:rPr kumimoji="1" lang="en-US" altLang="zh-CN" sz="28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-1)＝ </a:t>
            </a:r>
            <a:r>
              <a:rPr kumimoji="1" lang="zh-CN" altLang="en-US"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4</a:t>
            </a:r>
            <a:r>
              <a:rPr kumimoji="1" lang="en-US" altLang="zh-CN" sz="28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30000" noProof="0" dirty="0">
                <a:ln>
                  <a:noFill/>
                </a:ln>
                <a:solidFill>
                  <a:srgbClr val="C00000"/>
                </a:solidFill>
                <a:effectLst/>
                <a:uLnTx/>
                <a:uFillTx/>
                <a:latin typeface="Times New Roman"/>
                <a:ea typeface="宋体" panose="02010600030101010101" pitchFamily="2" charset="-122"/>
                <a:cs typeface="+mn-cs"/>
              </a:rPr>
              <a:t>2 </a:t>
            </a:r>
            <a:r>
              <a:rPr kumimoji="1" lang="en-US" altLang="zh-CN"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-2</a:t>
            </a:r>
            <a:r>
              <a:rPr kumimoji="1" lang="en-US" altLang="zh-CN" sz="2800" b="1" i="1"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C00000"/>
                </a:solidFill>
                <a:effectLst/>
                <a:uLnTx/>
                <a:uFillTx/>
                <a:latin typeface="Times New Roman"/>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次实数加法运算。</a:t>
            </a: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342900" marR="0" lvl="0" indent="-342900" algn="l" defTabSz="914400" rtl="0" eaLnBrk="1" fontAlgn="base" latinLnBrk="0" hangingPunct="1">
              <a:lnSpc>
                <a:spcPct val="125000"/>
              </a:lnSpc>
              <a:spcBef>
                <a:spcPct val="20000"/>
              </a:spcBef>
              <a:spcAft>
                <a:spcPct val="0"/>
              </a:spcAft>
              <a:buClr>
                <a:srgbClr val="FFFFFF"/>
              </a:buClr>
              <a:buSzPct val="65000"/>
              <a:buFont typeface="Wingdings" panose="05000000000000000000" pitchFamily="2" charset="2"/>
              <a:buChar char="­"/>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当</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 </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很大时, 难以做到实时处理</a:t>
            </a:r>
            <a:endParaRPr kumimoji="1" lang="zh-CN" altLang="en-US" sz="32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4"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228600"/>
            <a:ext cx="3672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spTree>
    <p:extLst>
      <p:ext uri="{BB962C8B-B14F-4D97-AF65-F5344CB8AC3E}">
        <p14:creationId xmlns:p14="http://schemas.microsoft.com/office/powerpoint/2010/main" val="4259928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7907">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7907">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079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p:cNvSpPr>
            <a:spLocks noGrp="1"/>
          </p:cNvSpPr>
          <p:nvPr>
            <p:ph idx="1"/>
          </p:nvPr>
        </p:nvSpPr>
        <p:spPr>
          <a:xfrm>
            <a:off x="0" y="404813"/>
            <a:ext cx="8915400" cy="2959100"/>
          </a:xfrm>
          <a:ln/>
        </p:spPr>
        <p:txBody>
          <a:bodyPr vert="horz" wrap="square" lIns="91440" tIns="45720" rIns="91440" bIns="45720" anchor="t" anchorCtr="0"/>
          <a:lstStyle/>
          <a:p>
            <a:pPr algn="ctr" eaLnBrk="1" hangingPunct="1">
              <a:lnSpc>
                <a:spcPct val="90000"/>
              </a:lnSpc>
              <a:buNone/>
            </a:pPr>
            <a:r>
              <a:rPr lang="zh-CN" altLang="zh-CN" dirty="0"/>
              <a:t>例</a:t>
            </a:r>
            <a:r>
              <a:rPr lang="zh-CN" altLang="en-US" dirty="0"/>
              <a:t>子</a:t>
            </a:r>
          </a:p>
          <a:p>
            <a:pPr algn="ctr" eaLnBrk="1" hangingPunct="1">
              <a:lnSpc>
                <a:spcPct val="90000"/>
              </a:lnSpc>
              <a:buNone/>
            </a:pPr>
            <a:endParaRPr lang="zh-CN" altLang="en-US" dirty="0"/>
          </a:p>
          <a:p>
            <a:pPr eaLnBrk="1" hangingPunct="1">
              <a:lnSpc>
                <a:spcPct val="90000"/>
              </a:lnSpc>
              <a:buNone/>
            </a:pPr>
            <a:r>
              <a:rPr lang="zh-CN" altLang="en-US" dirty="0"/>
              <a:t>    </a:t>
            </a:r>
            <a:r>
              <a:rPr lang="zh-CN" altLang="zh-CN" dirty="0"/>
              <a:t>当</a:t>
            </a:r>
            <a:r>
              <a:rPr lang="en-US" altLang="zh-CN" dirty="0"/>
              <a:t>N=1024</a:t>
            </a:r>
            <a:r>
              <a:rPr lang="zh-CN" altLang="zh-CN" dirty="0"/>
              <a:t>点时，直接计算</a:t>
            </a:r>
            <a:r>
              <a:rPr lang="en-US" altLang="zh-CN" dirty="0"/>
              <a:t>DFT</a:t>
            </a:r>
            <a:r>
              <a:rPr lang="zh-CN" altLang="zh-CN" dirty="0"/>
              <a:t>需要：</a:t>
            </a:r>
          </a:p>
          <a:p>
            <a:pPr eaLnBrk="1" hangingPunct="1">
              <a:lnSpc>
                <a:spcPct val="90000"/>
              </a:lnSpc>
              <a:buNone/>
            </a:pPr>
            <a:r>
              <a:rPr lang="zh-CN" altLang="en-US" dirty="0"/>
              <a:t>    </a:t>
            </a:r>
            <a:r>
              <a:rPr lang="en-US" altLang="zh-CN" dirty="0"/>
              <a:t>N</a:t>
            </a:r>
            <a:r>
              <a:rPr lang="en-US" altLang="zh-CN" baseline="30000" dirty="0"/>
              <a:t>2</a:t>
            </a:r>
            <a:r>
              <a:rPr lang="en-US" altLang="zh-CN" dirty="0"/>
              <a:t>=2</a:t>
            </a:r>
            <a:r>
              <a:rPr lang="en-US" altLang="zh-CN" baseline="30000" dirty="0"/>
              <a:t>20</a:t>
            </a:r>
            <a:r>
              <a:rPr lang="en-US" altLang="zh-CN" dirty="0"/>
              <a:t>=1048576</a:t>
            </a:r>
            <a:r>
              <a:rPr lang="zh-CN" altLang="en-US" dirty="0"/>
              <a:t>次，即一百多万次的复乘运算</a:t>
            </a:r>
          </a:p>
          <a:p>
            <a:pPr eaLnBrk="1" hangingPunct="1">
              <a:lnSpc>
                <a:spcPct val="90000"/>
              </a:lnSpc>
              <a:buNone/>
            </a:pPr>
            <a:r>
              <a:rPr lang="zh-CN" altLang="en-US" dirty="0"/>
              <a:t>    </a:t>
            </a:r>
          </a:p>
          <a:p>
            <a:pPr eaLnBrk="1" hangingPunct="1">
              <a:lnSpc>
                <a:spcPct val="90000"/>
              </a:lnSpc>
              <a:buNone/>
            </a:pPr>
            <a:r>
              <a:rPr lang="zh-CN" altLang="en-US" dirty="0"/>
              <a:t>  这对实时性很强的信号处理</a:t>
            </a:r>
            <a:r>
              <a:rPr lang="en-US" altLang="zh-CN" dirty="0"/>
              <a:t>(</a:t>
            </a:r>
            <a:r>
              <a:rPr lang="zh-CN" altLang="en-US" dirty="0"/>
              <a:t>如雷达信号处理</a:t>
            </a:r>
            <a:r>
              <a:rPr lang="en-US" altLang="zh-CN" dirty="0"/>
              <a:t>)</a:t>
            </a:r>
            <a:r>
              <a:rPr lang="zh-CN" altLang="en-US" dirty="0"/>
              <a:t>来讲，它对计算速度有十分苛刻的要求</a:t>
            </a:r>
            <a:r>
              <a:rPr lang="en-US" altLang="zh-CN" dirty="0"/>
              <a:t>--&gt;</a:t>
            </a:r>
            <a:r>
              <a:rPr lang="zh-CN" altLang="en-US" dirty="0"/>
              <a:t>迫切需要改进</a:t>
            </a:r>
            <a:r>
              <a:rPr lang="en-US" altLang="en-US" dirty="0"/>
              <a:t>DFT</a:t>
            </a:r>
            <a:r>
              <a:rPr lang="zh-CN" altLang="en-US" dirty="0"/>
              <a:t>的计算方法，以减少总的运算次数。</a:t>
            </a:r>
          </a:p>
          <a:p>
            <a:pPr eaLnBrk="1" hangingPunct="1">
              <a:lnSpc>
                <a:spcPct val="90000"/>
              </a:lnSpc>
              <a:buNone/>
            </a:pPr>
            <a:endParaRPr lang="en-US" altLang="zh-C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Object 5"/>
          <p:cNvGraphicFramePr>
            <a:graphicFrameLocks noChangeAspect="1"/>
          </p:cNvGraphicFramePr>
          <p:nvPr/>
        </p:nvGraphicFramePr>
        <p:xfrm>
          <a:off x="4267200" y="2743201"/>
          <a:ext cx="1527909" cy="958689"/>
        </p:xfrm>
        <a:graphic>
          <a:graphicData uri="http://schemas.openxmlformats.org/presentationml/2006/ole">
            <mc:AlternateContent xmlns:mc="http://schemas.openxmlformats.org/markup-compatibility/2006">
              <mc:Choice xmlns:v="urn:schemas-microsoft-com:vml" Requires="v">
                <p:oleObj name="Equation" r:id="rId2" imgW="647640" imgH="406080" progId="Equation.DSMT4">
                  <p:embed/>
                </p:oleObj>
              </mc:Choice>
              <mc:Fallback>
                <p:oleObj name="Equation" r:id="rId2" imgW="647640" imgH="406080" progId="Equation.DSMT4">
                  <p:embed/>
                  <p:pic>
                    <p:nvPicPr>
                      <p:cNvPr id="11" name="Object 5"/>
                      <p:cNvPicPr>
                        <a:picLocks noChangeAspect="1" noChangeArrowheads="1"/>
                      </p:cNvPicPr>
                      <p:nvPr/>
                    </p:nvPicPr>
                    <p:blipFill>
                      <a:blip r:embed="rId3"/>
                      <a:srcRect/>
                      <a:stretch>
                        <a:fillRect/>
                      </a:stretch>
                    </p:blipFill>
                    <p:spPr bwMode="auto">
                      <a:xfrm>
                        <a:off x="4267200" y="2743201"/>
                        <a:ext cx="1527909" cy="958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5"/>
          <p:cNvGraphicFramePr>
            <a:graphicFrameLocks noChangeAspect="1"/>
          </p:cNvGraphicFramePr>
          <p:nvPr/>
        </p:nvGraphicFramePr>
        <p:xfrm>
          <a:off x="6974079" y="2971801"/>
          <a:ext cx="1498600" cy="539750"/>
        </p:xfrm>
        <a:graphic>
          <a:graphicData uri="http://schemas.openxmlformats.org/presentationml/2006/ole">
            <mc:AlternateContent xmlns:mc="http://schemas.openxmlformats.org/markup-compatibility/2006">
              <mc:Choice xmlns:v="urn:schemas-microsoft-com:vml" Requires="v">
                <p:oleObj name="Equation" r:id="rId4" imgW="634680" imgH="228600" progId="Equation.DSMT4">
                  <p:embed/>
                </p:oleObj>
              </mc:Choice>
              <mc:Fallback>
                <p:oleObj name="Equation" r:id="rId4" imgW="634680" imgH="228600" progId="Equation.DSMT4">
                  <p:embed/>
                  <p:pic>
                    <p:nvPicPr>
                      <p:cNvPr id="12" name="Object 5"/>
                      <p:cNvPicPr>
                        <a:picLocks noChangeAspect="1" noChangeArrowheads="1"/>
                      </p:cNvPicPr>
                      <p:nvPr/>
                    </p:nvPicPr>
                    <p:blipFill>
                      <a:blip r:embed="rId5"/>
                      <a:srcRect/>
                      <a:stretch>
                        <a:fillRect/>
                      </a:stretch>
                    </p:blipFill>
                    <p:spPr bwMode="auto">
                      <a:xfrm>
                        <a:off x="6974079" y="2971801"/>
                        <a:ext cx="14986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4"/>
          <p:cNvGraphicFramePr>
            <a:graphicFrameLocks noChangeAspect="1"/>
          </p:cNvGraphicFramePr>
          <p:nvPr/>
        </p:nvGraphicFramePr>
        <p:xfrm>
          <a:off x="2457450" y="2932114"/>
          <a:ext cx="1352550" cy="496887"/>
        </p:xfrm>
        <a:graphic>
          <a:graphicData uri="http://schemas.openxmlformats.org/presentationml/2006/ole">
            <mc:AlternateContent xmlns:mc="http://schemas.openxmlformats.org/markup-compatibility/2006">
              <mc:Choice xmlns:v="urn:schemas-microsoft-com:vml" Requires="v">
                <p:oleObj name="Equation" r:id="rId6" imgW="520560" imgH="190440" progId="Equation.DSMT4">
                  <p:embed/>
                </p:oleObj>
              </mc:Choice>
              <mc:Fallback>
                <p:oleObj name="Equation" r:id="rId6" imgW="520560" imgH="190440" progId="Equation.DSMT4">
                  <p:embed/>
                  <p:pic>
                    <p:nvPicPr>
                      <p:cNvPr id="13" name="Object 4"/>
                      <p:cNvPicPr>
                        <a:picLocks noChangeAspect="1" noChangeArrowheads="1"/>
                      </p:cNvPicPr>
                      <p:nvPr/>
                    </p:nvPicPr>
                    <p:blipFill>
                      <a:blip r:embed="rId7"/>
                      <a:srcRect/>
                      <a:stretch>
                        <a:fillRect/>
                      </a:stretch>
                    </p:blipFill>
                    <p:spPr bwMode="auto">
                      <a:xfrm>
                        <a:off x="2457450" y="2932114"/>
                        <a:ext cx="13525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表格 13"/>
          <p:cNvGraphicFramePr>
            <a:graphicFrameLocks noGrp="1"/>
          </p:cNvGraphicFramePr>
          <p:nvPr/>
        </p:nvGraphicFramePr>
        <p:xfrm>
          <a:off x="533399" y="990600"/>
          <a:ext cx="8281985" cy="2686050"/>
        </p:xfrm>
        <a:graphic>
          <a:graphicData uri="http://schemas.openxmlformats.org/drawingml/2006/table">
            <a:tbl>
              <a:tblPr firstRow="1" bandRow="1"/>
              <a:tblGrid>
                <a:gridCol w="3345189">
                  <a:extLst>
                    <a:ext uri="{9D8B030D-6E8A-4147-A177-3AD203B41FA5}">
                      <a16:colId xmlns:a16="http://schemas.microsoft.com/office/drawing/2014/main" val="20000"/>
                    </a:ext>
                  </a:extLst>
                </a:gridCol>
                <a:gridCol w="2516981">
                  <a:extLst>
                    <a:ext uri="{9D8B030D-6E8A-4147-A177-3AD203B41FA5}">
                      <a16:colId xmlns:a16="http://schemas.microsoft.com/office/drawing/2014/main" val="20001"/>
                    </a:ext>
                  </a:extLst>
                </a:gridCol>
                <a:gridCol w="2419815">
                  <a:extLst>
                    <a:ext uri="{9D8B030D-6E8A-4147-A177-3AD203B41FA5}">
                      <a16:colId xmlns:a16="http://schemas.microsoft.com/office/drawing/2014/main" val="20002"/>
                    </a:ext>
                  </a:extLst>
                </a:gridCol>
              </a:tblGrid>
              <a:tr h="923769">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800" b="1" dirty="0"/>
                        <a:t>复数乘法次数</a:t>
                      </a:r>
                      <a:endParaRPr lang="zh-CN" altLang="en-US" sz="2800" b="1" dirty="0">
                        <a:latin typeface="Times New Roman" panose="02020603050405020304" pitchFamily="18" charset="0"/>
                        <a:ea typeface="+mn-ea"/>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800" b="1" dirty="0"/>
                        <a:t>复数加法次数</a:t>
                      </a:r>
                      <a:endParaRPr lang="zh-CN" altLang="en-US" sz="2800" b="1" dirty="0">
                        <a:latin typeface="Times New Roman" panose="02020603050405020304" pitchFamily="18" charset="0"/>
                        <a:ea typeface="+mn-ea"/>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94122">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r>
                        <a:rPr lang="zh-CN" altLang="en-US" sz="2800" b="1" dirty="0">
                          <a:solidFill>
                            <a:srgbClr val="0000CC"/>
                          </a:solidFill>
                        </a:rPr>
                        <a:t>直接计算</a:t>
                      </a:r>
                      <a:r>
                        <a:rPr lang="en-US" altLang="zh-CN" sz="2800" b="1" i="1" dirty="0">
                          <a:solidFill>
                            <a:srgbClr val="0000CC"/>
                          </a:solidFill>
                        </a:rPr>
                        <a:t>N</a:t>
                      </a:r>
                      <a:r>
                        <a:rPr lang="zh-CN" altLang="en-US" sz="2800" b="1" dirty="0">
                          <a:solidFill>
                            <a:srgbClr val="0000CC"/>
                          </a:solidFill>
                        </a:rPr>
                        <a:t>点</a:t>
                      </a:r>
                      <a:r>
                        <a:rPr lang="en-US" altLang="zh-CN" sz="2800" b="1" dirty="0">
                          <a:solidFill>
                            <a:srgbClr val="0000CC"/>
                          </a:solidFill>
                        </a:rPr>
                        <a:t>DFT</a:t>
                      </a:r>
                      <a:endParaRPr lang="zh-CN" altLang="en-US" sz="2800" b="1" dirty="0">
                        <a:latin typeface="Times New Roman" panose="02020603050405020304" pitchFamily="18" charset="0"/>
                        <a:ea typeface="黑体" pitchFamily="2" charset="-122"/>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endParaRPr lang="zh-CN" altLang="en-US" sz="2800" b="1" dirty="0">
                        <a:solidFill>
                          <a:schemeClr val="tx1"/>
                        </a:solidFill>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68159">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2800" b="1" kern="0" dirty="0">
                          <a:solidFill>
                            <a:prstClr val="black"/>
                          </a:solidFill>
                        </a:rPr>
                        <a:t>  </a:t>
                      </a:r>
                      <a:r>
                        <a:rPr lang="zh-CN" altLang="en-US" sz="2800" b="1" kern="0" dirty="0">
                          <a:solidFill>
                            <a:prstClr val="black"/>
                          </a:solidFill>
                        </a:rPr>
                        <a:t>基二</a:t>
                      </a:r>
                      <a:r>
                        <a:rPr lang="en-US" altLang="zh-CN" sz="2800" b="1" dirty="0">
                          <a:solidFill>
                            <a:srgbClr val="FF0000"/>
                          </a:solidFill>
                        </a:rPr>
                        <a:t>FFT</a:t>
                      </a:r>
                      <a:endParaRPr lang="zh-CN" altLang="en-US" sz="2800" b="1" dirty="0">
                        <a:solidFill>
                          <a:srgbClr val="FF0000"/>
                        </a:solidFill>
                        <a:latin typeface="Times New Roman" panose="02020603050405020304" pitchFamily="18" charset="0"/>
                        <a:ea typeface="黑体" pitchFamily="2" charset="-122"/>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17" name="Object 4"/>
          <p:cNvGraphicFramePr>
            <a:graphicFrameLocks noChangeAspect="1"/>
          </p:cNvGraphicFramePr>
          <p:nvPr/>
        </p:nvGraphicFramePr>
        <p:xfrm>
          <a:off x="4657907" y="2038350"/>
          <a:ext cx="601663" cy="476250"/>
        </p:xfrm>
        <a:graphic>
          <a:graphicData uri="http://schemas.openxmlformats.org/presentationml/2006/ole">
            <mc:AlternateContent xmlns:mc="http://schemas.openxmlformats.org/markup-compatibility/2006">
              <mc:Choice xmlns:v="urn:schemas-microsoft-com:vml" Requires="v">
                <p:oleObj name="Equation" r:id="rId8" imgW="241200" imgH="190440" progId="Equation.DSMT4">
                  <p:embed/>
                </p:oleObj>
              </mc:Choice>
              <mc:Fallback>
                <p:oleObj name="Equation" r:id="rId8" imgW="241200" imgH="190440" progId="Equation.DSMT4">
                  <p:embed/>
                  <p:pic>
                    <p:nvPicPr>
                      <p:cNvPr id="17" name="Object 4"/>
                      <p:cNvPicPr>
                        <a:picLocks noChangeAspect="1" noChangeArrowheads="1"/>
                      </p:cNvPicPr>
                      <p:nvPr/>
                    </p:nvPicPr>
                    <p:blipFill>
                      <a:blip r:embed="rId9"/>
                      <a:srcRect/>
                      <a:stretch>
                        <a:fillRect/>
                      </a:stretch>
                    </p:blipFill>
                    <p:spPr bwMode="auto">
                      <a:xfrm>
                        <a:off x="4657907" y="2038350"/>
                        <a:ext cx="6016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8" name="矩形 17"/>
              <p:cNvSpPr/>
              <p:nvPr/>
            </p:nvSpPr>
            <p:spPr>
              <a:xfrm>
                <a:off x="6989319" y="2036802"/>
                <a:ext cx="1571264"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N</a:t>
                </a:r>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3000" b="1" i="1"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N</a:t>
                </a:r>
                <a14:m>
                  <m:oMath xmlns:m="http://schemas.openxmlformats.org/officeDocument/2006/math">
                    <m:r>
                      <a:rPr kumimoji="0" lang="en-US" altLang="zh-CN" sz="3000" b="1" i="1" u="none" strike="noStrike" kern="1200" cap="none" spc="0" normalizeH="0" baseline="0" noProof="0" dirty="0" smtClean="0">
                        <a:ln>
                          <a:noFill/>
                        </a:ln>
                        <a:solidFill>
                          <a:srgbClr val="0000CC"/>
                        </a:solidFill>
                        <a:effectLst/>
                        <a:uLnTx/>
                        <a:uFillTx/>
                        <a:latin typeface="Cambria Math" panose="02040503050406030204" pitchFamily="18" charset="0"/>
                        <a:cs typeface="Times New Roman" panose="02020603050405020304" pitchFamily="18" charset="0"/>
                      </a:rPr>
                      <m:t>−</m:t>
                    </m:r>
                  </m:oMath>
                </a14:m>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1)</a:t>
                </a: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 </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mc:Choice>
        <mc:Fallback xmlns="">
          <p:sp>
            <p:nvSpPr>
              <p:cNvPr id="18" name="矩形 17"/>
              <p:cNvSpPr>
                <a:spLocks noRot="1" noChangeAspect="1" noMove="1" noResize="1" noEditPoints="1" noAdjustHandles="1" noChangeArrowheads="1" noChangeShapeType="1" noTextEdit="1"/>
              </p:cNvSpPr>
              <p:nvPr/>
            </p:nvSpPr>
            <p:spPr>
              <a:xfrm>
                <a:off x="6989319" y="2036802"/>
                <a:ext cx="1571264" cy="553998"/>
              </a:xfrm>
              <a:prstGeom prst="rect">
                <a:avLst/>
              </a:prstGeom>
              <a:blipFill>
                <a:blip r:embed="rId13"/>
                <a:stretch>
                  <a:fillRect l="-9339" t="-14286" r="-2724" b="-32967"/>
                </a:stretch>
              </a:blipFill>
            </p:spPr>
            <p:txBody>
              <a:bodyPr/>
              <a:lstStyle/>
              <a:p>
                <a:r>
                  <a:rPr lang="zh-CN" altLang="en-US">
                    <a:noFill/>
                  </a:rPr>
                  <a:t> </a:t>
                </a:r>
              </a:p>
            </p:txBody>
          </p:sp>
        </mc:Fallback>
      </mc:AlternateContent>
      <p:sp>
        <p:nvSpPr>
          <p:cNvPr id="19" name="矩形 18"/>
          <p:cNvSpPr/>
          <p:nvPr/>
        </p:nvSpPr>
        <p:spPr>
          <a:xfrm>
            <a:off x="-10340" y="990601"/>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 name="矩形 20"/>
          <p:cNvSpPr/>
          <p:nvPr/>
        </p:nvSpPr>
        <p:spPr>
          <a:xfrm>
            <a:off x="276407" y="3856099"/>
            <a:ext cx="8763000"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1965</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年</a:t>
            </a:r>
            <a:r>
              <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J. W. Cooley (IBM) </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和</a:t>
            </a:r>
            <a:r>
              <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 J. W. Tukey (MIT)</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提出了基二</a:t>
            </a:r>
            <a:r>
              <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FFT</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 算法。</a:t>
            </a:r>
            <a:endParaRPr kumimoji="0" lang="zh-CN" altLang="en-US" sz="1600" b="1" i="0" u="none" strike="noStrike" kern="0" cap="none" spc="0" normalizeH="0" baseline="0" noProof="0" dirty="0">
              <a:ln>
                <a:noFill/>
              </a:ln>
              <a:solidFill>
                <a:srgbClr val="000000"/>
              </a:solidFill>
              <a:effectLst/>
              <a:uLnTx/>
              <a:uFillTx/>
              <a:latin typeface="Times New Roman"/>
              <a:ea typeface="宋体" charset="-122"/>
              <a:cs typeface="+mn-cs"/>
            </a:endParaRPr>
          </a:p>
        </p:txBody>
      </p:sp>
      <p:sp>
        <p:nvSpPr>
          <p:cNvPr id="23" name="矩形 22"/>
          <p:cNvSpPr/>
          <p:nvPr/>
        </p:nvSpPr>
        <p:spPr>
          <a:xfrm>
            <a:off x="276407" y="4864100"/>
            <a:ext cx="5819593" cy="1031051"/>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例如 </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en-US" altLang="zh-CN" sz="2800" b="1" i="0" u="none" strike="noStrike" kern="1200" cap="none" spc="0" normalizeH="0" baseline="30000" noProof="0" dirty="0">
                <a:ln>
                  <a:noFill/>
                </a:ln>
                <a:solidFill>
                  <a:srgbClr val="000000"/>
                </a:solidFill>
                <a:effectLst/>
                <a:uLnTx/>
                <a:uFillTx/>
                <a:latin typeface="Times New Roman"/>
                <a:ea typeface="宋体" panose="02010600030101010101" pitchFamily="2" charset="-122"/>
                <a:cs typeface="+mn-cs"/>
              </a:rPr>
              <a:t>10</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=1024</a:t>
            </a:r>
          </a:p>
          <a:p>
            <a:pPr marL="0" marR="0" lvl="0" indent="0" algn="l" defTabSz="914400" rtl="0" eaLnBrk="0" fontAlgn="base" latinLnBrk="0" hangingPunct="0">
              <a:lnSpc>
                <a:spcPct val="100000"/>
              </a:lnSpc>
              <a:spcBef>
                <a:spcPts val="600"/>
              </a:spcBef>
              <a:spcAft>
                <a:spcPct val="0"/>
              </a:spcAft>
              <a:buClrTx/>
              <a:buSzTx/>
              <a:buFontTx/>
              <a:buNone/>
              <a:tabLst/>
              <a:defRPr/>
            </a:pPr>
            <a:r>
              <a:rPr kumimoji="1" lang="zh-CN"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直接计算</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的复数乘法次数</a:t>
            </a:r>
          </a:p>
        </p:txBody>
      </p:sp>
      <p:graphicFrame>
        <p:nvGraphicFramePr>
          <p:cNvPr id="24" name="Object 4"/>
          <p:cNvGraphicFramePr>
            <a:graphicFrameLocks noChangeAspect="1"/>
          </p:cNvGraphicFramePr>
          <p:nvPr/>
        </p:nvGraphicFramePr>
        <p:xfrm>
          <a:off x="5463551" y="5334000"/>
          <a:ext cx="2132100" cy="466992"/>
        </p:xfrm>
        <a:graphic>
          <a:graphicData uri="http://schemas.openxmlformats.org/presentationml/2006/ole">
            <mc:AlternateContent xmlns:mc="http://schemas.openxmlformats.org/markup-compatibility/2006">
              <mc:Choice xmlns:v="urn:schemas-microsoft-com:vml" Requires="v">
                <p:oleObj name="Equation" r:id="rId14" imgW="927000" imgH="203040" progId="Equation.DSMT4">
                  <p:embed/>
                </p:oleObj>
              </mc:Choice>
              <mc:Fallback>
                <p:oleObj name="Equation" r:id="rId14" imgW="927000" imgH="203040" progId="Equation.DSMT4">
                  <p:embed/>
                  <p:pic>
                    <p:nvPicPr>
                      <p:cNvPr id="24" name="Object 4"/>
                      <p:cNvPicPr>
                        <a:picLocks noChangeAspect="1" noChangeArrowheads="1"/>
                      </p:cNvPicPr>
                      <p:nvPr/>
                    </p:nvPicPr>
                    <p:blipFill>
                      <a:blip r:embed="rId15"/>
                      <a:srcRect/>
                      <a:stretch>
                        <a:fillRect/>
                      </a:stretch>
                    </p:blipFill>
                    <p:spPr bwMode="auto">
                      <a:xfrm>
                        <a:off x="5463551" y="5334000"/>
                        <a:ext cx="2132100" cy="466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5"/>
          <p:cNvGraphicFramePr>
            <a:graphicFrameLocks noChangeAspect="1"/>
          </p:cNvGraphicFramePr>
          <p:nvPr/>
        </p:nvGraphicFramePr>
        <p:xfrm>
          <a:off x="5410200" y="5778500"/>
          <a:ext cx="2541132" cy="905004"/>
        </p:xfrm>
        <a:graphic>
          <a:graphicData uri="http://schemas.openxmlformats.org/presentationml/2006/ole">
            <mc:AlternateContent xmlns:mc="http://schemas.openxmlformats.org/markup-compatibility/2006">
              <mc:Choice xmlns:v="urn:schemas-microsoft-com:vml" Requires="v">
                <p:oleObj name="Equation" r:id="rId16" imgW="1104840" imgH="393480" progId="Equation.DSMT4">
                  <p:embed/>
                </p:oleObj>
              </mc:Choice>
              <mc:Fallback>
                <p:oleObj name="Equation" r:id="rId16" imgW="1104840" imgH="393480" progId="Equation.DSMT4">
                  <p:embed/>
                  <p:pic>
                    <p:nvPicPr>
                      <p:cNvPr id="25" name="Object 5"/>
                      <p:cNvPicPr>
                        <a:picLocks noChangeAspect="1" noChangeArrowheads="1"/>
                      </p:cNvPicPr>
                      <p:nvPr/>
                    </p:nvPicPr>
                    <p:blipFill>
                      <a:blip r:embed="rId17"/>
                      <a:srcRect/>
                      <a:stretch>
                        <a:fillRect/>
                      </a:stretch>
                    </p:blipFill>
                    <p:spPr bwMode="auto">
                      <a:xfrm>
                        <a:off x="5410200" y="5778500"/>
                        <a:ext cx="2541132" cy="905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 name="矩形 26"/>
          <p:cNvSpPr/>
          <p:nvPr/>
        </p:nvSpPr>
        <p:spPr>
          <a:xfrm>
            <a:off x="1072783" y="5920104"/>
            <a:ext cx="4108817" cy="523220"/>
          </a:xfrm>
          <a:prstGeom prst="rect">
            <a:avLst/>
          </a:prstGeom>
        </p:spPr>
        <p:txBody>
          <a:bodyPr wrap="none">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black"/>
                </a:solidFill>
                <a:effectLst/>
                <a:uLnTx/>
                <a:uFillTx/>
                <a:latin typeface="Times New Roman"/>
                <a:ea typeface="宋体"/>
                <a:cs typeface="+mn-cs"/>
              </a:rPr>
              <a:t>基二</a:t>
            </a:r>
            <a:r>
              <a:rPr kumimoji="0" lang="en-US" altLang="zh-CN" sz="2800" b="1" i="0" u="none" strike="noStrike" kern="1200" cap="none" spc="0" normalizeH="0" baseline="0" noProof="0" dirty="0">
                <a:ln>
                  <a:noFill/>
                </a:ln>
                <a:solidFill>
                  <a:srgbClr val="FF0000"/>
                </a:solidFill>
                <a:effectLst/>
                <a:uLnTx/>
                <a:uFillTx/>
                <a:latin typeface="Times New Roman"/>
                <a:ea typeface="宋体"/>
                <a:cs typeface="+mn-cs"/>
              </a:rPr>
              <a:t>FFT</a:t>
            </a:r>
            <a:r>
              <a:rPr kumimoji="1" lang="zh-CN" altLang="en-US" sz="2800" b="1"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rPr>
              <a:t>的复数乘法次数</a:t>
            </a:r>
            <a:endParaRPr kumimoji="0" lang="zh-CN" altLang="en-US" sz="2800" b="1" i="0" u="none" strike="noStrike" kern="1200" cap="none" spc="0" normalizeH="0" baseline="0" noProof="0" dirty="0">
              <a:ln>
                <a:noFill/>
              </a:ln>
              <a:solidFill>
                <a:srgbClr val="FF0000"/>
              </a:solidFill>
              <a:effectLst/>
              <a:uLnTx/>
              <a:uFillTx/>
              <a:latin typeface="Times New Roman"/>
              <a:ea typeface="黑体" pitchFamily="2" charset="-122"/>
              <a:cs typeface="Times New Roman" panose="02020603050405020304" pitchFamily="18" charset="0"/>
            </a:endParaRPr>
          </a:p>
        </p:txBody>
      </p:sp>
      <p:sp>
        <p:nvSpPr>
          <p:cNvPr id="15"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228600"/>
            <a:ext cx="3672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spTree>
    <p:extLst>
      <p:ext uri="{BB962C8B-B14F-4D97-AF65-F5344CB8AC3E}">
        <p14:creationId xmlns:p14="http://schemas.microsoft.com/office/powerpoint/2010/main" val="3213941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图片 1"/>
          <p:cNvPicPr>
            <a:picLocks noChangeAspect="1"/>
          </p:cNvPicPr>
          <p:nvPr/>
        </p:nvPicPr>
        <p:blipFill>
          <a:blip r:embed="rId2"/>
          <a:stretch>
            <a:fillRect/>
          </a:stretch>
        </p:blipFill>
        <p:spPr>
          <a:xfrm>
            <a:off x="0" y="36513"/>
            <a:ext cx="9144000" cy="67849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122AA27-390A-4FC5-89C2-92BCAFA84A25}"/>
              </a:ext>
            </a:extLst>
          </p:cNvPr>
          <p:cNvSpPr>
            <a:spLocks noGrp="1" noChangeArrowheads="1"/>
          </p:cNvSpPr>
          <p:nvPr>
            <p:ph type="title"/>
          </p:nvPr>
        </p:nvSpPr>
        <p:spPr>
          <a:xfrm>
            <a:off x="685800" y="765175"/>
            <a:ext cx="7772400" cy="1143000"/>
          </a:xfrm>
          <a:noFill/>
          <a:extLst>
            <a:ext uri="{91240B29-F687-4F45-9708-019B960494DF}">
              <a14:hiddenLine xmlns:a14="http://schemas.microsoft.com/office/drawing/2010/main" w="9525" cap="flat" cmpd="sng" algn="ctr">
                <a:solidFill>
                  <a:schemeClr val="tx1"/>
                </a:solidFill>
                <a:prstDash val="solid"/>
                <a:miter lim="800000"/>
                <a:headEnd/>
                <a:tailEnd/>
              </a14:hiddenLine>
            </a:ext>
          </a:extLst>
        </p:spPr>
        <p:txBody>
          <a:bodyPr/>
          <a:lstStyle/>
          <a:p>
            <a:pPr eaLnBrk="1" hangingPunct="1"/>
            <a:r>
              <a:rPr lang="en-US" altLang="zh-CN" sz="3200" b="1" i="0" dirty="0">
                <a:solidFill>
                  <a:srgbClr val="FF0000"/>
                </a:solidFill>
              </a:rPr>
              <a:t>FFT</a:t>
            </a:r>
            <a:r>
              <a:rPr lang="zh-CN" altLang="en-US" sz="3200" b="1" i="0" dirty="0">
                <a:solidFill>
                  <a:srgbClr val="FF0000"/>
                </a:solidFill>
              </a:rPr>
              <a:t>的基本思想</a:t>
            </a:r>
          </a:p>
        </p:txBody>
      </p:sp>
      <p:sp>
        <p:nvSpPr>
          <p:cNvPr id="2" name="文本框 1">
            <a:extLst>
              <a:ext uri="{FF2B5EF4-FFF2-40B4-BE49-F238E27FC236}">
                <a16:creationId xmlns:a16="http://schemas.microsoft.com/office/drawing/2014/main" id="{1D307A71-3316-41EE-8483-443212FA42DD}"/>
              </a:ext>
            </a:extLst>
          </p:cNvPr>
          <p:cNvSpPr txBox="1"/>
          <p:nvPr/>
        </p:nvSpPr>
        <p:spPr>
          <a:xfrm>
            <a:off x="179512" y="1772816"/>
            <a:ext cx="8784976" cy="1303177"/>
          </a:xfrm>
          <a:prstGeom prst="rect">
            <a:avLst/>
          </a:prstGeom>
          <a:noFill/>
        </p:spPr>
        <p:txBody>
          <a:bodyPr wrap="square" rtlCol="0">
            <a:spAutoFit/>
          </a:bodyPr>
          <a:lstStyle/>
          <a:p>
            <a:pPr marL="457200" marR="0" lvl="1" indent="0" algn="l" defTabSz="914400" rtl="0" eaLnBrk="1" fontAlgn="base" latinLnBrk="0" hangingPunct="1">
              <a:lnSpc>
                <a:spcPct val="15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利用系数          的</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对称性</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1" lang="zh-CN" altLang="en-US" sz="28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mn-cs"/>
              </a:rPr>
              <a:t>周期性</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，将</a:t>
            </a:r>
            <a:r>
              <a:rPr kumimoji="0" lang="en-US" altLang="zh-CN" sz="2800" b="1" i="1" u="none" strike="noStrike" kern="1200" cap="none" spc="0" normalizeH="0" baseline="0" noProof="0" dirty="0">
                <a:ln>
                  <a:noFill/>
                </a:ln>
                <a:solidFill>
                  <a:prstClr val="black"/>
                </a:solidFill>
                <a:effectLst/>
                <a:uLnTx/>
                <a:uFillTx/>
                <a:latin typeface="Times New Roman"/>
                <a:ea typeface="楷体_GB2312"/>
                <a:cs typeface="+mn-cs"/>
              </a:rPr>
              <a:t>N</a:t>
            </a:r>
            <a:r>
              <a:rPr kumimoji="0" lang="zh-CN" altLang="en-US" sz="2800" b="1" i="0" u="none" strike="noStrike" kern="1200" cap="none" spc="0" normalizeH="0" baseline="0" noProof="0" dirty="0">
                <a:ln>
                  <a:noFill/>
                </a:ln>
                <a:solidFill>
                  <a:prstClr val="black"/>
                </a:solidFill>
                <a:effectLst/>
                <a:uLnTx/>
                <a:uFillTx/>
                <a:latin typeface="Times New Roman"/>
                <a:ea typeface="楷体_GB2312"/>
                <a:cs typeface="+mn-cs"/>
              </a:rPr>
              <a:t>点</a:t>
            </a:r>
            <a:r>
              <a:rPr kumimoji="0" lang="en-US" altLang="zh-CN" sz="2800" b="1" i="0" u="none" strike="noStrike" kern="1200" cap="none" spc="0" normalizeH="0" baseline="0" noProof="0" dirty="0">
                <a:ln>
                  <a:noFill/>
                </a:ln>
                <a:solidFill>
                  <a:prstClr val="black"/>
                </a:solidFill>
                <a:effectLst/>
                <a:uLnTx/>
                <a:uFillTx/>
                <a:latin typeface="Times New Roman"/>
                <a:ea typeface="楷体_GB231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逐次分解为小点数的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，从而减少运算量。</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5" name="Object 8">
            <a:extLst>
              <a:ext uri="{FF2B5EF4-FFF2-40B4-BE49-F238E27FC236}">
                <a16:creationId xmlns:a16="http://schemas.microsoft.com/office/drawing/2014/main" id="{ED12D3D8-3FE3-4A0F-847C-ADA8D1D0E938}"/>
              </a:ext>
            </a:extLst>
          </p:cNvPr>
          <p:cNvGraphicFramePr>
            <a:graphicFrameLocks noGrp="1" noChangeAspect="1"/>
          </p:cNvGraphicFramePr>
          <p:nvPr>
            <p:ph sz="half" idx="1"/>
          </p:nvPr>
        </p:nvGraphicFramePr>
        <p:xfrm>
          <a:off x="2286000" y="1908175"/>
          <a:ext cx="671508" cy="554760"/>
        </p:xfrm>
        <a:graphic>
          <a:graphicData uri="http://schemas.openxmlformats.org/presentationml/2006/ole">
            <mc:AlternateContent xmlns:mc="http://schemas.openxmlformats.org/markup-compatibility/2006">
              <mc:Choice xmlns:v="urn:schemas-microsoft-com:vml" Requires="v">
                <p:oleObj name="Equation" r:id="rId2" imgW="291960" imgH="241200" progId="Equation.DSMT4">
                  <p:embed/>
                </p:oleObj>
              </mc:Choice>
              <mc:Fallback>
                <p:oleObj name="Equation" r:id="rId2" imgW="291960" imgH="241200" progId="Equation.DSMT4">
                  <p:embed/>
                  <p:pic>
                    <p:nvPicPr>
                      <p:cNvPr id="5" name="Object 8">
                        <a:extLst>
                          <a:ext uri="{FF2B5EF4-FFF2-40B4-BE49-F238E27FC236}">
                            <a16:creationId xmlns:a16="http://schemas.microsoft.com/office/drawing/2014/main" id="{ED12D3D8-3FE3-4A0F-847C-ADA8D1D0E938}"/>
                          </a:ext>
                        </a:extLst>
                      </p:cNvPr>
                      <p:cNvPicPr>
                        <a:picLocks noChangeAspect="1" noChangeArrowheads="1"/>
                      </p:cNvPicPr>
                      <p:nvPr/>
                    </p:nvPicPr>
                    <p:blipFill>
                      <a:blip r:embed="rId3"/>
                      <a:srcRect/>
                      <a:stretch>
                        <a:fillRect/>
                      </a:stretch>
                    </p:blipFill>
                    <p:spPr bwMode="auto">
                      <a:xfrm>
                        <a:off x="2286000" y="1908175"/>
                        <a:ext cx="671508" cy="554760"/>
                      </a:xfrm>
                      <a:prstGeom prst="rect">
                        <a:avLst/>
                      </a:prstGeom>
                      <a:noFill/>
                      <a:ln>
                        <a:noFill/>
                      </a:ln>
                      <a:effectLst/>
                    </p:spPr>
                  </p:pic>
                </p:oleObj>
              </mc:Fallback>
            </mc:AlternateContent>
          </a:graphicData>
        </a:graphic>
      </p:graphicFrame>
      <p:sp>
        <p:nvSpPr>
          <p:cNvPr id="7"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228600"/>
            <a:ext cx="36728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graphicFrame>
        <p:nvGraphicFramePr>
          <p:cNvPr id="6" name="Object 5">
            <a:extLst>
              <a:ext uri="{FF2B5EF4-FFF2-40B4-BE49-F238E27FC236}">
                <a16:creationId xmlns:a16="http://schemas.microsoft.com/office/drawing/2014/main" id="{7D15023B-A755-4D56-8398-B29B0E2F6147}"/>
              </a:ext>
            </a:extLst>
          </p:cNvPr>
          <p:cNvGraphicFramePr>
            <a:graphicFrameLocks noChangeAspect="1"/>
          </p:cNvGraphicFramePr>
          <p:nvPr>
            <p:extLst>
              <p:ext uri="{D42A27DB-BD31-4B8C-83A1-F6EECF244321}">
                <p14:modId xmlns:p14="http://schemas.microsoft.com/office/powerpoint/2010/main" val="1142403700"/>
              </p:ext>
            </p:extLst>
          </p:nvPr>
        </p:nvGraphicFramePr>
        <p:xfrm>
          <a:off x="3124200" y="3657600"/>
          <a:ext cx="3417156" cy="554760"/>
        </p:xfrm>
        <a:graphic>
          <a:graphicData uri="http://schemas.openxmlformats.org/presentationml/2006/ole">
            <mc:AlternateContent xmlns:mc="http://schemas.openxmlformats.org/markup-compatibility/2006">
              <mc:Choice xmlns:v="urn:schemas-microsoft-com:vml" Requires="v">
                <p:oleObj name="Equation" r:id="rId6" imgW="1485720" imgH="241200" progId="Equation.DSMT4">
                  <p:embed/>
                </p:oleObj>
              </mc:Choice>
              <mc:Fallback>
                <p:oleObj name="Equation" r:id="rId6" imgW="1485720" imgH="241200" progId="Equation.DSMT4">
                  <p:embed/>
                  <p:pic>
                    <p:nvPicPr>
                      <p:cNvPr id="8" name="Object 5">
                        <a:extLst>
                          <a:ext uri="{FF2B5EF4-FFF2-40B4-BE49-F238E27FC236}">
                            <a16:creationId xmlns:a16="http://schemas.microsoft.com/office/drawing/2014/main" id="{7D15023B-A755-4D56-8398-B29B0E2F6147}"/>
                          </a:ext>
                        </a:extLst>
                      </p:cNvPr>
                      <p:cNvPicPr>
                        <a:picLocks noChangeAspect="1" noChangeArrowheads="1"/>
                      </p:cNvPicPr>
                      <p:nvPr/>
                    </p:nvPicPr>
                    <p:blipFill>
                      <a:blip r:embed="rId7"/>
                      <a:srcRect/>
                      <a:stretch>
                        <a:fillRect/>
                      </a:stretch>
                    </p:blipFill>
                    <p:spPr bwMode="auto">
                      <a:xfrm>
                        <a:off x="3124200" y="3657600"/>
                        <a:ext cx="3417156" cy="554760"/>
                      </a:xfrm>
                      <a:prstGeom prst="rect">
                        <a:avLst/>
                      </a:prstGeom>
                      <a:noFill/>
                      <a:ln>
                        <a:noFill/>
                      </a:ln>
                      <a:effectLst/>
                    </p:spPr>
                  </p:pic>
                </p:oleObj>
              </mc:Fallback>
            </mc:AlternateContent>
          </a:graphicData>
        </a:graphic>
      </p:graphicFrame>
      <p:sp>
        <p:nvSpPr>
          <p:cNvPr id="8" name="矩形 7"/>
          <p:cNvSpPr/>
          <p:nvPr/>
        </p:nvSpPr>
        <p:spPr>
          <a:xfrm>
            <a:off x="1369543" y="3652013"/>
            <a:ext cx="126669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对称性</a:t>
            </a:r>
            <a:endParaRPr kumimoji="0" lang="zh-CN" altLang="en-US" sz="2000" b="0" i="0" u="none" strike="noStrike" kern="0" cap="none" spc="0" normalizeH="0" baseline="0" noProof="0" dirty="0">
              <a:ln>
                <a:noFill/>
              </a:ln>
              <a:solidFill>
                <a:srgbClr val="000000"/>
              </a:solidFill>
              <a:effectLst/>
              <a:uLnTx/>
              <a:uFillTx/>
              <a:latin typeface="Arial" charset="0"/>
              <a:ea typeface="宋体" charset="-122"/>
              <a:cs typeface="+mn-cs"/>
            </a:endParaRPr>
          </a:p>
        </p:txBody>
      </p:sp>
      <p:sp>
        <p:nvSpPr>
          <p:cNvPr id="9" name="矩形 8"/>
          <p:cNvSpPr/>
          <p:nvPr/>
        </p:nvSpPr>
        <p:spPr>
          <a:xfrm>
            <a:off x="1369544" y="5317538"/>
            <a:ext cx="126669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周期性</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0" name="Object 5">
            <a:extLst>
              <a:ext uri="{FF2B5EF4-FFF2-40B4-BE49-F238E27FC236}">
                <a16:creationId xmlns:a16="http://schemas.microsoft.com/office/drawing/2014/main" id="{7D15023B-A755-4D56-8398-B29B0E2F6147}"/>
              </a:ext>
            </a:extLst>
          </p:cNvPr>
          <p:cNvGraphicFramePr>
            <a:graphicFrameLocks noChangeAspect="1"/>
          </p:cNvGraphicFramePr>
          <p:nvPr>
            <p:extLst>
              <p:ext uri="{D42A27DB-BD31-4B8C-83A1-F6EECF244321}">
                <p14:modId xmlns:p14="http://schemas.microsoft.com/office/powerpoint/2010/main" val="2792466138"/>
              </p:ext>
            </p:extLst>
          </p:nvPr>
        </p:nvGraphicFramePr>
        <p:xfrm>
          <a:off x="3103880" y="5334346"/>
          <a:ext cx="3417156" cy="554760"/>
        </p:xfrm>
        <a:graphic>
          <a:graphicData uri="http://schemas.openxmlformats.org/presentationml/2006/ole">
            <mc:AlternateContent xmlns:mc="http://schemas.openxmlformats.org/markup-compatibility/2006">
              <mc:Choice xmlns:v="urn:schemas-microsoft-com:vml" Requires="v">
                <p:oleObj name="Equation" r:id="rId8" imgW="1485720" imgH="241200" progId="Equation.DSMT4">
                  <p:embed/>
                </p:oleObj>
              </mc:Choice>
              <mc:Fallback>
                <p:oleObj name="Equation" r:id="rId8" imgW="1485720" imgH="241200" progId="Equation.DSMT4">
                  <p:embed/>
                  <p:pic>
                    <p:nvPicPr>
                      <p:cNvPr id="11" name="Object 5">
                        <a:extLst>
                          <a:ext uri="{FF2B5EF4-FFF2-40B4-BE49-F238E27FC236}">
                            <a16:creationId xmlns:a16="http://schemas.microsoft.com/office/drawing/2014/main" id="{7D15023B-A755-4D56-8398-B29B0E2F6147}"/>
                          </a:ext>
                        </a:extLst>
                      </p:cNvPr>
                      <p:cNvPicPr>
                        <a:picLocks noChangeAspect="1" noChangeArrowheads="1"/>
                      </p:cNvPicPr>
                      <p:nvPr/>
                    </p:nvPicPr>
                    <p:blipFill>
                      <a:blip r:embed="rId9"/>
                      <a:srcRect/>
                      <a:stretch>
                        <a:fillRect/>
                      </a:stretch>
                    </p:blipFill>
                    <p:spPr bwMode="auto">
                      <a:xfrm>
                        <a:off x="3103880" y="5334346"/>
                        <a:ext cx="3417156" cy="554760"/>
                      </a:xfrm>
                      <a:prstGeom prst="rect">
                        <a:avLst/>
                      </a:prstGeom>
                      <a:noFill/>
                      <a:ln>
                        <a:noFill/>
                      </a:ln>
                      <a:effectLst/>
                    </p:spPr>
                  </p:pic>
                </p:oleObj>
              </mc:Fallback>
            </mc:AlternateContent>
          </a:graphicData>
        </a:graphic>
      </p:graphicFrame>
      <p:graphicFrame>
        <p:nvGraphicFramePr>
          <p:cNvPr id="11" name="Object 4">
            <a:extLst>
              <a:ext uri="{FF2B5EF4-FFF2-40B4-BE49-F238E27FC236}">
                <a16:creationId xmlns:a16="http://schemas.microsoft.com/office/drawing/2014/main" id="{DD3BF979-7C19-4E76-BDF7-7DFD2718F448}"/>
              </a:ext>
            </a:extLst>
          </p:cNvPr>
          <p:cNvGraphicFramePr>
            <a:graphicFrameLocks noChangeAspect="1"/>
          </p:cNvGraphicFramePr>
          <p:nvPr>
            <p:extLst>
              <p:ext uri="{D42A27DB-BD31-4B8C-83A1-F6EECF244321}">
                <p14:modId xmlns:p14="http://schemas.microsoft.com/office/powerpoint/2010/main" val="3124511921"/>
              </p:ext>
            </p:extLst>
          </p:nvPr>
        </p:nvGraphicFramePr>
        <p:xfrm>
          <a:off x="3147544" y="4247883"/>
          <a:ext cx="1956564" cy="788256"/>
        </p:xfrm>
        <a:graphic>
          <a:graphicData uri="http://schemas.openxmlformats.org/presentationml/2006/ole">
            <mc:AlternateContent xmlns:mc="http://schemas.openxmlformats.org/markup-compatibility/2006">
              <mc:Choice xmlns:v="urn:schemas-microsoft-com:vml" Requires="v">
                <p:oleObj name="Equation" r:id="rId10" imgW="850680" imgH="342720" progId="Equation.DSMT4">
                  <p:embed/>
                </p:oleObj>
              </mc:Choice>
              <mc:Fallback>
                <p:oleObj name="Equation" r:id="rId10" imgW="850680" imgH="342720" progId="Equation.DSMT4">
                  <p:embed/>
                  <p:pic>
                    <p:nvPicPr>
                      <p:cNvPr id="12" name="Object 4">
                        <a:extLst>
                          <a:ext uri="{FF2B5EF4-FFF2-40B4-BE49-F238E27FC236}">
                            <a16:creationId xmlns:a16="http://schemas.microsoft.com/office/drawing/2014/main" id="{DD3BF979-7C19-4E76-BDF7-7DFD2718F448}"/>
                          </a:ext>
                        </a:extLst>
                      </p:cNvPr>
                      <p:cNvPicPr>
                        <a:picLocks noChangeAspect="1" noChangeArrowheads="1"/>
                      </p:cNvPicPr>
                      <p:nvPr/>
                    </p:nvPicPr>
                    <p:blipFill>
                      <a:blip r:embed="rId11"/>
                      <a:srcRect/>
                      <a:stretch>
                        <a:fillRect/>
                      </a:stretch>
                    </p:blipFill>
                    <p:spPr bwMode="auto">
                      <a:xfrm>
                        <a:off x="3147544" y="4247883"/>
                        <a:ext cx="1956564" cy="788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23727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graphicFrame>
        <p:nvGraphicFramePr>
          <p:cNvPr id="15" name="Object 5"/>
          <p:cNvGraphicFramePr>
            <a:graphicFrameLocks noChangeAspect="1"/>
          </p:cNvGraphicFramePr>
          <p:nvPr>
            <p:extLst>
              <p:ext uri="{D42A27DB-BD31-4B8C-83A1-F6EECF244321}">
                <p14:modId xmlns:p14="http://schemas.microsoft.com/office/powerpoint/2010/main" val="648476882"/>
              </p:ext>
            </p:extLst>
          </p:nvPr>
        </p:nvGraphicFramePr>
        <p:xfrm>
          <a:off x="746760" y="848360"/>
          <a:ext cx="1844040" cy="530860"/>
        </p:xfrm>
        <a:graphic>
          <a:graphicData uri="http://schemas.openxmlformats.org/presentationml/2006/ole">
            <mc:AlternateContent xmlns:mc="http://schemas.openxmlformats.org/markup-compatibility/2006">
              <mc:Choice xmlns:v="urn:schemas-microsoft-com:vml" Requires="v">
                <p:oleObj name="Equation" r:id="rId4" imgW="838200" imgH="241300" progId="Equation.DSMT4">
                  <p:embed/>
                </p:oleObj>
              </mc:Choice>
              <mc:Fallback>
                <p:oleObj name="Equation" r:id="rId4" imgW="838200" imgH="241300" progId="Equation.DSMT4">
                  <p:embed/>
                  <p:pic>
                    <p:nvPicPr>
                      <p:cNvPr id="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760" y="848360"/>
                        <a:ext cx="1844040" cy="530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6"/>
          <p:cNvGraphicFramePr>
            <a:graphicFrameLocks noChangeAspect="1"/>
          </p:cNvGraphicFramePr>
          <p:nvPr>
            <p:extLst>
              <p:ext uri="{D42A27DB-BD31-4B8C-83A1-F6EECF244321}">
                <p14:modId xmlns:p14="http://schemas.microsoft.com/office/powerpoint/2010/main" val="446527348"/>
              </p:ext>
            </p:extLst>
          </p:nvPr>
        </p:nvGraphicFramePr>
        <p:xfrm>
          <a:off x="3657600" y="1447800"/>
          <a:ext cx="4241800" cy="530225"/>
        </p:xfrm>
        <a:graphic>
          <a:graphicData uri="http://schemas.openxmlformats.org/presentationml/2006/ole">
            <mc:AlternateContent xmlns:mc="http://schemas.openxmlformats.org/markup-compatibility/2006">
              <mc:Choice xmlns:v="urn:schemas-microsoft-com:vml" Requires="v">
                <p:oleObj name="Equation" r:id="rId6" imgW="1930320" imgH="241200" progId="Equation.DSMT4">
                  <p:embed/>
                </p:oleObj>
              </mc:Choice>
              <mc:Fallback>
                <p:oleObj name="Equation" r:id="rId6" imgW="1930320" imgH="241200" progId="Equation.DSMT4">
                  <p:embed/>
                  <p:pic>
                    <p:nvPicPr>
                      <p:cNvPr id="10" name="Object 6"/>
                      <p:cNvPicPr>
                        <a:picLocks noChangeAspect="1" noChangeArrowheads="1"/>
                      </p:cNvPicPr>
                      <p:nvPr/>
                    </p:nvPicPr>
                    <p:blipFill>
                      <a:blip r:embed="rId7"/>
                      <a:srcRect/>
                      <a:stretch>
                        <a:fillRect/>
                      </a:stretch>
                    </p:blipFill>
                    <p:spPr bwMode="auto">
                      <a:xfrm>
                        <a:off x="3657600" y="1447800"/>
                        <a:ext cx="4241800"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6"/>
          <p:cNvGraphicFramePr>
            <a:graphicFrameLocks noChangeAspect="1"/>
          </p:cNvGraphicFramePr>
          <p:nvPr>
            <p:extLst>
              <p:ext uri="{D42A27DB-BD31-4B8C-83A1-F6EECF244321}">
                <p14:modId xmlns:p14="http://schemas.microsoft.com/office/powerpoint/2010/main" val="566572923"/>
              </p:ext>
            </p:extLst>
          </p:nvPr>
        </p:nvGraphicFramePr>
        <p:xfrm>
          <a:off x="3684588" y="838200"/>
          <a:ext cx="1925637" cy="530225"/>
        </p:xfrm>
        <a:graphic>
          <a:graphicData uri="http://schemas.openxmlformats.org/presentationml/2006/ole">
            <mc:AlternateContent xmlns:mc="http://schemas.openxmlformats.org/markup-compatibility/2006">
              <mc:Choice xmlns:v="urn:schemas-microsoft-com:vml" Requires="v">
                <p:oleObj name="Equation" r:id="rId8" imgW="876240" imgH="241200" progId="Equation.DSMT4">
                  <p:embed/>
                </p:oleObj>
              </mc:Choice>
              <mc:Fallback>
                <p:oleObj name="Equation" r:id="rId8" imgW="876240" imgH="241200" progId="Equation.DSMT4">
                  <p:embed/>
                  <p:pic>
                    <p:nvPicPr>
                      <p:cNvPr id="11" name="Object 6"/>
                      <p:cNvPicPr>
                        <a:picLocks noChangeAspect="1" noChangeArrowheads="1"/>
                      </p:cNvPicPr>
                      <p:nvPr/>
                    </p:nvPicPr>
                    <p:blipFill>
                      <a:blip r:embed="rId9"/>
                      <a:srcRect/>
                      <a:stretch>
                        <a:fillRect/>
                      </a:stretch>
                    </p:blipFill>
                    <p:spPr bwMode="auto">
                      <a:xfrm>
                        <a:off x="3684588" y="838200"/>
                        <a:ext cx="1925637" cy="53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8" name="图片 17" descr="F:\dsp\dsp2018-2019-1双语\讨论\答疑\W.jpg"/>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2764784" y="2723205"/>
            <a:ext cx="3721608" cy="3419856"/>
          </a:xfrm>
          <a:prstGeom prst="rect">
            <a:avLst/>
          </a:prstGeom>
          <a:noFill/>
          <a:ln>
            <a:noFill/>
          </a:ln>
        </p:spPr>
      </p:pic>
      <p:graphicFrame>
        <p:nvGraphicFramePr>
          <p:cNvPr id="19" name="Object 4"/>
          <p:cNvGraphicFramePr>
            <a:graphicFrameLocks noChangeAspect="1"/>
          </p:cNvGraphicFramePr>
          <p:nvPr>
            <p:extLst>
              <p:ext uri="{D42A27DB-BD31-4B8C-83A1-F6EECF244321}">
                <p14:modId xmlns:p14="http://schemas.microsoft.com/office/powerpoint/2010/main" val="1514809366"/>
              </p:ext>
            </p:extLst>
          </p:nvPr>
        </p:nvGraphicFramePr>
        <p:xfrm>
          <a:off x="3488931" y="6126163"/>
          <a:ext cx="2286000" cy="579437"/>
        </p:xfrm>
        <a:graphic>
          <a:graphicData uri="http://schemas.openxmlformats.org/presentationml/2006/ole">
            <mc:AlternateContent xmlns:mc="http://schemas.openxmlformats.org/markup-compatibility/2006">
              <mc:Choice xmlns:v="urn:schemas-microsoft-com:vml" Requires="v">
                <p:oleObj name="Equation" r:id="rId11" imgW="952200" imgH="241200" progId="Equation.DSMT4">
                  <p:embed/>
                </p:oleObj>
              </mc:Choice>
              <mc:Fallback>
                <p:oleObj name="Equation" r:id="rId11" imgW="952200" imgH="241200" progId="Equation.DSMT4">
                  <p:embed/>
                  <p:pic>
                    <p:nvPicPr>
                      <p:cNvPr id="6" name="Object 4"/>
                      <p:cNvPicPr>
                        <a:picLocks noChangeAspect="1" noChangeArrowheads="1"/>
                      </p:cNvPicPr>
                      <p:nvPr/>
                    </p:nvPicPr>
                    <p:blipFill>
                      <a:blip r:embed="rId12"/>
                      <a:srcRect/>
                      <a:stretch>
                        <a:fillRect/>
                      </a:stretch>
                    </p:blipFill>
                    <p:spPr bwMode="auto">
                      <a:xfrm>
                        <a:off x="3488931" y="6126163"/>
                        <a:ext cx="2286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4"/>
          <p:cNvGraphicFramePr>
            <a:graphicFrameLocks noChangeAspect="1"/>
          </p:cNvGraphicFramePr>
          <p:nvPr>
            <p:extLst>
              <p:ext uri="{D42A27DB-BD31-4B8C-83A1-F6EECF244321}">
                <p14:modId xmlns:p14="http://schemas.microsoft.com/office/powerpoint/2010/main" val="716772346"/>
              </p:ext>
            </p:extLst>
          </p:nvPr>
        </p:nvGraphicFramePr>
        <p:xfrm>
          <a:off x="6620671" y="4274117"/>
          <a:ext cx="1701800" cy="482600"/>
        </p:xfrm>
        <a:graphic>
          <a:graphicData uri="http://schemas.openxmlformats.org/presentationml/2006/ole">
            <mc:AlternateContent xmlns:mc="http://schemas.openxmlformats.org/markup-compatibility/2006">
              <mc:Choice xmlns:v="urn:schemas-microsoft-com:vml" Requires="v">
                <p:oleObj name="Equation" r:id="rId13" imgW="850680" imgH="241200" progId="Equation.DSMT4">
                  <p:embed/>
                </p:oleObj>
              </mc:Choice>
              <mc:Fallback>
                <p:oleObj name="Equation" r:id="rId13" imgW="850680" imgH="241200" progId="Equation.DSMT4">
                  <p:embed/>
                  <p:pic>
                    <p:nvPicPr>
                      <p:cNvPr id="7" name="Object 4"/>
                      <p:cNvPicPr>
                        <a:picLocks noChangeAspect="1" noChangeArrowheads="1"/>
                      </p:cNvPicPr>
                      <p:nvPr/>
                    </p:nvPicPr>
                    <p:blipFill>
                      <a:blip r:embed="rId14"/>
                      <a:srcRect/>
                      <a:stretch>
                        <a:fillRect/>
                      </a:stretch>
                    </p:blipFill>
                    <p:spPr bwMode="auto">
                      <a:xfrm>
                        <a:off x="6620671" y="4274117"/>
                        <a:ext cx="170180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4"/>
          <p:cNvGraphicFramePr>
            <a:graphicFrameLocks noChangeAspect="1"/>
          </p:cNvGraphicFramePr>
          <p:nvPr>
            <p:extLst>
              <p:ext uri="{D42A27DB-BD31-4B8C-83A1-F6EECF244321}">
                <p14:modId xmlns:p14="http://schemas.microsoft.com/office/powerpoint/2010/main" val="1209303444"/>
              </p:ext>
            </p:extLst>
          </p:nvPr>
        </p:nvGraphicFramePr>
        <p:xfrm>
          <a:off x="401455" y="4211146"/>
          <a:ext cx="2286000" cy="579437"/>
        </p:xfrm>
        <a:graphic>
          <a:graphicData uri="http://schemas.openxmlformats.org/presentationml/2006/ole">
            <mc:AlternateContent xmlns:mc="http://schemas.openxmlformats.org/markup-compatibility/2006">
              <mc:Choice xmlns:v="urn:schemas-microsoft-com:vml" Requires="v">
                <p:oleObj name="Equation" r:id="rId15" imgW="952200" imgH="241200" progId="Equation.DSMT4">
                  <p:embed/>
                </p:oleObj>
              </mc:Choice>
              <mc:Fallback>
                <p:oleObj name="Equation" r:id="rId15" imgW="952200" imgH="241200" progId="Equation.DSMT4">
                  <p:embed/>
                  <p:pic>
                    <p:nvPicPr>
                      <p:cNvPr id="8" name="Object 4"/>
                      <p:cNvPicPr>
                        <a:picLocks noChangeAspect="1" noChangeArrowheads="1"/>
                      </p:cNvPicPr>
                      <p:nvPr/>
                    </p:nvPicPr>
                    <p:blipFill>
                      <a:blip r:embed="rId16"/>
                      <a:srcRect/>
                      <a:stretch>
                        <a:fillRect/>
                      </a:stretch>
                    </p:blipFill>
                    <p:spPr bwMode="auto">
                      <a:xfrm>
                        <a:off x="401455" y="4211146"/>
                        <a:ext cx="22860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4"/>
          <p:cNvGraphicFramePr>
            <a:graphicFrameLocks noChangeAspect="1"/>
          </p:cNvGraphicFramePr>
          <p:nvPr>
            <p:extLst>
              <p:ext uri="{D42A27DB-BD31-4B8C-83A1-F6EECF244321}">
                <p14:modId xmlns:p14="http://schemas.microsoft.com/office/powerpoint/2010/main" val="3576130209"/>
              </p:ext>
            </p:extLst>
          </p:nvPr>
        </p:nvGraphicFramePr>
        <p:xfrm>
          <a:off x="3691603" y="2163235"/>
          <a:ext cx="2073275" cy="579438"/>
        </p:xfrm>
        <a:graphic>
          <a:graphicData uri="http://schemas.openxmlformats.org/presentationml/2006/ole">
            <mc:AlternateContent xmlns:mc="http://schemas.openxmlformats.org/markup-compatibility/2006">
              <mc:Choice xmlns:v="urn:schemas-microsoft-com:vml" Requires="v">
                <p:oleObj name="Equation" r:id="rId17" imgW="863280" imgH="241200" progId="Equation.DSMT4">
                  <p:embed/>
                </p:oleObj>
              </mc:Choice>
              <mc:Fallback>
                <p:oleObj name="Equation" r:id="rId17" imgW="863280" imgH="241200" progId="Equation.DSMT4">
                  <p:embed/>
                  <p:pic>
                    <p:nvPicPr>
                      <p:cNvPr id="12" name="Object 4"/>
                      <p:cNvPicPr>
                        <a:picLocks noChangeAspect="1" noChangeArrowheads="1"/>
                      </p:cNvPicPr>
                      <p:nvPr/>
                    </p:nvPicPr>
                    <p:blipFill>
                      <a:blip r:embed="rId18"/>
                      <a:srcRect/>
                      <a:stretch>
                        <a:fillRect/>
                      </a:stretch>
                    </p:blipFill>
                    <p:spPr bwMode="auto">
                      <a:xfrm>
                        <a:off x="3691603" y="2163235"/>
                        <a:ext cx="20732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10572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52732F5F-7F7B-48DD-83BD-AB9A93DC546B}"/>
              </a:ext>
            </a:extLst>
          </p:cNvPr>
          <p:cNvSpPr>
            <a:spLocks noGrp="1" noChangeArrowheads="1"/>
          </p:cNvSpPr>
          <p:nvPr>
            <p:ph type="title"/>
          </p:nvPr>
        </p:nvSpPr>
        <p:spPr>
          <a:xfrm>
            <a:off x="4984947" y="927519"/>
            <a:ext cx="2046287" cy="608013"/>
          </a:xfrm>
        </p:spPr>
        <p:txBody>
          <a:bodyPr/>
          <a:lstStyle/>
          <a:p>
            <a:pPr eaLnBrk="1" hangingPunct="1"/>
            <a:r>
              <a:rPr lang="zh-CN" altLang="en-US" sz="3000" b="1" i="0" dirty="0">
                <a:solidFill>
                  <a:srgbClr val="FF0000"/>
                </a:solidFill>
              </a:rPr>
              <a:t>算法推导</a:t>
            </a:r>
          </a:p>
        </p:txBody>
      </p:sp>
      <p:sp>
        <p:nvSpPr>
          <p:cNvPr id="55299" name="Rectangle 3">
            <a:extLst>
              <a:ext uri="{FF2B5EF4-FFF2-40B4-BE49-F238E27FC236}">
                <a16:creationId xmlns:a16="http://schemas.microsoft.com/office/drawing/2014/main" id="{22CE7A2F-1B61-4ECA-ABDC-5F5992CB4E40}"/>
              </a:ext>
            </a:extLst>
          </p:cNvPr>
          <p:cNvSpPr>
            <a:spLocks noGrp="1" noChangeArrowheads="1"/>
          </p:cNvSpPr>
          <p:nvPr>
            <p:ph type="body" idx="1"/>
          </p:nvPr>
        </p:nvSpPr>
        <p:spPr>
          <a:xfrm>
            <a:off x="914400" y="1676400"/>
            <a:ext cx="5255815" cy="608013"/>
          </a:xfrm>
        </p:spPr>
        <p:txBody>
          <a:bodyPr/>
          <a:lstStyle/>
          <a:p>
            <a:pPr eaLnBrk="1" hangingPunct="1">
              <a:buFontTx/>
              <a:buNone/>
            </a:pPr>
            <a:r>
              <a:rPr lang="zh-CN" altLang="en-US" sz="2800" b="1" dirty="0">
                <a:latin typeface="+mj-lt"/>
              </a:rPr>
              <a:t>设序列点数 </a:t>
            </a:r>
            <a:r>
              <a:rPr lang="en-US" altLang="zh-CN" sz="2800" b="1" i="1" dirty="0">
                <a:latin typeface="+mj-lt"/>
              </a:rPr>
              <a:t>N</a:t>
            </a:r>
            <a:r>
              <a:rPr lang="en-US" altLang="zh-CN" sz="2800" b="1" dirty="0">
                <a:latin typeface="+mj-lt"/>
              </a:rPr>
              <a:t> = 2</a:t>
            </a:r>
            <a:r>
              <a:rPr lang="en-US" altLang="zh-CN" sz="2800" b="1" i="1" baseline="30000" dirty="0">
                <a:latin typeface="+mj-lt"/>
              </a:rPr>
              <a:t>M</a:t>
            </a:r>
            <a:r>
              <a:rPr lang="en-US" altLang="zh-CN" sz="2800" b="1" dirty="0">
                <a:latin typeface="+mj-lt"/>
              </a:rPr>
              <a:t>，</a:t>
            </a:r>
            <a:r>
              <a:rPr lang="en-US" altLang="zh-CN" sz="2800" b="1" i="1" dirty="0">
                <a:latin typeface="+mj-lt"/>
              </a:rPr>
              <a:t>M</a:t>
            </a:r>
            <a:r>
              <a:rPr lang="zh-CN" altLang="en-US" sz="2800" b="1" dirty="0">
                <a:latin typeface="+mj-lt"/>
              </a:rPr>
              <a:t>为整数。</a:t>
            </a:r>
            <a:endParaRPr lang="zh-CN" altLang="en-US" sz="2800" dirty="0"/>
          </a:p>
        </p:txBody>
      </p:sp>
      <p:sp>
        <p:nvSpPr>
          <p:cNvPr id="3" name="矩形 2"/>
          <p:cNvSpPr/>
          <p:nvPr/>
        </p:nvSpPr>
        <p:spPr>
          <a:xfrm>
            <a:off x="916385" y="959703"/>
            <a:ext cx="4099199"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0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基二按时间抽取的</a:t>
            </a:r>
            <a:r>
              <a:rPr kumimoji="1" lang="en-US" altLang="zh-CN" sz="30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FFT</a:t>
            </a:r>
            <a:r>
              <a:rPr kumimoji="1" lang="zh-CN" altLang="en-US" sz="30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 </a:t>
            </a:r>
            <a:endParaRPr kumimoji="0" lang="zh-CN" altLang="en-US" sz="30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5" name="矩形 4"/>
          <p:cNvSpPr/>
          <p:nvPr/>
        </p:nvSpPr>
        <p:spPr>
          <a:xfrm>
            <a:off x="914400" y="2971800"/>
            <a:ext cx="7804634" cy="523220"/>
          </a:xfrm>
          <a:prstGeom prst="rect">
            <a:avLst/>
          </a:prstGeom>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将</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按 </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 </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的奇偶分为两组</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endParaRPr kumimoji="1" lang="zh-CN" altLang="en-US" sz="2800" b="1" i="1" u="none" strike="noStrike" kern="1200" cap="none" spc="0" normalizeH="0" baseline="30000" noProof="0" dirty="0">
              <a:ln>
                <a:noFill/>
              </a:ln>
              <a:solidFill>
                <a:srgbClr val="000000"/>
              </a:solidFill>
              <a:effectLst/>
              <a:uLnTx/>
              <a:uFillTx/>
              <a:latin typeface="Times New Roman"/>
              <a:ea typeface="宋体" panose="02010600030101010101" pitchFamily="2" charset="-122"/>
              <a:cs typeface="+mn-cs"/>
            </a:endParaRPr>
          </a:p>
        </p:txBody>
      </p:sp>
      <p:graphicFrame>
        <p:nvGraphicFramePr>
          <p:cNvPr id="10" name="Object 6"/>
          <p:cNvGraphicFramePr>
            <a:graphicFrameLocks noChangeAspect="1"/>
          </p:cNvGraphicFramePr>
          <p:nvPr/>
        </p:nvGraphicFramePr>
        <p:xfrm>
          <a:off x="3452813" y="3667125"/>
          <a:ext cx="4468812" cy="904875"/>
        </p:xfrm>
        <a:graphic>
          <a:graphicData uri="http://schemas.openxmlformats.org/presentationml/2006/ole">
            <mc:AlternateContent xmlns:mc="http://schemas.openxmlformats.org/markup-compatibility/2006">
              <mc:Choice xmlns:v="urn:schemas-microsoft-com:vml" Requires="v">
                <p:oleObj name="Equation" r:id="rId2" imgW="1942920" imgH="393480" progId="Equation.DSMT4">
                  <p:embed/>
                </p:oleObj>
              </mc:Choice>
              <mc:Fallback>
                <p:oleObj name="Equation" r:id="rId2" imgW="1942920" imgH="393480" progId="Equation.DSMT4">
                  <p:embed/>
                  <p:pic>
                    <p:nvPicPr>
                      <p:cNvPr id="10" name="Object 6"/>
                      <p:cNvPicPr>
                        <a:picLocks noChangeAspect="1" noChangeArrowheads="1"/>
                      </p:cNvPicPr>
                      <p:nvPr/>
                    </p:nvPicPr>
                    <p:blipFill>
                      <a:blip r:embed="rId3"/>
                      <a:srcRect/>
                      <a:stretch>
                        <a:fillRect/>
                      </a:stretch>
                    </p:blipFill>
                    <p:spPr bwMode="auto">
                      <a:xfrm>
                        <a:off x="3452813" y="3667125"/>
                        <a:ext cx="446881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
          <p:cNvGraphicFramePr>
            <a:graphicFrameLocks noChangeAspect="1"/>
          </p:cNvGraphicFramePr>
          <p:nvPr/>
        </p:nvGraphicFramePr>
        <p:xfrm>
          <a:off x="3471863" y="4648200"/>
          <a:ext cx="4908550" cy="904875"/>
        </p:xfrm>
        <a:graphic>
          <a:graphicData uri="http://schemas.openxmlformats.org/presentationml/2006/ole">
            <mc:AlternateContent xmlns:mc="http://schemas.openxmlformats.org/markup-compatibility/2006">
              <mc:Choice xmlns:v="urn:schemas-microsoft-com:vml" Requires="v">
                <p:oleObj name="Equation" r:id="rId4" imgW="2133360" imgH="393480" progId="Equation.DSMT4">
                  <p:embed/>
                </p:oleObj>
              </mc:Choice>
              <mc:Fallback>
                <p:oleObj name="Equation" r:id="rId4" imgW="2133360" imgH="393480" progId="Equation.DSMT4">
                  <p:embed/>
                  <p:pic>
                    <p:nvPicPr>
                      <p:cNvPr id="11" name="Object 6"/>
                      <p:cNvPicPr>
                        <a:picLocks noChangeAspect="1" noChangeArrowheads="1"/>
                      </p:cNvPicPr>
                      <p:nvPr/>
                    </p:nvPicPr>
                    <p:blipFill>
                      <a:blip r:embed="rId5"/>
                      <a:srcRect/>
                      <a:stretch>
                        <a:fillRect/>
                      </a:stretch>
                    </p:blipFill>
                    <p:spPr bwMode="auto">
                      <a:xfrm>
                        <a:off x="3471863" y="4648200"/>
                        <a:ext cx="490855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7"/>
          <p:cNvSpPr/>
          <p:nvPr/>
        </p:nvSpPr>
        <p:spPr>
          <a:xfrm>
            <a:off x="967224" y="3860999"/>
            <a:ext cx="234872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一组为偶数项</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2" name="矩形 11"/>
          <p:cNvSpPr/>
          <p:nvPr/>
        </p:nvSpPr>
        <p:spPr>
          <a:xfrm>
            <a:off x="967224" y="4853186"/>
            <a:ext cx="2408032"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一组为奇数项</a:t>
            </a:r>
            <a:r>
              <a:rPr kumimoji="1" lang="zh-CN" altLang="en-US" sz="2800" b="1" i="1" u="none" strike="noStrike" kern="1200" cap="none" spc="0" normalizeH="0" baseline="30000" noProof="0" dirty="0">
                <a:ln>
                  <a:noFill/>
                </a:ln>
                <a:solidFill>
                  <a:srgbClr val="000000"/>
                </a:solidFill>
                <a:effectLst/>
                <a:uLnTx/>
                <a:uFillTx/>
                <a:latin typeface="Times New Roman"/>
                <a:ea typeface="宋体" panose="02010600030101010101" pitchFamily="2" charset="-122"/>
                <a:cs typeface="+mn-cs"/>
              </a:rPr>
              <a:t> </a:t>
            </a:r>
          </a:p>
        </p:txBody>
      </p:sp>
      <p:sp>
        <p:nvSpPr>
          <p:cNvPr id="17" name="矩形 16"/>
          <p:cNvSpPr/>
          <p:nvPr/>
        </p:nvSpPr>
        <p:spPr>
          <a:xfrm>
            <a:off x="913613" y="2197700"/>
            <a:ext cx="7848601"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a:ea typeface="宋体" charset="-122"/>
                <a:cs typeface="+mn-cs"/>
              </a:rPr>
              <a:t>若不满足这个条件，可以补</a:t>
            </a:r>
            <a:r>
              <a:rPr kumimoji="0" lang="en-US" altLang="zh-CN" sz="2800" b="1" i="0" u="none" strike="noStrike" kern="1200" cap="none" spc="0" normalizeH="0" baseline="0" noProof="0" dirty="0">
                <a:ln>
                  <a:noFill/>
                </a:ln>
                <a:solidFill>
                  <a:srgbClr val="000000"/>
                </a:solidFill>
                <a:effectLst/>
                <a:uLnTx/>
                <a:uFillTx/>
                <a:latin typeface="Times New Roman"/>
                <a:ea typeface="宋体" charset="-122"/>
                <a:cs typeface="+mn-cs"/>
              </a:rPr>
              <a:t>0</a:t>
            </a:r>
            <a:r>
              <a:rPr kumimoji="0" lang="zh-CN" altLang="en-US" sz="2800" b="1" i="0" u="none" strike="noStrike" kern="1200" cap="none" spc="0" normalizeH="0" baseline="0" noProof="0" dirty="0">
                <a:ln>
                  <a:noFill/>
                </a:ln>
                <a:solidFill>
                  <a:srgbClr val="000000"/>
                </a:solidFill>
                <a:effectLst/>
                <a:uLnTx/>
                <a:uFillTx/>
                <a:latin typeface="Times New Roman"/>
                <a:ea typeface="宋体" charset="-122"/>
                <a:cs typeface="+mn-cs"/>
              </a:rPr>
              <a:t>以满足该条件。</a:t>
            </a:r>
          </a:p>
        </p:txBody>
      </p:sp>
      <p:sp>
        <p:nvSpPr>
          <p:cNvPr id="13"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42101404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p:cNvGraphicFramePr>
            <a:graphicFrameLocks noChangeAspect="1"/>
          </p:cNvGraphicFramePr>
          <p:nvPr/>
        </p:nvGraphicFramePr>
        <p:xfrm>
          <a:off x="166688" y="876300"/>
          <a:ext cx="7651750" cy="1333500"/>
        </p:xfrm>
        <a:graphic>
          <a:graphicData uri="http://schemas.openxmlformats.org/presentationml/2006/ole">
            <mc:AlternateContent xmlns:mc="http://schemas.openxmlformats.org/markup-compatibility/2006">
              <mc:Choice xmlns:v="urn:schemas-microsoft-com:vml" Requires="v">
                <p:oleObj name="Equation" r:id="rId2" imgW="3060360" imgH="533160" progId="Equation.DSMT4">
                  <p:embed/>
                </p:oleObj>
              </mc:Choice>
              <mc:Fallback>
                <p:oleObj name="Equation" r:id="rId2" imgW="3060360" imgH="533160" progId="Equation.DSMT4">
                  <p:embed/>
                  <p:pic>
                    <p:nvPicPr>
                      <p:cNvPr id="6" name="Object 6"/>
                      <p:cNvPicPr>
                        <a:picLocks noChangeAspect="1" noChangeArrowheads="1"/>
                      </p:cNvPicPr>
                      <p:nvPr/>
                    </p:nvPicPr>
                    <p:blipFill>
                      <a:blip r:embed="rId3"/>
                      <a:srcRect/>
                      <a:stretch>
                        <a:fillRect/>
                      </a:stretch>
                    </p:blipFill>
                    <p:spPr bwMode="auto">
                      <a:xfrm>
                        <a:off x="166688" y="876300"/>
                        <a:ext cx="76517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8"/>
          <p:cNvGraphicFramePr>
            <a:graphicFrameLocks noChangeAspect="1"/>
          </p:cNvGraphicFramePr>
          <p:nvPr/>
        </p:nvGraphicFramePr>
        <p:xfrm>
          <a:off x="7080250" y="4079445"/>
          <a:ext cx="1985417" cy="408763"/>
        </p:xfrm>
        <a:graphic>
          <a:graphicData uri="http://schemas.openxmlformats.org/presentationml/2006/ole">
            <mc:AlternateContent xmlns:mc="http://schemas.openxmlformats.org/markup-compatibility/2006">
              <mc:Choice xmlns:v="urn:schemas-microsoft-com:vml" Requires="v">
                <p:oleObj name="Equation" r:id="rId4" imgW="863225" imgH="177723" progId="Equation.DSMT4">
                  <p:embed/>
                </p:oleObj>
              </mc:Choice>
              <mc:Fallback>
                <p:oleObj name="Equation" r:id="rId4" imgW="863225" imgH="177723" progId="Equation.DSMT4">
                  <p:embed/>
                  <p:pic>
                    <p:nvPicPr>
                      <p:cNvPr id="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0250" y="4079445"/>
                        <a:ext cx="1985417" cy="40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6"/>
          <p:cNvGraphicFramePr>
            <a:graphicFrameLocks noChangeAspect="1"/>
          </p:cNvGraphicFramePr>
          <p:nvPr/>
        </p:nvGraphicFramePr>
        <p:xfrm>
          <a:off x="952500" y="2311400"/>
          <a:ext cx="6127750" cy="1174750"/>
        </p:xfrm>
        <a:graphic>
          <a:graphicData uri="http://schemas.openxmlformats.org/presentationml/2006/ole">
            <mc:AlternateContent xmlns:mc="http://schemas.openxmlformats.org/markup-compatibility/2006">
              <mc:Choice xmlns:v="urn:schemas-microsoft-com:vml" Requires="v">
                <p:oleObj name="Equation" r:id="rId6" imgW="2450880" imgH="469800" progId="Equation.DSMT4">
                  <p:embed/>
                </p:oleObj>
              </mc:Choice>
              <mc:Fallback>
                <p:oleObj name="Equation" r:id="rId6" imgW="2450880" imgH="469800" progId="Equation.DSMT4">
                  <p:embed/>
                  <p:pic>
                    <p:nvPicPr>
                      <p:cNvPr id="9" name="Object 6"/>
                      <p:cNvPicPr>
                        <a:picLocks noChangeAspect="1" noChangeArrowheads="1"/>
                      </p:cNvPicPr>
                      <p:nvPr/>
                    </p:nvPicPr>
                    <p:blipFill>
                      <a:blip r:embed="rId7"/>
                      <a:srcRect/>
                      <a:stretch>
                        <a:fillRect/>
                      </a:stretch>
                    </p:blipFill>
                    <p:spPr bwMode="auto">
                      <a:xfrm>
                        <a:off x="952500" y="2311400"/>
                        <a:ext cx="6127750"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6"/>
          <p:cNvGraphicFramePr>
            <a:graphicFrameLocks noChangeAspect="1"/>
          </p:cNvGraphicFramePr>
          <p:nvPr/>
        </p:nvGraphicFramePr>
        <p:xfrm>
          <a:off x="928688" y="3683000"/>
          <a:ext cx="5776912" cy="1174750"/>
        </p:xfrm>
        <a:graphic>
          <a:graphicData uri="http://schemas.openxmlformats.org/presentationml/2006/ole">
            <mc:AlternateContent xmlns:mc="http://schemas.openxmlformats.org/markup-compatibility/2006">
              <mc:Choice xmlns:v="urn:schemas-microsoft-com:vml" Requires="v">
                <p:oleObj name="Equation" r:id="rId8" imgW="2311200" imgH="469800" progId="Equation.DSMT4">
                  <p:embed/>
                </p:oleObj>
              </mc:Choice>
              <mc:Fallback>
                <p:oleObj name="Equation" r:id="rId8" imgW="2311200" imgH="469800" progId="Equation.DSMT4">
                  <p:embed/>
                  <p:pic>
                    <p:nvPicPr>
                      <p:cNvPr id="10" name="Object 6"/>
                      <p:cNvPicPr>
                        <a:picLocks noChangeAspect="1" noChangeArrowheads="1"/>
                      </p:cNvPicPr>
                      <p:nvPr/>
                    </p:nvPicPr>
                    <p:blipFill>
                      <a:blip r:embed="rId9"/>
                      <a:srcRect/>
                      <a:stretch>
                        <a:fillRect/>
                      </a:stretch>
                    </p:blipFill>
                    <p:spPr bwMode="auto">
                      <a:xfrm>
                        <a:off x="928688" y="3683000"/>
                        <a:ext cx="5776912"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Line 5"/>
          <p:cNvSpPr>
            <a:spLocks noChangeShapeType="1"/>
          </p:cNvSpPr>
          <p:nvPr/>
        </p:nvSpPr>
        <p:spPr bwMode="auto">
          <a:xfrm>
            <a:off x="1905000" y="5107123"/>
            <a:ext cx="0" cy="552450"/>
          </a:xfrm>
          <a:prstGeom prst="line">
            <a:avLst/>
          </a:prstGeom>
          <a:noFill/>
          <a:ln w="41275">
            <a:solidFill>
              <a:srgbClr val="0000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4" name="Line 5"/>
          <p:cNvSpPr>
            <a:spLocks noChangeShapeType="1"/>
          </p:cNvSpPr>
          <p:nvPr/>
        </p:nvSpPr>
        <p:spPr bwMode="auto">
          <a:xfrm>
            <a:off x="5257800" y="5083309"/>
            <a:ext cx="0" cy="552450"/>
          </a:xfrm>
          <a:prstGeom prst="line">
            <a:avLst/>
          </a:prstGeom>
          <a:noFill/>
          <a:ln w="41275">
            <a:solidFill>
              <a:srgbClr val="0000CC"/>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5" name="Line 12"/>
          <p:cNvSpPr>
            <a:spLocks noChangeShapeType="1"/>
          </p:cNvSpPr>
          <p:nvPr/>
        </p:nvSpPr>
        <p:spPr bwMode="auto">
          <a:xfrm>
            <a:off x="1219200" y="4991234"/>
            <a:ext cx="1981200" cy="0"/>
          </a:xfrm>
          <a:prstGeom prst="line">
            <a:avLst/>
          </a:prstGeom>
          <a:noFill/>
          <a:ln w="25400">
            <a:solidFill>
              <a:srgbClr val="0000CC"/>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6" name="Line 13"/>
          <p:cNvSpPr>
            <a:spLocks noChangeShapeType="1"/>
          </p:cNvSpPr>
          <p:nvPr/>
        </p:nvSpPr>
        <p:spPr bwMode="auto">
          <a:xfrm flipV="1">
            <a:off x="4191000" y="4962658"/>
            <a:ext cx="2308226" cy="33338"/>
          </a:xfrm>
          <a:prstGeom prst="line">
            <a:avLst/>
          </a:prstGeom>
          <a:noFill/>
          <a:ln w="25400">
            <a:solidFill>
              <a:srgbClr val="0000CC"/>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graphicFrame>
        <p:nvGraphicFramePr>
          <p:cNvPr id="17" name="Object 8"/>
          <p:cNvGraphicFramePr>
            <a:graphicFrameLocks noChangeAspect="1"/>
          </p:cNvGraphicFramePr>
          <p:nvPr/>
        </p:nvGraphicFramePr>
        <p:xfrm>
          <a:off x="5867400" y="5490267"/>
          <a:ext cx="2043812" cy="934315"/>
        </p:xfrm>
        <a:graphic>
          <a:graphicData uri="http://schemas.openxmlformats.org/presentationml/2006/ole">
            <mc:AlternateContent xmlns:mc="http://schemas.openxmlformats.org/markup-compatibility/2006">
              <mc:Choice xmlns:v="urn:schemas-microsoft-com:vml" Requires="v">
                <p:oleObj name="Equation" r:id="rId10" imgW="888614" imgH="406224" progId="Equation.DSMT4">
                  <p:embed/>
                </p:oleObj>
              </mc:Choice>
              <mc:Fallback>
                <p:oleObj name="Equation" r:id="rId10" imgW="888614" imgH="406224" progId="Equation.DSMT4">
                  <p:embed/>
                  <p:pic>
                    <p:nvPicPr>
                      <p:cNvPr id="17"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67400" y="5490267"/>
                        <a:ext cx="2043812" cy="93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8"/>
          <p:cNvGraphicFramePr>
            <a:graphicFrameLocks noChangeAspect="1"/>
          </p:cNvGraphicFramePr>
          <p:nvPr/>
        </p:nvGraphicFramePr>
        <p:xfrm>
          <a:off x="2362200" y="5490267"/>
          <a:ext cx="2043812" cy="934315"/>
        </p:xfrm>
        <a:graphic>
          <a:graphicData uri="http://schemas.openxmlformats.org/presentationml/2006/ole">
            <mc:AlternateContent xmlns:mc="http://schemas.openxmlformats.org/markup-compatibility/2006">
              <mc:Choice xmlns:v="urn:schemas-microsoft-com:vml" Requires="v">
                <p:oleObj name="Equation" r:id="rId12" imgW="888614" imgH="406224" progId="Equation.DSMT4">
                  <p:embed/>
                </p:oleObj>
              </mc:Choice>
              <mc:Fallback>
                <p:oleObj name="Equation" r:id="rId12" imgW="888614" imgH="406224" progId="Equation.DSMT4">
                  <p:embed/>
                  <p:pic>
                    <p:nvPicPr>
                      <p:cNvPr id="18"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62200" y="5490267"/>
                        <a:ext cx="2043812" cy="93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2"/>
          <p:cNvGraphicFramePr>
            <a:graphicFrameLocks noChangeAspect="1"/>
          </p:cNvGraphicFramePr>
          <p:nvPr/>
        </p:nvGraphicFramePr>
        <p:xfrm>
          <a:off x="1511178" y="5740321"/>
          <a:ext cx="817236" cy="466992"/>
        </p:xfrm>
        <a:graphic>
          <a:graphicData uri="http://schemas.openxmlformats.org/presentationml/2006/ole">
            <mc:AlternateContent xmlns:mc="http://schemas.openxmlformats.org/markup-compatibility/2006">
              <mc:Choice xmlns:v="urn:schemas-microsoft-com:vml" Requires="v">
                <p:oleObj name="Equation" r:id="rId13" imgW="355320" imgH="203040" progId="Equation.DSMT4">
                  <p:embed/>
                </p:oleObj>
              </mc:Choice>
              <mc:Fallback>
                <p:oleObj name="Equation" r:id="rId13" imgW="355320" imgH="203040" progId="Equation.DSMT4">
                  <p:embed/>
                  <p:pic>
                    <p:nvPicPr>
                      <p:cNvPr id="19" name="Object 2"/>
                      <p:cNvPicPr>
                        <a:picLocks noChangeAspect="1" noChangeArrowheads="1"/>
                      </p:cNvPicPr>
                      <p:nvPr/>
                    </p:nvPicPr>
                    <p:blipFill>
                      <a:blip r:embed="rId14"/>
                      <a:srcRect/>
                      <a:stretch>
                        <a:fillRect/>
                      </a:stretch>
                    </p:blipFill>
                    <p:spPr bwMode="auto">
                      <a:xfrm>
                        <a:off x="1511178" y="5740321"/>
                        <a:ext cx="817236"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3"/>
          <p:cNvGraphicFramePr>
            <a:graphicFrameLocks noChangeAspect="1"/>
          </p:cNvGraphicFramePr>
          <p:nvPr/>
        </p:nvGraphicFramePr>
        <p:xfrm>
          <a:off x="4873622" y="5723930"/>
          <a:ext cx="905004" cy="466992"/>
        </p:xfrm>
        <a:graphic>
          <a:graphicData uri="http://schemas.openxmlformats.org/presentationml/2006/ole">
            <mc:AlternateContent xmlns:mc="http://schemas.openxmlformats.org/markup-compatibility/2006">
              <mc:Choice xmlns:v="urn:schemas-microsoft-com:vml" Requires="v">
                <p:oleObj name="Equation" r:id="rId15" imgW="393480" imgH="203040" progId="Equation.DSMT4">
                  <p:embed/>
                </p:oleObj>
              </mc:Choice>
              <mc:Fallback>
                <p:oleObj name="Equation" r:id="rId15" imgW="393480" imgH="203040" progId="Equation.DSMT4">
                  <p:embed/>
                  <p:pic>
                    <p:nvPicPr>
                      <p:cNvPr id="20" name="Object 3"/>
                      <p:cNvPicPr>
                        <a:picLocks noChangeAspect="1" noChangeArrowheads="1"/>
                      </p:cNvPicPr>
                      <p:nvPr/>
                    </p:nvPicPr>
                    <p:blipFill>
                      <a:blip r:embed="rId16"/>
                      <a:srcRect/>
                      <a:stretch>
                        <a:fillRect/>
                      </a:stretch>
                    </p:blipFill>
                    <p:spPr bwMode="auto">
                      <a:xfrm>
                        <a:off x="4873622" y="5723930"/>
                        <a:ext cx="905004" cy="46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8"/>
          <p:cNvGraphicFramePr>
            <a:graphicFrameLocks noChangeAspect="1"/>
          </p:cNvGraphicFramePr>
          <p:nvPr/>
        </p:nvGraphicFramePr>
        <p:xfrm>
          <a:off x="6876767" y="3205696"/>
          <a:ext cx="2195513" cy="576262"/>
        </p:xfrm>
        <a:graphic>
          <a:graphicData uri="http://schemas.openxmlformats.org/presentationml/2006/ole">
            <mc:AlternateContent xmlns:mc="http://schemas.openxmlformats.org/markup-compatibility/2006">
              <mc:Choice xmlns:v="urn:schemas-microsoft-com:vml" Requires="v">
                <p:oleObj name="Equation" r:id="rId17" imgW="774360" imgH="241200" progId="Equation.DSMT4">
                  <p:embed/>
                </p:oleObj>
              </mc:Choice>
              <mc:Fallback>
                <p:oleObj name="Equation" r:id="rId17" imgW="774360" imgH="241200" progId="Equation.DSMT4">
                  <p:embed/>
                  <p:pic>
                    <p:nvPicPr>
                      <p:cNvPr id="21" name="Object 8"/>
                      <p:cNvPicPr>
                        <a:picLocks noChangeAspect="1" noChangeArrowheads="1"/>
                      </p:cNvPicPr>
                      <p:nvPr/>
                    </p:nvPicPr>
                    <p:blipFill>
                      <a:blip r:embed="rId18"/>
                      <a:srcRect/>
                      <a:stretch>
                        <a:fillRect/>
                      </a:stretch>
                    </p:blipFill>
                    <p:spPr bwMode="auto">
                      <a:xfrm>
                        <a:off x="6876767" y="3205696"/>
                        <a:ext cx="2195513"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9"/>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0"/>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62011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nodeType="afterEffect">
                                  <p:stCondLst>
                                    <p:cond delay="0"/>
                                  </p:stCondLst>
                                  <p:childTnLst>
                                    <p:set>
                                      <p:cBhvr>
                                        <p:cTn id="27" dur="1" fill="hold">
                                          <p:stCondLst>
                                            <p:cond delay="0"/>
                                          </p:stCondLst>
                                        </p:cTn>
                                        <p:tgtEl>
                                          <p:spTgt spid="1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20"/>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6"/>
          <p:cNvGraphicFramePr>
            <a:graphicFrameLocks noChangeAspect="1"/>
          </p:cNvGraphicFramePr>
          <p:nvPr/>
        </p:nvGraphicFramePr>
        <p:xfrm>
          <a:off x="866775" y="1206500"/>
          <a:ext cx="4064000" cy="603250"/>
        </p:xfrm>
        <a:graphic>
          <a:graphicData uri="http://schemas.openxmlformats.org/presentationml/2006/ole">
            <mc:AlternateContent xmlns:mc="http://schemas.openxmlformats.org/markup-compatibility/2006">
              <mc:Choice xmlns:v="urn:schemas-microsoft-com:vml" Requires="v">
                <p:oleObj name="Equation" r:id="rId2" imgW="1625400" imgH="241200" progId="Equation.DSMT4">
                  <p:embed/>
                </p:oleObj>
              </mc:Choice>
              <mc:Fallback>
                <p:oleObj name="Equation" r:id="rId2" imgW="1625400" imgH="241200" progId="Equation.DSMT4">
                  <p:embed/>
                  <p:pic>
                    <p:nvPicPr>
                      <p:cNvPr id="6" name="Object 6"/>
                      <p:cNvPicPr>
                        <a:picLocks noChangeAspect="1" noChangeArrowheads="1"/>
                      </p:cNvPicPr>
                      <p:nvPr/>
                    </p:nvPicPr>
                    <p:blipFill>
                      <a:blip r:embed="rId3"/>
                      <a:srcRect/>
                      <a:stretch>
                        <a:fillRect/>
                      </a:stretch>
                    </p:blipFill>
                    <p:spPr bwMode="auto">
                      <a:xfrm>
                        <a:off x="866775" y="1206500"/>
                        <a:ext cx="40640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4952999" y="1095375"/>
          <a:ext cx="2514600" cy="865656"/>
        </p:xfrm>
        <a:graphic>
          <a:graphicData uri="http://schemas.openxmlformats.org/presentationml/2006/ole">
            <mc:AlternateContent xmlns:mc="http://schemas.openxmlformats.org/markup-compatibility/2006">
              <mc:Choice xmlns:v="urn:schemas-microsoft-com:vml" Requires="v">
                <p:oleObj name="Equation" r:id="rId4" imgW="1143000" imgH="393480" progId="Equation.DSMT4">
                  <p:embed/>
                </p:oleObj>
              </mc:Choice>
              <mc:Fallback>
                <p:oleObj name="Equation" r:id="rId4" imgW="1143000" imgH="393480" progId="Equation.DSMT4">
                  <p:embed/>
                  <p:pic>
                    <p:nvPicPr>
                      <p:cNvPr id="22"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5"/>
                      <a:srcRect/>
                      <a:stretch>
                        <a:fillRect/>
                      </a:stretch>
                    </p:blipFill>
                    <p:spPr bwMode="auto">
                      <a:xfrm>
                        <a:off x="4952999" y="1095375"/>
                        <a:ext cx="2514600" cy="865656"/>
                      </a:xfrm>
                      <a:prstGeom prst="rect">
                        <a:avLst/>
                      </a:prstGeom>
                      <a:noFill/>
                      <a:ln>
                        <a:noFill/>
                      </a:ln>
                      <a:effectLst/>
                    </p:spPr>
                  </p:pic>
                </p:oleObj>
              </mc:Fallback>
            </mc:AlternateContent>
          </a:graphicData>
        </a:graphic>
      </p:graphicFrame>
      <p:graphicFrame>
        <p:nvGraphicFramePr>
          <p:cNvPr id="23"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4952999" y="1968500"/>
          <a:ext cx="3352536" cy="865656"/>
        </p:xfrm>
        <a:graphic>
          <a:graphicData uri="http://schemas.openxmlformats.org/presentationml/2006/ole">
            <mc:AlternateContent xmlns:mc="http://schemas.openxmlformats.org/markup-compatibility/2006">
              <mc:Choice xmlns:v="urn:schemas-microsoft-com:vml" Requires="v">
                <p:oleObj name="Equation" r:id="rId6" imgW="1523880" imgH="393480" progId="Equation.DSMT4">
                  <p:embed/>
                </p:oleObj>
              </mc:Choice>
              <mc:Fallback>
                <p:oleObj name="Equation" r:id="rId6" imgW="1523880" imgH="393480" progId="Equation.DSMT4">
                  <p:embed/>
                  <p:pic>
                    <p:nvPicPr>
                      <p:cNvPr id="23"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7"/>
                      <a:srcRect/>
                      <a:stretch>
                        <a:fillRect/>
                      </a:stretch>
                    </p:blipFill>
                    <p:spPr bwMode="auto">
                      <a:xfrm>
                        <a:off x="4952999" y="1968500"/>
                        <a:ext cx="3352536" cy="865656"/>
                      </a:xfrm>
                      <a:prstGeom prst="rect">
                        <a:avLst/>
                      </a:prstGeom>
                      <a:noFill/>
                      <a:ln>
                        <a:noFill/>
                      </a:ln>
                      <a:effectLst/>
                    </p:spPr>
                  </p:pic>
                </p:oleObj>
              </mc:Fallback>
            </mc:AlternateContent>
          </a:graphicData>
        </a:graphic>
      </p:graphicFrame>
      <p:graphicFrame>
        <p:nvGraphicFramePr>
          <p:cNvPr id="24" name="Object 6"/>
          <p:cNvGraphicFramePr>
            <a:graphicFrameLocks noChangeAspect="1"/>
          </p:cNvGraphicFramePr>
          <p:nvPr/>
        </p:nvGraphicFramePr>
        <p:xfrm>
          <a:off x="890587" y="2202875"/>
          <a:ext cx="1524000" cy="508000"/>
        </p:xfrm>
        <a:graphic>
          <a:graphicData uri="http://schemas.openxmlformats.org/presentationml/2006/ole">
            <mc:AlternateContent xmlns:mc="http://schemas.openxmlformats.org/markup-compatibility/2006">
              <mc:Choice xmlns:v="urn:schemas-microsoft-com:vml" Requires="v">
                <p:oleObj name="Equation" r:id="rId8" imgW="609480" imgH="203040" progId="Equation.DSMT4">
                  <p:embed/>
                </p:oleObj>
              </mc:Choice>
              <mc:Fallback>
                <p:oleObj name="Equation" r:id="rId8" imgW="609480" imgH="203040" progId="Equation.DSMT4">
                  <p:embed/>
                  <p:pic>
                    <p:nvPicPr>
                      <p:cNvPr id="24" name="Object 6"/>
                      <p:cNvPicPr>
                        <a:picLocks noChangeAspect="1" noChangeArrowheads="1"/>
                      </p:cNvPicPr>
                      <p:nvPr/>
                    </p:nvPicPr>
                    <p:blipFill>
                      <a:blip r:embed="rId9"/>
                      <a:srcRect/>
                      <a:stretch>
                        <a:fillRect/>
                      </a:stretch>
                    </p:blipFill>
                    <p:spPr bwMode="auto">
                      <a:xfrm>
                        <a:off x="890587" y="2202875"/>
                        <a:ext cx="15240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Object 6"/>
          <p:cNvGraphicFramePr>
            <a:graphicFrameLocks noChangeAspect="1"/>
          </p:cNvGraphicFramePr>
          <p:nvPr/>
        </p:nvGraphicFramePr>
        <p:xfrm>
          <a:off x="906462" y="3228975"/>
          <a:ext cx="3363913" cy="1174750"/>
        </p:xfrm>
        <a:graphic>
          <a:graphicData uri="http://schemas.openxmlformats.org/presentationml/2006/ole">
            <mc:AlternateContent xmlns:mc="http://schemas.openxmlformats.org/markup-compatibility/2006">
              <mc:Choice xmlns:v="urn:schemas-microsoft-com:vml" Requires="v">
                <p:oleObj name="Equation" r:id="rId10" imgW="1346040" imgH="469800" progId="Equation.DSMT4">
                  <p:embed/>
                </p:oleObj>
              </mc:Choice>
              <mc:Fallback>
                <p:oleObj name="Equation" r:id="rId10" imgW="1346040" imgH="469800" progId="Equation.DSMT4">
                  <p:embed/>
                  <p:pic>
                    <p:nvPicPr>
                      <p:cNvPr id="25" name="Object 6"/>
                      <p:cNvPicPr>
                        <a:picLocks noChangeAspect="1" noChangeArrowheads="1"/>
                      </p:cNvPicPr>
                      <p:nvPr/>
                    </p:nvPicPr>
                    <p:blipFill>
                      <a:blip r:embed="rId11"/>
                      <a:srcRect/>
                      <a:stretch>
                        <a:fillRect/>
                      </a:stretch>
                    </p:blipFill>
                    <p:spPr bwMode="auto">
                      <a:xfrm>
                        <a:off x="906462" y="3228975"/>
                        <a:ext cx="3363913"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6"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4901616" y="3403600"/>
          <a:ext cx="2514600" cy="865656"/>
        </p:xfrm>
        <a:graphic>
          <a:graphicData uri="http://schemas.openxmlformats.org/presentationml/2006/ole">
            <mc:AlternateContent xmlns:mc="http://schemas.openxmlformats.org/markup-compatibility/2006">
              <mc:Choice xmlns:v="urn:schemas-microsoft-com:vml" Requires="v">
                <p:oleObj name="Equation" r:id="rId4" imgW="1143000" imgH="393480" progId="Equation.DSMT4">
                  <p:embed/>
                </p:oleObj>
              </mc:Choice>
              <mc:Fallback>
                <p:oleObj name="Equation" r:id="rId4" imgW="1143000" imgH="393480" progId="Equation.DSMT4">
                  <p:embed/>
                  <p:pic>
                    <p:nvPicPr>
                      <p:cNvPr id="26"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5"/>
                      <a:srcRect/>
                      <a:stretch>
                        <a:fillRect/>
                      </a:stretch>
                    </p:blipFill>
                    <p:spPr bwMode="auto">
                      <a:xfrm>
                        <a:off x="4901616" y="3403600"/>
                        <a:ext cx="2514600" cy="865656"/>
                      </a:xfrm>
                      <a:prstGeom prst="rect">
                        <a:avLst/>
                      </a:prstGeom>
                      <a:noFill/>
                      <a:ln>
                        <a:noFill/>
                      </a:ln>
                      <a:effectLst/>
                    </p:spPr>
                  </p:pic>
                </p:oleObj>
              </mc:Fallback>
            </mc:AlternateContent>
          </a:graphicData>
        </a:graphic>
      </p:graphicFrame>
      <p:graphicFrame>
        <p:nvGraphicFramePr>
          <p:cNvPr id="27" name="Object 6"/>
          <p:cNvGraphicFramePr>
            <a:graphicFrameLocks noChangeAspect="1"/>
          </p:cNvGraphicFramePr>
          <p:nvPr/>
        </p:nvGraphicFramePr>
        <p:xfrm>
          <a:off x="890587" y="4464050"/>
          <a:ext cx="3965575" cy="1174750"/>
        </p:xfrm>
        <a:graphic>
          <a:graphicData uri="http://schemas.openxmlformats.org/presentationml/2006/ole">
            <mc:AlternateContent xmlns:mc="http://schemas.openxmlformats.org/markup-compatibility/2006">
              <mc:Choice xmlns:v="urn:schemas-microsoft-com:vml" Requires="v">
                <p:oleObj name="Equation" r:id="rId12" imgW="1587240" imgH="469800" progId="Equation.DSMT4">
                  <p:embed/>
                </p:oleObj>
              </mc:Choice>
              <mc:Fallback>
                <p:oleObj name="Equation" r:id="rId12" imgW="1587240" imgH="469800" progId="Equation.DSMT4">
                  <p:embed/>
                  <p:pic>
                    <p:nvPicPr>
                      <p:cNvPr id="27" name="Object 6"/>
                      <p:cNvPicPr>
                        <a:picLocks noChangeAspect="1" noChangeArrowheads="1"/>
                      </p:cNvPicPr>
                      <p:nvPr/>
                    </p:nvPicPr>
                    <p:blipFill>
                      <a:blip r:embed="rId13"/>
                      <a:srcRect/>
                      <a:stretch>
                        <a:fillRect/>
                      </a:stretch>
                    </p:blipFill>
                    <p:spPr bwMode="auto">
                      <a:xfrm>
                        <a:off x="890587" y="4464050"/>
                        <a:ext cx="3965575"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4922836" y="4638675"/>
          <a:ext cx="2514600" cy="865656"/>
        </p:xfrm>
        <a:graphic>
          <a:graphicData uri="http://schemas.openxmlformats.org/presentationml/2006/ole">
            <mc:AlternateContent xmlns:mc="http://schemas.openxmlformats.org/markup-compatibility/2006">
              <mc:Choice xmlns:v="urn:schemas-microsoft-com:vml" Requires="v">
                <p:oleObj name="Equation" r:id="rId4" imgW="1143000" imgH="393480" progId="Equation.DSMT4">
                  <p:embed/>
                </p:oleObj>
              </mc:Choice>
              <mc:Fallback>
                <p:oleObj name="Equation" r:id="rId4" imgW="1143000" imgH="393480" progId="Equation.DSMT4">
                  <p:embed/>
                  <p:pic>
                    <p:nvPicPr>
                      <p:cNvPr id="28"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5"/>
                      <a:srcRect/>
                      <a:stretch>
                        <a:fillRect/>
                      </a:stretch>
                    </p:blipFill>
                    <p:spPr bwMode="auto">
                      <a:xfrm>
                        <a:off x="4922836" y="4638675"/>
                        <a:ext cx="2514600" cy="865656"/>
                      </a:xfrm>
                      <a:prstGeom prst="rect">
                        <a:avLst/>
                      </a:prstGeom>
                      <a:noFill/>
                      <a:ln>
                        <a:noFill/>
                      </a:ln>
                      <a:effectLst/>
                    </p:spPr>
                  </p:pic>
                </p:oleObj>
              </mc:Fallback>
            </mc:AlternateContent>
          </a:graphicData>
        </a:graphic>
      </p:graphicFrame>
      <p:sp>
        <p:nvSpPr>
          <p:cNvPr id="11"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33409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7">
            <a:extLst>
              <a:ext uri="{FF2B5EF4-FFF2-40B4-BE49-F238E27FC236}">
                <a16:creationId xmlns:a16="http://schemas.microsoft.com/office/drawing/2014/main" id="{0E53B3EE-23B0-4495-99DE-EFC459F56421}"/>
              </a:ext>
            </a:extLst>
          </p:cNvPr>
          <p:cNvGraphicFramePr>
            <a:graphicFrameLocks noChangeAspect="1"/>
          </p:cNvGraphicFramePr>
          <p:nvPr/>
        </p:nvGraphicFramePr>
        <p:xfrm>
          <a:off x="566738" y="1046163"/>
          <a:ext cx="8008937" cy="1814512"/>
        </p:xfrm>
        <a:graphic>
          <a:graphicData uri="http://schemas.openxmlformats.org/presentationml/2006/ole">
            <mc:AlternateContent xmlns:mc="http://schemas.openxmlformats.org/markup-compatibility/2006">
              <mc:Choice xmlns:v="urn:schemas-microsoft-com:vml" Requires="v">
                <p:oleObj name="Equation" r:id="rId2" imgW="3809880" imgH="863280" progId="Equation.DSMT4">
                  <p:embed/>
                </p:oleObj>
              </mc:Choice>
              <mc:Fallback>
                <p:oleObj name="Equation" r:id="rId2" imgW="3809880" imgH="863280" progId="Equation.DSMT4">
                  <p:embed/>
                  <p:pic>
                    <p:nvPicPr>
                      <p:cNvPr id="2" name="Object 7">
                        <a:extLst>
                          <a:ext uri="{FF2B5EF4-FFF2-40B4-BE49-F238E27FC236}">
                            <a16:creationId xmlns:a16="http://schemas.microsoft.com/office/drawing/2014/main" id="{0E53B3EE-23B0-4495-99DE-EFC459F56421}"/>
                          </a:ext>
                        </a:extLst>
                      </p:cNvPr>
                      <p:cNvPicPr>
                        <a:picLocks noChangeAspect="1" noChangeArrowheads="1"/>
                      </p:cNvPicPr>
                      <p:nvPr/>
                    </p:nvPicPr>
                    <p:blipFill>
                      <a:blip r:embed="rId3"/>
                      <a:srcRect/>
                      <a:stretch>
                        <a:fillRect/>
                      </a:stretch>
                    </p:blipFill>
                    <p:spPr bwMode="auto">
                      <a:xfrm>
                        <a:off x="566738" y="1046163"/>
                        <a:ext cx="8008937" cy="1814512"/>
                      </a:xfrm>
                      <a:prstGeom prst="rect">
                        <a:avLst/>
                      </a:prstGeom>
                      <a:noFill/>
                      <a:ln>
                        <a:noFill/>
                      </a:ln>
                      <a:effectLst/>
                    </p:spPr>
                  </p:pic>
                </p:oleObj>
              </mc:Fallback>
            </mc:AlternateContent>
          </a:graphicData>
        </a:graphic>
      </p:graphicFrame>
      <p:graphicFrame>
        <p:nvGraphicFramePr>
          <p:cNvPr id="5" name="Object 3">
            <a:extLst>
              <a:ext uri="{FF2B5EF4-FFF2-40B4-BE49-F238E27FC236}">
                <a16:creationId xmlns:a16="http://schemas.microsoft.com/office/drawing/2014/main" id="{17046A50-EC12-4877-8023-6BB155F9433B}"/>
              </a:ext>
            </a:extLst>
          </p:cNvPr>
          <p:cNvGraphicFramePr>
            <a:graphicFrameLocks noChangeAspect="1"/>
          </p:cNvGraphicFramePr>
          <p:nvPr/>
        </p:nvGraphicFramePr>
        <p:xfrm>
          <a:off x="2498725" y="4157663"/>
          <a:ext cx="1741488" cy="814387"/>
        </p:xfrm>
        <a:graphic>
          <a:graphicData uri="http://schemas.openxmlformats.org/presentationml/2006/ole">
            <mc:AlternateContent xmlns:mc="http://schemas.openxmlformats.org/markup-compatibility/2006">
              <mc:Choice xmlns:v="urn:schemas-microsoft-com:vml" Requires="v">
                <p:oleObj name="Equation" r:id="rId4" imgW="914400" imgH="380880" progId="Equation.DSMT4">
                  <p:embed/>
                </p:oleObj>
              </mc:Choice>
              <mc:Fallback>
                <p:oleObj name="Equation" r:id="rId4" imgW="914400" imgH="380880" progId="Equation.DSMT4">
                  <p:embed/>
                  <p:pic>
                    <p:nvPicPr>
                      <p:cNvPr id="5" name="Object 3">
                        <a:extLst>
                          <a:ext uri="{FF2B5EF4-FFF2-40B4-BE49-F238E27FC236}">
                            <a16:creationId xmlns:a16="http://schemas.microsoft.com/office/drawing/2014/main" id="{17046A50-EC12-4877-8023-6BB155F9433B}"/>
                          </a:ext>
                        </a:extLst>
                      </p:cNvPr>
                      <p:cNvPicPr>
                        <a:picLocks noChangeAspect="1" noChangeArrowheads="1"/>
                      </p:cNvPicPr>
                      <p:nvPr/>
                    </p:nvPicPr>
                    <p:blipFill>
                      <a:blip r:embed="rId5"/>
                      <a:srcRect/>
                      <a:stretch>
                        <a:fillRect/>
                      </a:stretch>
                    </p:blipFill>
                    <p:spPr bwMode="auto">
                      <a:xfrm>
                        <a:off x="2498725" y="4157663"/>
                        <a:ext cx="1741488" cy="814387"/>
                      </a:xfrm>
                      <a:prstGeom prst="rect">
                        <a:avLst/>
                      </a:prstGeom>
                      <a:noFill/>
                      <a:ln>
                        <a:noFill/>
                      </a:ln>
                    </p:spPr>
                  </p:pic>
                </p:oleObj>
              </mc:Fallback>
            </mc:AlternateContent>
          </a:graphicData>
        </a:graphic>
      </p:graphicFrame>
      <p:graphicFrame>
        <p:nvGraphicFramePr>
          <p:cNvPr id="6" name="Object 4">
            <a:extLst>
              <a:ext uri="{FF2B5EF4-FFF2-40B4-BE49-F238E27FC236}">
                <a16:creationId xmlns:a16="http://schemas.microsoft.com/office/drawing/2014/main" id="{DD3BF979-7C19-4E76-BDF7-7DFD2718F448}"/>
              </a:ext>
            </a:extLst>
          </p:cNvPr>
          <p:cNvGraphicFramePr>
            <a:graphicFrameLocks noChangeAspect="1"/>
          </p:cNvGraphicFramePr>
          <p:nvPr/>
        </p:nvGraphicFramePr>
        <p:xfrm>
          <a:off x="4556025" y="4178300"/>
          <a:ext cx="1998663" cy="714375"/>
        </p:xfrm>
        <a:graphic>
          <a:graphicData uri="http://schemas.openxmlformats.org/presentationml/2006/ole">
            <mc:AlternateContent xmlns:mc="http://schemas.openxmlformats.org/markup-compatibility/2006">
              <mc:Choice xmlns:v="urn:schemas-microsoft-com:vml" Requires="v">
                <p:oleObj name="Equation" r:id="rId6" imgW="838149" imgH="228600" progId="Equation.DSMT4">
                  <p:embed/>
                </p:oleObj>
              </mc:Choice>
              <mc:Fallback>
                <p:oleObj name="Equation" r:id="rId6" imgW="838149" imgH="228600" progId="Equation.DSMT4">
                  <p:embed/>
                  <p:pic>
                    <p:nvPicPr>
                      <p:cNvPr id="6" name="Object 4">
                        <a:extLst>
                          <a:ext uri="{FF2B5EF4-FFF2-40B4-BE49-F238E27FC236}">
                            <a16:creationId xmlns:a16="http://schemas.microsoft.com/office/drawing/2014/main" id="{DD3BF979-7C19-4E76-BDF7-7DFD2718F44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6025" y="4178300"/>
                        <a:ext cx="1998663"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Line 7">
            <a:extLst>
              <a:ext uri="{FF2B5EF4-FFF2-40B4-BE49-F238E27FC236}">
                <a16:creationId xmlns:a16="http://schemas.microsoft.com/office/drawing/2014/main" id="{4DFEFDB7-228A-45B4-92C4-BD05E906F5BC}"/>
              </a:ext>
            </a:extLst>
          </p:cNvPr>
          <p:cNvSpPr>
            <a:spLocks noChangeShapeType="1"/>
          </p:cNvSpPr>
          <p:nvPr/>
        </p:nvSpPr>
        <p:spPr bwMode="auto">
          <a:xfrm>
            <a:off x="3332857" y="2852936"/>
            <a:ext cx="0" cy="107950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Line 8">
            <a:extLst>
              <a:ext uri="{FF2B5EF4-FFF2-40B4-BE49-F238E27FC236}">
                <a16:creationId xmlns:a16="http://schemas.microsoft.com/office/drawing/2014/main" id="{E85E8E45-884D-4C9A-87E8-8237E93DCCA1}"/>
              </a:ext>
            </a:extLst>
          </p:cNvPr>
          <p:cNvSpPr>
            <a:spLocks noChangeShapeType="1"/>
          </p:cNvSpPr>
          <p:nvPr/>
        </p:nvSpPr>
        <p:spPr bwMode="auto">
          <a:xfrm>
            <a:off x="5204519" y="2924374"/>
            <a:ext cx="0" cy="107950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Line 9">
            <a:extLst>
              <a:ext uri="{FF2B5EF4-FFF2-40B4-BE49-F238E27FC236}">
                <a16:creationId xmlns:a16="http://schemas.microsoft.com/office/drawing/2014/main" id="{F65DF0F1-8146-450A-B6F6-02768820F999}"/>
              </a:ext>
            </a:extLst>
          </p:cNvPr>
          <p:cNvSpPr>
            <a:spLocks noChangeShapeType="1"/>
          </p:cNvSpPr>
          <p:nvPr/>
        </p:nvSpPr>
        <p:spPr bwMode="auto">
          <a:xfrm>
            <a:off x="7436544" y="2895600"/>
            <a:ext cx="0" cy="1079500"/>
          </a:xfrm>
          <a:prstGeom prst="line">
            <a:avLst/>
          </a:prstGeom>
          <a:noFill/>
          <a:ln w="38100">
            <a:solidFill>
              <a:srgbClr val="FF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Text Box 11">
            <a:extLst>
              <a:ext uri="{FF2B5EF4-FFF2-40B4-BE49-F238E27FC236}">
                <a16:creationId xmlns:a16="http://schemas.microsoft.com/office/drawing/2014/main" id="{AC6AA027-4E2A-4051-BFDB-63212C9AEFE3}"/>
              </a:ext>
            </a:extLst>
          </p:cNvPr>
          <p:cNvSpPr txBox="1">
            <a:spLocks noChangeArrowheads="1"/>
          </p:cNvSpPr>
          <p:nvPr/>
        </p:nvSpPr>
        <p:spPr bwMode="auto">
          <a:xfrm>
            <a:off x="3477319" y="2997399"/>
            <a:ext cx="4127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黑体" panose="02010609060101010101" pitchFamily="49" charset="-122"/>
                <a:cs typeface="+mn-cs"/>
              </a:rPr>
              <a:t>周</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黑体" panose="02010609060101010101" pitchFamily="49" charset="-122"/>
                <a:cs typeface="+mn-cs"/>
              </a:rPr>
              <a:t>期</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黑体" panose="02010609060101010101" pitchFamily="49" charset="-122"/>
                <a:cs typeface="+mn-cs"/>
              </a:rPr>
              <a:t>性</a:t>
            </a:r>
          </a:p>
        </p:txBody>
      </p:sp>
      <p:sp>
        <p:nvSpPr>
          <p:cNvPr id="12" name="Text Box 12">
            <a:extLst>
              <a:ext uri="{FF2B5EF4-FFF2-40B4-BE49-F238E27FC236}">
                <a16:creationId xmlns:a16="http://schemas.microsoft.com/office/drawing/2014/main" id="{817215EE-95EF-4FBC-838B-9FF7634A9040}"/>
              </a:ext>
            </a:extLst>
          </p:cNvPr>
          <p:cNvSpPr txBox="1">
            <a:spLocks noChangeArrowheads="1"/>
          </p:cNvSpPr>
          <p:nvPr/>
        </p:nvSpPr>
        <p:spPr bwMode="auto">
          <a:xfrm>
            <a:off x="7654032" y="3046412"/>
            <a:ext cx="4127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rPr>
              <a:t>周</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rPr>
              <a:t>期</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rPr>
              <a:t>性</a:t>
            </a:r>
          </a:p>
        </p:txBody>
      </p:sp>
      <p:sp>
        <p:nvSpPr>
          <p:cNvPr id="13" name="Text Box 13">
            <a:extLst>
              <a:ext uri="{FF2B5EF4-FFF2-40B4-BE49-F238E27FC236}">
                <a16:creationId xmlns:a16="http://schemas.microsoft.com/office/drawing/2014/main" id="{26805214-B1A1-4777-9879-1AB224CD40F2}"/>
              </a:ext>
            </a:extLst>
          </p:cNvPr>
          <p:cNvSpPr txBox="1">
            <a:spLocks noChangeArrowheads="1"/>
          </p:cNvSpPr>
          <p:nvPr/>
        </p:nvSpPr>
        <p:spPr bwMode="auto">
          <a:xfrm>
            <a:off x="5348982" y="3068836"/>
            <a:ext cx="4127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黑体" panose="02010609060101010101" pitchFamily="49" charset="-122"/>
                <a:cs typeface="+mn-cs"/>
              </a:rPr>
              <a:t>对</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黑体" panose="02010609060101010101" pitchFamily="49" charset="-122"/>
                <a:cs typeface="+mn-cs"/>
              </a:rPr>
              <a:t>称</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1800" b="1" i="0" u="none" strike="noStrike" kern="1200" cap="none" spc="0" normalizeH="0" baseline="0" noProof="0" dirty="0">
                <a:ln>
                  <a:noFill/>
                </a:ln>
                <a:solidFill>
                  <a:srgbClr val="FF3300"/>
                </a:solidFill>
                <a:effectLst/>
                <a:uLnTx/>
                <a:uFillTx/>
                <a:latin typeface="Arial" panose="020B0604020202020204" pitchFamily="34" charset="0"/>
                <a:ea typeface="黑体" panose="02010609060101010101" pitchFamily="49" charset="-122"/>
                <a:cs typeface="+mn-cs"/>
              </a:rPr>
              <a:t>性</a:t>
            </a:r>
          </a:p>
        </p:txBody>
      </p:sp>
      <p:graphicFrame>
        <p:nvGraphicFramePr>
          <p:cNvPr id="14" name="Object 7">
            <a:extLst>
              <a:ext uri="{FF2B5EF4-FFF2-40B4-BE49-F238E27FC236}">
                <a16:creationId xmlns:a16="http://schemas.microsoft.com/office/drawing/2014/main" id="{CF0C495F-9211-4D67-A97D-76383186B355}"/>
              </a:ext>
            </a:extLst>
          </p:cNvPr>
          <p:cNvGraphicFramePr>
            <a:graphicFrameLocks noChangeAspect="1"/>
          </p:cNvGraphicFramePr>
          <p:nvPr/>
        </p:nvGraphicFramePr>
        <p:xfrm>
          <a:off x="645789" y="5269472"/>
          <a:ext cx="3951288" cy="828675"/>
        </p:xfrm>
        <a:graphic>
          <a:graphicData uri="http://schemas.openxmlformats.org/presentationml/2006/ole">
            <mc:AlternateContent xmlns:mc="http://schemas.openxmlformats.org/markup-compatibility/2006">
              <mc:Choice xmlns:v="urn:schemas-microsoft-com:vml" Requires="v">
                <p:oleObj name="Equation" r:id="rId8" imgW="1879560" imgH="393480" progId="Equation.DSMT4">
                  <p:embed/>
                </p:oleObj>
              </mc:Choice>
              <mc:Fallback>
                <p:oleObj name="Equation" r:id="rId8" imgW="1879560" imgH="393480" progId="Equation.DSMT4">
                  <p:embed/>
                  <p:pic>
                    <p:nvPicPr>
                      <p:cNvPr id="14" name="Object 7">
                        <a:extLst>
                          <a:ext uri="{FF2B5EF4-FFF2-40B4-BE49-F238E27FC236}">
                            <a16:creationId xmlns:a16="http://schemas.microsoft.com/office/drawing/2014/main" id="{CF0C495F-9211-4D67-A97D-76383186B355}"/>
                          </a:ext>
                        </a:extLst>
                      </p:cNvPr>
                      <p:cNvPicPr>
                        <a:picLocks noChangeAspect="1" noChangeArrowheads="1"/>
                      </p:cNvPicPr>
                      <p:nvPr/>
                    </p:nvPicPr>
                    <p:blipFill>
                      <a:blip r:embed="rId9"/>
                      <a:srcRect/>
                      <a:stretch>
                        <a:fillRect/>
                      </a:stretch>
                    </p:blipFill>
                    <p:spPr bwMode="auto">
                      <a:xfrm>
                        <a:off x="645789" y="5269472"/>
                        <a:ext cx="3951288" cy="828675"/>
                      </a:xfrm>
                      <a:prstGeom prst="rect">
                        <a:avLst/>
                      </a:prstGeom>
                      <a:noFill/>
                      <a:ln>
                        <a:noFill/>
                      </a:ln>
                      <a:effectLst/>
                    </p:spPr>
                  </p:pic>
                </p:oleObj>
              </mc:Fallback>
            </mc:AlternateContent>
          </a:graphicData>
        </a:graphic>
      </p:graphicFrame>
      <p:graphicFrame>
        <p:nvGraphicFramePr>
          <p:cNvPr id="15" name="Object 3">
            <a:extLst>
              <a:ext uri="{FF2B5EF4-FFF2-40B4-BE49-F238E27FC236}">
                <a16:creationId xmlns:a16="http://schemas.microsoft.com/office/drawing/2014/main" id="{3C45C10A-9EE8-4E30-B002-69251461A14B}"/>
              </a:ext>
            </a:extLst>
          </p:cNvPr>
          <p:cNvGraphicFramePr>
            <a:graphicFrameLocks noChangeAspect="1"/>
          </p:cNvGraphicFramePr>
          <p:nvPr/>
        </p:nvGraphicFramePr>
        <p:xfrm>
          <a:off x="6867525" y="4173538"/>
          <a:ext cx="1711325" cy="800100"/>
        </p:xfrm>
        <a:graphic>
          <a:graphicData uri="http://schemas.openxmlformats.org/presentationml/2006/ole">
            <mc:AlternateContent xmlns:mc="http://schemas.openxmlformats.org/markup-compatibility/2006">
              <mc:Choice xmlns:v="urn:schemas-microsoft-com:vml" Requires="v">
                <p:oleObj name="Equation" r:id="rId10" imgW="914400" imgH="380880" progId="Equation.DSMT4">
                  <p:embed/>
                </p:oleObj>
              </mc:Choice>
              <mc:Fallback>
                <p:oleObj name="Equation" r:id="rId10" imgW="914400" imgH="380880" progId="Equation.DSMT4">
                  <p:embed/>
                  <p:pic>
                    <p:nvPicPr>
                      <p:cNvPr id="15" name="Object 3">
                        <a:extLst>
                          <a:ext uri="{FF2B5EF4-FFF2-40B4-BE49-F238E27FC236}">
                            <a16:creationId xmlns:a16="http://schemas.microsoft.com/office/drawing/2014/main" id="{3C45C10A-9EE8-4E30-B002-69251461A14B}"/>
                          </a:ext>
                        </a:extLst>
                      </p:cNvPr>
                      <p:cNvPicPr>
                        <a:picLocks noChangeAspect="1" noChangeArrowheads="1"/>
                      </p:cNvPicPr>
                      <p:nvPr/>
                    </p:nvPicPr>
                    <p:blipFill>
                      <a:blip r:embed="rId11"/>
                      <a:srcRect/>
                      <a:stretch>
                        <a:fillRect/>
                      </a:stretch>
                    </p:blipFill>
                    <p:spPr bwMode="auto">
                      <a:xfrm>
                        <a:off x="6867525" y="4173538"/>
                        <a:ext cx="1711325" cy="800100"/>
                      </a:xfrm>
                      <a:prstGeom prst="rect">
                        <a:avLst/>
                      </a:prstGeom>
                      <a:noFill/>
                      <a:ln>
                        <a:noFill/>
                      </a:ln>
                    </p:spPr>
                  </p:pic>
                </p:oleObj>
              </mc:Fallback>
            </mc:AlternateContent>
          </a:graphicData>
        </a:graphic>
      </p:graphicFrame>
      <p:graphicFrame>
        <p:nvGraphicFramePr>
          <p:cNvPr id="17"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4623586" y="5259792"/>
          <a:ext cx="2514600" cy="865656"/>
        </p:xfrm>
        <a:graphic>
          <a:graphicData uri="http://schemas.openxmlformats.org/presentationml/2006/ole">
            <mc:AlternateContent xmlns:mc="http://schemas.openxmlformats.org/markup-compatibility/2006">
              <mc:Choice xmlns:v="urn:schemas-microsoft-com:vml" Requires="v">
                <p:oleObj name="Equation" r:id="rId12" imgW="1143000" imgH="393480" progId="Equation.DSMT4">
                  <p:embed/>
                </p:oleObj>
              </mc:Choice>
              <mc:Fallback>
                <p:oleObj name="Equation" r:id="rId12" imgW="1143000" imgH="393480" progId="Equation.DSMT4">
                  <p:embed/>
                  <p:pic>
                    <p:nvPicPr>
                      <p:cNvPr id="17"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13"/>
                      <a:srcRect/>
                      <a:stretch>
                        <a:fillRect/>
                      </a:stretch>
                    </p:blipFill>
                    <p:spPr bwMode="auto">
                      <a:xfrm>
                        <a:off x="4623586" y="5259792"/>
                        <a:ext cx="2514600" cy="865656"/>
                      </a:xfrm>
                      <a:prstGeom prst="rect">
                        <a:avLst/>
                      </a:prstGeom>
                      <a:noFill/>
                      <a:ln>
                        <a:noFill/>
                      </a:ln>
                      <a:effectLst/>
                    </p:spPr>
                  </p:pic>
                </p:oleObj>
              </mc:Fallback>
            </mc:AlternateContent>
          </a:graphicData>
        </a:graphic>
      </p:graphicFrame>
      <p:sp>
        <p:nvSpPr>
          <p:cNvPr id="18"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3828679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Line 2">
            <a:extLst>
              <a:ext uri="{FF2B5EF4-FFF2-40B4-BE49-F238E27FC236}">
                <a16:creationId xmlns:a16="http://schemas.microsoft.com/office/drawing/2014/main" id="{A8DA69F6-FE3E-434A-A3A6-914EC9CEB32A}"/>
              </a:ext>
            </a:extLst>
          </p:cNvPr>
          <p:cNvSpPr>
            <a:spLocks noChangeShapeType="1"/>
          </p:cNvSpPr>
          <p:nvPr/>
        </p:nvSpPr>
        <p:spPr bwMode="auto">
          <a:xfrm>
            <a:off x="2612364" y="4700900"/>
            <a:ext cx="1158016" cy="1097348"/>
          </a:xfrm>
          <a:prstGeom prst="line">
            <a:avLst/>
          </a:prstGeom>
          <a:noFill/>
          <a:ln w="254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 name="Line 3">
            <a:extLst>
              <a:ext uri="{FF2B5EF4-FFF2-40B4-BE49-F238E27FC236}">
                <a16:creationId xmlns:a16="http://schemas.microsoft.com/office/drawing/2014/main" id="{2409B896-1AE6-487F-83D6-8ACCCBE75712}"/>
              </a:ext>
            </a:extLst>
          </p:cNvPr>
          <p:cNvSpPr>
            <a:spLocks noChangeShapeType="1"/>
          </p:cNvSpPr>
          <p:nvPr/>
        </p:nvSpPr>
        <p:spPr bwMode="auto">
          <a:xfrm flipV="1">
            <a:off x="2613706" y="4700900"/>
            <a:ext cx="1155333" cy="1097348"/>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7" name="Line 4">
            <a:extLst>
              <a:ext uri="{FF2B5EF4-FFF2-40B4-BE49-F238E27FC236}">
                <a16:creationId xmlns:a16="http://schemas.microsoft.com/office/drawing/2014/main" id="{A5C749DB-36CF-4ADC-93E6-0DE6EC1E017C}"/>
              </a:ext>
            </a:extLst>
          </p:cNvPr>
          <p:cNvSpPr>
            <a:spLocks noChangeShapeType="1"/>
          </p:cNvSpPr>
          <p:nvPr/>
        </p:nvSpPr>
        <p:spPr bwMode="auto">
          <a:xfrm flipV="1">
            <a:off x="2613706" y="4700900"/>
            <a:ext cx="1155333" cy="0"/>
          </a:xfrm>
          <a:prstGeom prst="line">
            <a:avLst/>
          </a:prstGeom>
          <a:noFill/>
          <a:ln w="254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8" name="Text Box 5">
            <a:extLst>
              <a:ext uri="{FF2B5EF4-FFF2-40B4-BE49-F238E27FC236}">
                <a16:creationId xmlns:a16="http://schemas.microsoft.com/office/drawing/2014/main" id="{B6869FD2-CC6D-45FB-B7BA-16CF48DD2FBC}"/>
              </a:ext>
            </a:extLst>
          </p:cNvPr>
          <p:cNvSpPr txBox="1">
            <a:spLocks noChangeArrowheads="1"/>
          </p:cNvSpPr>
          <p:nvPr/>
        </p:nvSpPr>
        <p:spPr bwMode="auto">
          <a:xfrm>
            <a:off x="685800" y="4411588"/>
            <a:ext cx="12237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49" name="Text Box 6">
            <a:extLst>
              <a:ext uri="{FF2B5EF4-FFF2-40B4-BE49-F238E27FC236}">
                <a16:creationId xmlns:a16="http://schemas.microsoft.com/office/drawing/2014/main" id="{DEDB3F2A-AD68-41A4-9357-57332F1F2AA6}"/>
              </a:ext>
            </a:extLst>
          </p:cNvPr>
          <p:cNvSpPr txBox="1">
            <a:spLocks noChangeArrowheads="1"/>
          </p:cNvSpPr>
          <p:nvPr/>
        </p:nvSpPr>
        <p:spPr bwMode="auto">
          <a:xfrm>
            <a:off x="681233" y="5510210"/>
            <a:ext cx="12237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aphicFrame>
        <p:nvGraphicFramePr>
          <p:cNvPr id="50" name="Object 7">
            <a:extLst>
              <a:ext uri="{FF2B5EF4-FFF2-40B4-BE49-F238E27FC236}">
                <a16:creationId xmlns:a16="http://schemas.microsoft.com/office/drawing/2014/main" id="{61BE003D-AB1F-4CB5-B3A1-242897FB3740}"/>
              </a:ext>
            </a:extLst>
          </p:cNvPr>
          <p:cNvGraphicFramePr>
            <a:graphicFrameLocks noChangeAspect="1"/>
          </p:cNvGraphicFramePr>
          <p:nvPr/>
        </p:nvGraphicFramePr>
        <p:xfrm>
          <a:off x="1828800" y="5236440"/>
          <a:ext cx="554760" cy="554760"/>
        </p:xfrm>
        <a:graphic>
          <a:graphicData uri="http://schemas.openxmlformats.org/presentationml/2006/ole">
            <mc:AlternateContent xmlns:mc="http://schemas.openxmlformats.org/markup-compatibility/2006">
              <mc:Choice xmlns:v="urn:schemas-microsoft-com:vml" Requires="v">
                <p:oleObj name="Equation" r:id="rId2" imgW="241200" imgH="241200" progId="Equation.DSMT4">
                  <p:embed/>
                </p:oleObj>
              </mc:Choice>
              <mc:Fallback>
                <p:oleObj name="Equation" r:id="rId2" imgW="241200" imgH="241200" progId="Equation.DSMT4">
                  <p:embed/>
                  <p:pic>
                    <p:nvPicPr>
                      <p:cNvPr id="50" name="Object 7">
                        <a:extLst>
                          <a:ext uri="{FF2B5EF4-FFF2-40B4-BE49-F238E27FC236}">
                            <a16:creationId xmlns:a16="http://schemas.microsoft.com/office/drawing/2014/main" id="{61BE003D-AB1F-4CB5-B3A1-242897FB3740}"/>
                          </a:ext>
                        </a:extLst>
                      </p:cNvPr>
                      <p:cNvPicPr>
                        <a:picLocks noChangeAspect="1" noChangeArrowheads="1"/>
                      </p:cNvPicPr>
                      <p:nvPr/>
                    </p:nvPicPr>
                    <p:blipFill>
                      <a:blip r:embed="rId3"/>
                      <a:srcRect/>
                      <a:stretch>
                        <a:fillRect/>
                      </a:stretch>
                    </p:blipFill>
                    <p:spPr bwMode="auto">
                      <a:xfrm>
                        <a:off x="1828800" y="5236440"/>
                        <a:ext cx="554760" cy="554760"/>
                      </a:xfrm>
                      <a:prstGeom prst="rect">
                        <a:avLst/>
                      </a:prstGeom>
                      <a:noFill/>
                      <a:ln>
                        <a:noFill/>
                      </a:ln>
                      <a:effectLst/>
                    </p:spPr>
                  </p:pic>
                </p:oleObj>
              </mc:Fallback>
            </mc:AlternateContent>
          </a:graphicData>
        </a:graphic>
      </p:graphicFrame>
      <p:graphicFrame>
        <p:nvGraphicFramePr>
          <p:cNvPr id="51" name="Object 8">
            <a:extLst>
              <a:ext uri="{FF2B5EF4-FFF2-40B4-BE49-F238E27FC236}">
                <a16:creationId xmlns:a16="http://schemas.microsoft.com/office/drawing/2014/main" id="{45F3CAEF-BDFB-4A96-94CD-970D0B64FA06}"/>
              </a:ext>
            </a:extLst>
          </p:cNvPr>
          <p:cNvGraphicFramePr>
            <a:graphicFrameLocks noChangeAspect="1"/>
          </p:cNvGraphicFramePr>
          <p:nvPr/>
        </p:nvGraphicFramePr>
        <p:xfrm>
          <a:off x="3886200" y="4398240"/>
          <a:ext cx="2394576" cy="554760"/>
        </p:xfrm>
        <a:graphic>
          <a:graphicData uri="http://schemas.openxmlformats.org/presentationml/2006/ole">
            <mc:AlternateContent xmlns:mc="http://schemas.openxmlformats.org/markup-compatibility/2006">
              <mc:Choice xmlns:v="urn:schemas-microsoft-com:vml" Requires="v">
                <p:oleObj name="Equation" r:id="rId4" imgW="1041120" imgH="241200" progId="Equation.DSMT4">
                  <p:embed/>
                </p:oleObj>
              </mc:Choice>
              <mc:Fallback>
                <p:oleObj name="Equation" r:id="rId4" imgW="1041120" imgH="241200" progId="Equation.DSMT4">
                  <p:embed/>
                  <p:pic>
                    <p:nvPicPr>
                      <p:cNvPr id="51" name="Object 8">
                        <a:extLst>
                          <a:ext uri="{FF2B5EF4-FFF2-40B4-BE49-F238E27FC236}">
                            <a16:creationId xmlns:a16="http://schemas.microsoft.com/office/drawing/2014/main" id="{45F3CAEF-BDFB-4A96-94CD-970D0B64FA06}"/>
                          </a:ext>
                        </a:extLst>
                      </p:cNvPr>
                      <p:cNvPicPr>
                        <a:picLocks noChangeAspect="1" noChangeArrowheads="1"/>
                      </p:cNvPicPr>
                      <p:nvPr/>
                    </p:nvPicPr>
                    <p:blipFill>
                      <a:blip r:embed="rId5"/>
                      <a:srcRect/>
                      <a:stretch>
                        <a:fillRect/>
                      </a:stretch>
                    </p:blipFill>
                    <p:spPr bwMode="auto">
                      <a:xfrm>
                        <a:off x="3886200" y="4398240"/>
                        <a:ext cx="2394576" cy="554760"/>
                      </a:xfrm>
                      <a:prstGeom prst="rect">
                        <a:avLst/>
                      </a:prstGeom>
                      <a:noFill/>
                      <a:ln>
                        <a:noFill/>
                      </a:ln>
                      <a:effectLst/>
                    </p:spPr>
                  </p:pic>
                </p:oleObj>
              </mc:Fallback>
            </mc:AlternateContent>
          </a:graphicData>
        </a:graphic>
      </p:graphicFrame>
      <p:graphicFrame>
        <p:nvGraphicFramePr>
          <p:cNvPr id="52" name="Object 9">
            <a:extLst>
              <a:ext uri="{FF2B5EF4-FFF2-40B4-BE49-F238E27FC236}">
                <a16:creationId xmlns:a16="http://schemas.microsoft.com/office/drawing/2014/main" id="{F81E2707-17B0-497D-9C0A-9E9AAC9D069C}"/>
              </a:ext>
            </a:extLst>
          </p:cNvPr>
          <p:cNvGraphicFramePr>
            <a:graphicFrameLocks noChangeAspect="1"/>
          </p:cNvGraphicFramePr>
          <p:nvPr/>
        </p:nvGraphicFramePr>
        <p:xfrm>
          <a:off x="3886200" y="5465040"/>
          <a:ext cx="2394576" cy="554760"/>
        </p:xfrm>
        <a:graphic>
          <a:graphicData uri="http://schemas.openxmlformats.org/presentationml/2006/ole">
            <mc:AlternateContent xmlns:mc="http://schemas.openxmlformats.org/markup-compatibility/2006">
              <mc:Choice xmlns:v="urn:schemas-microsoft-com:vml" Requires="v">
                <p:oleObj name="Equation" r:id="rId6" imgW="1041120" imgH="241200" progId="Equation.DSMT4">
                  <p:embed/>
                </p:oleObj>
              </mc:Choice>
              <mc:Fallback>
                <p:oleObj name="Equation" r:id="rId6" imgW="1041120" imgH="241200" progId="Equation.DSMT4">
                  <p:embed/>
                  <p:pic>
                    <p:nvPicPr>
                      <p:cNvPr id="52" name="Object 9">
                        <a:extLst>
                          <a:ext uri="{FF2B5EF4-FFF2-40B4-BE49-F238E27FC236}">
                            <a16:creationId xmlns:a16="http://schemas.microsoft.com/office/drawing/2014/main" id="{F81E2707-17B0-497D-9C0A-9E9AAC9D069C}"/>
                          </a:ext>
                        </a:extLst>
                      </p:cNvPr>
                      <p:cNvPicPr>
                        <a:picLocks noChangeAspect="1" noChangeArrowheads="1"/>
                      </p:cNvPicPr>
                      <p:nvPr/>
                    </p:nvPicPr>
                    <p:blipFill>
                      <a:blip r:embed="rId7"/>
                      <a:srcRect/>
                      <a:stretch>
                        <a:fillRect/>
                      </a:stretch>
                    </p:blipFill>
                    <p:spPr bwMode="auto">
                      <a:xfrm>
                        <a:off x="3886200" y="5465040"/>
                        <a:ext cx="2394576" cy="554760"/>
                      </a:xfrm>
                      <a:prstGeom prst="rect">
                        <a:avLst/>
                      </a:prstGeom>
                      <a:noFill/>
                      <a:ln>
                        <a:noFill/>
                      </a:ln>
                      <a:effectLst/>
                    </p:spPr>
                  </p:pic>
                </p:oleObj>
              </mc:Fallback>
            </mc:AlternateContent>
          </a:graphicData>
        </a:graphic>
      </p:graphicFrame>
      <p:sp>
        <p:nvSpPr>
          <p:cNvPr id="53" name="Line 12">
            <a:extLst>
              <a:ext uri="{FF2B5EF4-FFF2-40B4-BE49-F238E27FC236}">
                <a16:creationId xmlns:a16="http://schemas.microsoft.com/office/drawing/2014/main" id="{4A27371C-4AC5-48C4-B6E3-0A1799EE1BD1}"/>
              </a:ext>
            </a:extLst>
          </p:cNvPr>
          <p:cNvSpPr>
            <a:spLocks noChangeShapeType="1"/>
          </p:cNvSpPr>
          <p:nvPr/>
        </p:nvSpPr>
        <p:spPr bwMode="auto">
          <a:xfrm flipV="1">
            <a:off x="2613706" y="5798248"/>
            <a:ext cx="1155333"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4" name="Line 13">
            <a:extLst>
              <a:ext uri="{FF2B5EF4-FFF2-40B4-BE49-F238E27FC236}">
                <a16:creationId xmlns:a16="http://schemas.microsoft.com/office/drawing/2014/main" id="{18CB633E-6834-4E80-BEA3-2B77A9861194}"/>
              </a:ext>
            </a:extLst>
          </p:cNvPr>
          <p:cNvSpPr>
            <a:spLocks noChangeShapeType="1"/>
          </p:cNvSpPr>
          <p:nvPr/>
        </p:nvSpPr>
        <p:spPr bwMode="auto">
          <a:xfrm flipV="1">
            <a:off x="1577798" y="5798248"/>
            <a:ext cx="103456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5" name="Line 14">
            <a:extLst>
              <a:ext uri="{FF2B5EF4-FFF2-40B4-BE49-F238E27FC236}">
                <a16:creationId xmlns:a16="http://schemas.microsoft.com/office/drawing/2014/main" id="{BB6553D3-9C70-4C18-99EA-610C9BBD2A4A}"/>
              </a:ext>
            </a:extLst>
          </p:cNvPr>
          <p:cNvSpPr>
            <a:spLocks noChangeShapeType="1"/>
          </p:cNvSpPr>
          <p:nvPr/>
        </p:nvSpPr>
        <p:spPr bwMode="auto">
          <a:xfrm flipV="1">
            <a:off x="1577798" y="4700900"/>
            <a:ext cx="103456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57" name="Object 17">
            <a:extLst>
              <a:ext uri="{FF2B5EF4-FFF2-40B4-BE49-F238E27FC236}">
                <a16:creationId xmlns:a16="http://schemas.microsoft.com/office/drawing/2014/main" id="{14CCB953-68FF-4213-843F-BE2B1A7904DA}"/>
              </a:ext>
            </a:extLst>
          </p:cNvPr>
          <p:cNvGraphicFramePr>
            <a:graphicFrameLocks noChangeAspect="1"/>
          </p:cNvGraphicFramePr>
          <p:nvPr/>
        </p:nvGraphicFramePr>
        <p:xfrm>
          <a:off x="1314450" y="1454150"/>
          <a:ext cx="6221413" cy="904875"/>
        </p:xfrm>
        <a:graphic>
          <a:graphicData uri="http://schemas.openxmlformats.org/presentationml/2006/ole">
            <mc:AlternateContent xmlns:mc="http://schemas.openxmlformats.org/markup-compatibility/2006">
              <mc:Choice xmlns:v="urn:schemas-microsoft-com:vml" Requires="v">
                <p:oleObj name="Equation" r:id="rId8" imgW="2705040" imgH="393480" progId="Equation.DSMT4">
                  <p:embed/>
                </p:oleObj>
              </mc:Choice>
              <mc:Fallback>
                <p:oleObj name="Equation" r:id="rId8" imgW="2705040" imgH="393480" progId="Equation.DSMT4">
                  <p:embed/>
                  <p:pic>
                    <p:nvPicPr>
                      <p:cNvPr id="57" name="Object 17">
                        <a:extLst>
                          <a:ext uri="{FF2B5EF4-FFF2-40B4-BE49-F238E27FC236}">
                            <a16:creationId xmlns:a16="http://schemas.microsoft.com/office/drawing/2014/main" id="{14CCB953-68FF-4213-843F-BE2B1A7904DA}"/>
                          </a:ext>
                        </a:extLst>
                      </p:cNvPr>
                      <p:cNvPicPr>
                        <a:picLocks noChangeAspect="1" noChangeArrowheads="1"/>
                      </p:cNvPicPr>
                      <p:nvPr/>
                    </p:nvPicPr>
                    <p:blipFill>
                      <a:blip r:embed="rId9"/>
                      <a:srcRect/>
                      <a:stretch>
                        <a:fillRect/>
                      </a:stretch>
                    </p:blipFill>
                    <p:spPr bwMode="auto">
                      <a:xfrm>
                        <a:off x="1314450" y="1454150"/>
                        <a:ext cx="6221413" cy="904875"/>
                      </a:xfrm>
                      <a:prstGeom prst="rect">
                        <a:avLst/>
                      </a:prstGeom>
                      <a:noFill/>
                      <a:ln>
                        <a:noFill/>
                      </a:ln>
                    </p:spPr>
                  </p:pic>
                </p:oleObj>
              </mc:Fallback>
            </mc:AlternateContent>
          </a:graphicData>
        </a:graphic>
      </p:graphicFrame>
      <p:graphicFrame>
        <p:nvGraphicFramePr>
          <p:cNvPr id="58" name="Object 18">
            <a:extLst>
              <a:ext uri="{FF2B5EF4-FFF2-40B4-BE49-F238E27FC236}">
                <a16:creationId xmlns:a16="http://schemas.microsoft.com/office/drawing/2014/main" id="{28F410F5-5512-4B57-A4F9-133F7B9D45BE}"/>
              </a:ext>
            </a:extLst>
          </p:cNvPr>
          <p:cNvGraphicFramePr>
            <a:graphicFrameLocks noChangeAspect="1"/>
          </p:cNvGraphicFramePr>
          <p:nvPr/>
        </p:nvGraphicFramePr>
        <p:xfrm>
          <a:off x="661988" y="2484438"/>
          <a:ext cx="6775450" cy="904875"/>
        </p:xfrm>
        <a:graphic>
          <a:graphicData uri="http://schemas.openxmlformats.org/presentationml/2006/ole">
            <mc:AlternateContent xmlns:mc="http://schemas.openxmlformats.org/markup-compatibility/2006">
              <mc:Choice xmlns:v="urn:schemas-microsoft-com:vml" Requires="v">
                <p:oleObj name="Equation" r:id="rId10" imgW="2946240" imgH="393480" progId="Equation.DSMT4">
                  <p:embed/>
                </p:oleObj>
              </mc:Choice>
              <mc:Fallback>
                <p:oleObj name="Equation" r:id="rId10" imgW="2946240" imgH="393480" progId="Equation.DSMT4">
                  <p:embed/>
                  <p:pic>
                    <p:nvPicPr>
                      <p:cNvPr id="58" name="Object 18">
                        <a:extLst>
                          <a:ext uri="{FF2B5EF4-FFF2-40B4-BE49-F238E27FC236}">
                            <a16:creationId xmlns:a16="http://schemas.microsoft.com/office/drawing/2014/main" id="{28F410F5-5512-4B57-A4F9-133F7B9D45BE}"/>
                          </a:ext>
                        </a:extLst>
                      </p:cNvPr>
                      <p:cNvPicPr>
                        <a:picLocks noChangeAspect="1" noChangeArrowheads="1"/>
                      </p:cNvPicPr>
                      <p:nvPr/>
                    </p:nvPicPr>
                    <p:blipFill>
                      <a:blip r:embed="rId11"/>
                      <a:srcRect/>
                      <a:stretch>
                        <a:fillRect/>
                      </a:stretch>
                    </p:blipFill>
                    <p:spPr bwMode="auto">
                      <a:xfrm>
                        <a:off x="661988" y="2484438"/>
                        <a:ext cx="6775450" cy="904875"/>
                      </a:xfrm>
                      <a:prstGeom prst="rect">
                        <a:avLst/>
                      </a:prstGeom>
                      <a:noFill/>
                      <a:ln>
                        <a:noFill/>
                      </a:ln>
                    </p:spPr>
                  </p:pic>
                </p:oleObj>
              </mc:Fallback>
            </mc:AlternateContent>
          </a:graphicData>
        </a:graphic>
      </p:graphicFrame>
      <p:pic>
        <p:nvPicPr>
          <p:cNvPr id="59" name="Picture 19">
            <a:extLst>
              <a:ext uri="{FF2B5EF4-FFF2-40B4-BE49-F238E27FC236}">
                <a16:creationId xmlns:a16="http://schemas.microsoft.com/office/drawing/2014/main" id="{C896FB35-4924-4AD4-87EE-32693890D297}"/>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52804"/>
          <a:stretch/>
        </p:blipFill>
        <p:spPr bwMode="auto">
          <a:xfrm>
            <a:off x="6252034" y="4541548"/>
            <a:ext cx="2381250"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Text Box 7">
            <a:extLst>
              <a:ext uri="{FF2B5EF4-FFF2-40B4-BE49-F238E27FC236}">
                <a16:creationId xmlns:a16="http://schemas.microsoft.com/office/drawing/2014/main" id="{6A194511-33DA-4442-8284-9B59C09E7E3B}"/>
              </a:ext>
            </a:extLst>
          </p:cNvPr>
          <p:cNvSpPr txBox="1">
            <a:spLocks noChangeArrowheads="1"/>
          </p:cNvSpPr>
          <p:nvPr/>
        </p:nvSpPr>
        <p:spPr bwMode="auto">
          <a:xfrm>
            <a:off x="791380" y="3630384"/>
            <a:ext cx="71294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将</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合成</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运算归纳为</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蝶形运算</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21" name="矩形 20"/>
          <p:cNvSpPr/>
          <p:nvPr/>
        </p:nvSpPr>
        <p:spPr>
          <a:xfrm>
            <a:off x="7840392" y="1581781"/>
            <a:ext cx="132279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(3.60a) </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 name="矩形 21"/>
          <p:cNvSpPr/>
          <p:nvPr/>
        </p:nvSpPr>
        <p:spPr>
          <a:xfrm>
            <a:off x="7821202" y="2555761"/>
            <a:ext cx="134363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(3.60b) </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23" name="Object 18">
            <a:extLst>
              <a:ext uri="{FF2B5EF4-FFF2-40B4-BE49-F238E27FC236}">
                <a16:creationId xmlns:a16="http://schemas.microsoft.com/office/drawing/2014/main" id="{28F410F5-5512-4B57-A4F9-133F7B9D45BE}"/>
              </a:ext>
            </a:extLst>
          </p:cNvPr>
          <p:cNvGraphicFramePr>
            <a:graphicFrameLocks noChangeAspect="1"/>
          </p:cNvGraphicFramePr>
          <p:nvPr/>
        </p:nvGraphicFramePr>
        <p:xfrm>
          <a:off x="2879552" y="5841775"/>
          <a:ext cx="468312" cy="379413"/>
        </p:xfrm>
        <a:graphic>
          <a:graphicData uri="http://schemas.openxmlformats.org/presentationml/2006/ole">
            <mc:AlternateContent xmlns:mc="http://schemas.openxmlformats.org/markup-compatibility/2006">
              <mc:Choice xmlns:v="urn:schemas-microsoft-com:vml" Requires="v">
                <p:oleObj name="Equation" r:id="rId13" imgW="203040" imgH="164880" progId="Equation.DSMT4">
                  <p:embed/>
                </p:oleObj>
              </mc:Choice>
              <mc:Fallback>
                <p:oleObj name="Equation" r:id="rId13" imgW="203040" imgH="164880" progId="Equation.DSMT4">
                  <p:embed/>
                  <p:pic>
                    <p:nvPicPr>
                      <p:cNvPr id="23" name="Object 18">
                        <a:extLst>
                          <a:ext uri="{FF2B5EF4-FFF2-40B4-BE49-F238E27FC236}">
                            <a16:creationId xmlns:a16="http://schemas.microsoft.com/office/drawing/2014/main" id="{28F410F5-5512-4B57-A4F9-133F7B9D45BE}"/>
                          </a:ext>
                        </a:extLst>
                      </p:cNvPr>
                      <p:cNvPicPr>
                        <a:picLocks noChangeAspect="1" noChangeArrowheads="1"/>
                      </p:cNvPicPr>
                      <p:nvPr/>
                    </p:nvPicPr>
                    <p:blipFill>
                      <a:blip r:embed="rId14"/>
                      <a:srcRect/>
                      <a:stretch>
                        <a:fillRect/>
                      </a:stretch>
                    </p:blipFill>
                    <p:spPr bwMode="auto">
                      <a:xfrm>
                        <a:off x="2879552" y="5841775"/>
                        <a:ext cx="468312" cy="379413"/>
                      </a:xfrm>
                      <a:prstGeom prst="rect">
                        <a:avLst/>
                      </a:prstGeom>
                      <a:noFill/>
                      <a:ln>
                        <a:noFill/>
                      </a:ln>
                    </p:spPr>
                  </p:pic>
                </p:oleObj>
              </mc:Fallback>
            </mc:AlternateContent>
          </a:graphicData>
        </a:graphic>
      </p:graphicFrame>
      <p:sp>
        <p:nvSpPr>
          <p:cNvPr id="25" name="Rectangle 1034"/>
          <p:cNvSpPr>
            <a:spLocks noChangeArrowheads="1"/>
          </p:cNvSpPr>
          <p:nvPr/>
        </p:nvSpPr>
        <p:spPr bwMode="auto">
          <a:xfrm>
            <a:off x="490537" y="914400"/>
            <a:ext cx="84248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可见，一个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可以从两个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求出</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5"/>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6"/>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7551089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6"/>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47"/>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par>
                          <p:cTn id="25" fill="hold">
                            <p:stCondLst>
                              <p:cond delay="0"/>
                            </p:stCondLst>
                            <p:childTnLst>
                              <p:par>
                                <p:cTn id="26" presetID="3" presetClass="entr" presetSubtype="10" fill="hold" nodeType="after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blinds(horizontal)">
                                      <p:cBhvr>
                                        <p:cTn id="28"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5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nvGraphicFramePr>
        <p:xfrm>
          <a:off x="263525" y="3249613"/>
          <a:ext cx="788988" cy="468312"/>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4" name="Object 4"/>
                      <p:cNvPicPr>
                        <a:picLocks noChangeAspect="1" noChangeArrowheads="1"/>
                      </p:cNvPicPr>
                      <p:nvPr/>
                    </p:nvPicPr>
                    <p:blipFill>
                      <a:blip r:embed="rId3"/>
                      <a:srcRect/>
                      <a:stretch>
                        <a:fillRect/>
                      </a:stretch>
                    </p:blipFill>
                    <p:spPr bwMode="auto">
                      <a:xfrm>
                        <a:off x="263525" y="3249613"/>
                        <a:ext cx="788988"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p:cNvGraphicFramePr>
            <a:graphicFrameLocks noChangeAspect="1"/>
          </p:cNvGraphicFramePr>
          <p:nvPr/>
        </p:nvGraphicFramePr>
        <p:xfrm>
          <a:off x="3178175" y="1971675"/>
          <a:ext cx="892175" cy="528638"/>
        </p:xfrm>
        <a:graphic>
          <a:graphicData uri="http://schemas.openxmlformats.org/presentationml/2006/ole">
            <mc:AlternateContent xmlns:mc="http://schemas.openxmlformats.org/markup-compatibility/2006">
              <mc:Choice xmlns:v="urn:schemas-microsoft-com:vml" Requires="v">
                <p:oleObj name="Equation" r:id="rId4" imgW="342720" imgH="203040" progId="Equation.DSMT4">
                  <p:embed/>
                </p:oleObj>
              </mc:Choice>
              <mc:Fallback>
                <p:oleObj name="Equation" r:id="rId4" imgW="342720" imgH="203040" progId="Equation.DSMT4">
                  <p:embed/>
                  <p:pic>
                    <p:nvPicPr>
                      <p:cNvPr id="5" name="Object 4"/>
                      <p:cNvPicPr>
                        <a:picLocks noChangeAspect="1" noChangeArrowheads="1"/>
                      </p:cNvPicPr>
                      <p:nvPr/>
                    </p:nvPicPr>
                    <p:blipFill>
                      <a:blip r:embed="rId5"/>
                      <a:srcRect/>
                      <a:stretch>
                        <a:fillRect/>
                      </a:stretch>
                    </p:blipFill>
                    <p:spPr bwMode="auto">
                      <a:xfrm>
                        <a:off x="3178175" y="1971675"/>
                        <a:ext cx="892175"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3222625" y="4752975"/>
          <a:ext cx="858838" cy="527050"/>
        </p:xfrm>
        <a:graphic>
          <a:graphicData uri="http://schemas.openxmlformats.org/presentationml/2006/ole">
            <mc:AlternateContent xmlns:mc="http://schemas.openxmlformats.org/markup-compatibility/2006">
              <mc:Choice xmlns:v="urn:schemas-microsoft-com:vml" Requires="v">
                <p:oleObj name="Equation" r:id="rId6" imgW="330120" imgH="203040" progId="Equation.DSMT4">
                  <p:embed/>
                </p:oleObj>
              </mc:Choice>
              <mc:Fallback>
                <p:oleObj name="Equation" r:id="rId6" imgW="330120" imgH="203040" progId="Equation.DSMT4">
                  <p:embed/>
                  <p:pic>
                    <p:nvPicPr>
                      <p:cNvPr id="6" name="Object 4"/>
                      <p:cNvPicPr>
                        <a:picLocks noChangeAspect="1" noChangeArrowheads="1"/>
                      </p:cNvPicPr>
                      <p:nvPr/>
                    </p:nvPicPr>
                    <p:blipFill>
                      <a:blip r:embed="rId7"/>
                      <a:srcRect/>
                      <a:stretch>
                        <a:fillRect/>
                      </a:stretch>
                    </p:blipFill>
                    <p:spPr bwMode="auto">
                      <a:xfrm>
                        <a:off x="3222625" y="4752975"/>
                        <a:ext cx="858838"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7" name="直接连接符 6"/>
          <p:cNvCxnSpPr/>
          <p:nvPr/>
        </p:nvCxnSpPr>
        <p:spPr>
          <a:xfrm flipV="1">
            <a:off x="2264760" y="2462744"/>
            <a:ext cx="655200" cy="7386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2233361" y="3837290"/>
            <a:ext cx="797510" cy="919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对象 14"/>
          <p:cNvGraphicFramePr>
            <a:graphicFrameLocks noChangeAspect="1"/>
          </p:cNvGraphicFramePr>
          <p:nvPr/>
        </p:nvGraphicFramePr>
        <p:xfrm>
          <a:off x="1157288" y="1497013"/>
          <a:ext cx="776287" cy="4248150"/>
        </p:xfrm>
        <a:graphic>
          <a:graphicData uri="http://schemas.openxmlformats.org/presentationml/2006/ole">
            <mc:AlternateContent xmlns:mc="http://schemas.openxmlformats.org/markup-compatibility/2006">
              <mc:Choice xmlns:v="urn:schemas-microsoft-com:vml" Requires="v">
                <p:oleObj name="Equation" r:id="rId8" imgW="330120" imgH="1803240" progId="Equation.DSMT4">
                  <p:embed/>
                </p:oleObj>
              </mc:Choice>
              <mc:Fallback>
                <p:oleObj name="Equation" r:id="rId8" imgW="330120" imgH="1803240" progId="Equation.DSMT4">
                  <p:embed/>
                  <p:pic>
                    <p:nvPicPr>
                      <p:cNvPr id="15" name="对象 14"/>
                      <p:cNvPicPr>
                        <a:picLocks noChangeAspect="1" noChangeArrowheads="1"/>
                      </p:cNvPicPr>
                      <p:nvPr/>
                    </p:nvPicPr>
                    <p:blipFill>
                      <a:blip r:embed="rId9"/>
                      <a:srcRect/>
                      <a:stretch>
                        <a:fillRect/>
                      </a:stretch>
                    </p:blipFill>
                    <p:spPr bwMode="auto">
                      <a:xfrm>
                        <a:off x="1157288" y="1497013"/>
                        <a:ext cx="776287"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4278313" y="1217613"/>
          <a:ext cx="776287" cy="2093912"/>
        </p:xfrm>
        <a:graphic>
          <a:graphicData uri="http://schemas.openxmlformats.org/presentationml/2006/ole">
            <mc:AlternateContent xmlns:mc="http://schemas.openxmlformats.org/markup-compatibility/2006">
              <mc:Choice xmlns:v="urn:schemas-microsoft-com:vml" Requires="v">
                <p:oleObj name="Equation" r:id="rId10" imgW="330120" imgH="888840" progId="Equation.DSMT4">
                  <p:embed/>
                </p:oleObj>
              </mc:Choice>
              <mc:Fallback>
                <p:oleObj name="Equation" r:id="rId10" imgW="330120" imgH="888840" progId="Equation.DSMT4">
                  <p:embed/>
                  <p:pic>
                    <p:nvPicPr>
                      <p:cNvPr id="16" name="对象 15"/>
                      <p:cNvPicPr>
                        <a:picLocks noChangeAspect="1" noChangeArrowheads="1"/>
                      </p:cNvPicPr>
                      <p:nvPr/>
                    </p:nvPicPr>
                    <p:blipFill>
                      <a:blip r:embed="rId11"/>
                      <a:srcRect/>
                      <a:stretch>
                        <a:fillRect/>
                      </a:stretch>
                    </p:blipFill>
                    <p:spPr bwMode="auto">
                      <a:xfrm>
                        <a:off x="4278313" y="1217613"/>
                        <a:ext cx="776287"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4273550" y="4081463"/>
          <a:ext cx="774700" cy="2093912"/>
        </p:xfrm>
        <a:graphic>
          <a:graphicData uri="http://schemas.openxmlformats.org/presentationml/2006/ole">
            <mc:AlternateContent xmlns:mc="http://schemas.openxmlformats.org/markup-compatibility/2006">
              <mc:Choice xmlns:v="urn:schemas-microsoft-com:vml" Requires="v">
                <p:oleObj name="Equation" r:id="rId12" imgW="330120" imgH="888840" progId="Equation.DSMT4">
                  <p:embed/>
                </p:oleObj>
              </mc:Choice>
              <mc:Fallback>
                <p:oleObj name="Equation" r:id="rId12" imgW="330120" imgH="888840" progId="Equation.DSMT4">
                  <p:embed/>
                  <p:pic>
                    <p:nvPicPr>
                      <p:cNvPr id="17" name="对象 16"/>
                      <p:cNvPicPr>
                        <a:picLocks noChangeAspect="1" noChangeArrowheads="1"/>
                      </p:cNvPicPr>
                      <p:nvPr/>
                    </p:nvPicPr>
                    <p:blipFill>
                      <a:blip r:embed="rId13"/>
                      <a:srcRect/>
                      <a:stretch>
                        <a:fillRect/>
                      </a:stretch>
                    </p:blipFill>
                    <p:spPr bwMode="auto">
                      <a:xfrm>
                        <a:off x="4273550" y="4081463"/>
                        <a:ext cx="774700"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nvGraphicFramePr>
        <p:xfrm>
          <a:off x="0" y="3837290"/>
          <a:ext cx="1252538" cy="373062"/>
        </p:xfrm>
        <a:graphic>
          <a:graphicData uri="http://schemas.openxmlformats.org/presentationml/2006/ole">
            <mc:AlternateContent xmlns:mc="http://schemas.openxmlformats.org/markup-compatibility/2006">
              <mc:Choice xmlns:v="urn:schemas-microsoft-com:vml" Requires="v">
                <p:oleObj name="Equation" r:id="rId14" imgW="596880" imgH="177480" progId="Equation.DSMT4">
                  <p:embed/>
                </p:oleObj>
              </mc:Choice>
              <mc:Fallback>
                <p:oleObj name="Equation" r:id="rId14" imgW="596880" imgH="177480" progId="Equation.DSMT4">
                  <p:embed/>
                  <p:pic>
                    <p:nvPicPr>
                      <p:cNvPr id="24" name="对象 23"/>
                      <p:cNvPicPr>
                        <a:picLocks noChangeAspect="1" noChangeArrowheads="1"/>
                      </p:cNvPicPr>
                      <p:nvPr/>
                    </p:nvPicPr>
                    <p:blipFill>
                      <a:blip r:embed="rId15"/>
                      <a:srcRect/>
                      <a:stretch>
                        <a:fillRect/>
                      </a:stretch>
                    </p:blipFill>
                    <p:spPr bwMode="auto">
                      <a:xfrm>
                        <a:off x="0" y="3837290"/>
                        <a:ext cx="1252538"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对象 24"/>
          <p:cNvGraphicFramePr>
            <a:graphicFrameLocks noChangeAspect="1"/>
          </p:cNvGraphicFramePr>
          <p:nvPr/>
        </p:nvGraphicFramePr>
        <p:xfrm>
          <a:off x="2944674" y="2620806"/>
          <a:ext cx="1252538" cy="373062"/>
        </p:xfrm>
        <a:graphic>
          <a:graphicData uri="http://schemas.openxmlformats.org/presentationml/2006/ole">
            <mc:AlternateContent xmlns:mc="http://schemas.openxmlformats.org/markup-compatibility/2006">
              <mc:Choice xmlns:v="urn:schemas-microsoft-com:vml" Requires="v">
                <p:oleObj name="Equation" r:id="rId16" imgW="596880" imgH="177480" progId="Equation.DSMT4">
                  <p:embed/>
                </p:oleObj>
              </mc:Choice>
              <mc:Fallback>
                <p:oleObj name="Equation" r:id="rId16" imgW="596880" imgH="177480" progId="Equation.DSMT4">
                  <p:embed/>
                  <p:pic>
                    <p:nvPicPr>
                      <p:cNvPr id="25" name="对象 24"/>
                      <p:cNvPicPr>
                        <a:picLocks noChangeAspect="1" noChangeArrowheads="1"/>
                      </p:cNvPicPr>
                      <p:nvPr/>
                    </p:nvPicPr>
                    <p:blipFill>
                      <a:blip r:embed="rId17"/>
                      <a:srcRect/>
                      <a:stretch>
                        <a:fillRect/>
                      </a:stretch>
                    </p:blipFill>
                    <p:spPr bwMode="auto">
                      <a:xfrm>
                        <a:off x="2944674" y="2620806"/>
                        <a:ext cx="1252538"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对象 25"/>
          <p:cNvGraphicFramePr>
            <a:graphicFrameLocks noChangeAspect="1"/>
          </p:cNvGraphicFramePr>
          <p:nvPr/>
        </p:nvGraphicFramePr>
        <p:xfrm>
          <a:off x="2981443" y="5391633"/>
          <a:ext cx="1252537" cy="373063"/>
        </p:xfrm>
        <a:graphic>
          <a:graphicData uri="http://schemas.openxmlformats.org/presentationml/2006/ole">
            <mc:AlternateContent xmlns:mc="http://schemas.openxmlformats.org/markup-compatibility/2006">
              <mc:Choice xmlns:v="urn:schemas-microsoft-com:vml" Requires="v">
                <p:oleObj name="Equation" r:id="rId16" imgW="596880" imgH="177480" progId="Equation.DSMT4">
                  <p:embed/>
                </p:oleObj>
              </mc:Choice>
              <mc:Fallback>
                <p:oleObj name="Equation" r:id="rId16" imgW="596880" imgH="177480" progId="Equation.DSMT4">
                  <p:embed/>
                  <p:pic>
                    <p:nvPicPr>
                      <p:cNvPr id="26" name="对象 2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1443" y="5391633"/>
                        <a:ext cx="1252537"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9"/>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0"/>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81789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507" name="Text Box 3">
            <a:extLst>
              <a:ext uri="{FF2B5EF4-FFF2-40B4-BE49-F238E27FC236}">
                <a16:creationId xmlns:a16="http://schemas.microsoft.com/office/drawing/2014/main" id="{7953C50E-3D44-4EB1-A29A-947000477DCB}"/>
              </a:ext>
            </a:extLst>
          </p:cNvPr>
          <p:cNvSpPr txBox="1">
            <a:spLocks noChangeArrowheads="1"/>
          </p:cNvSpPr>
          <p:nvPr/>
        </p:nvSpPr>
        <p:spPr bwMode="auto">
          <a:xfrm>
            <a:off x="3171354" y="1731863"/>
            <a:ext cx="1082675" cy="1633537"/>
          </a:xfrm>
          <a:prstGeom prst="rect">
            <a:avLst/>
          </a:prstGeom>
          <a:solidFill>
            <a:srgbClr val="FFFFFF"/>
          </a:solidFill>
          <a:ln w="9525">
            <a:solidFill>
              <a:srgbClr val="000000"/>
            </a:solid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p>
        </p:txBody>
      </p:sp>
      <p:sp>
        <p:nvSpPr>
          <p:cNvPr id="17411" name="Line 4">
            <a:extLst>
              <a:ext uri="{FF2B5EF4-FFF2-40B4-BE49-F238E27FC236}">
                <a16:creationId xmlns:a16="http://schemas.microsoft.com/office/drawing/2014/main" id="{52611E67-8DC3-430C-A783-F4E5C59B1759}"/>
              </a:ext>
            </a:extLst>
          </p:cNvPr>
          <p:cNvSpPr>
            <a:spLocks noChangeShapeType="1"/>
          </p:cNvSpPr>
          <p:nvPr/>
        </p:nvSpPr>
        <p:spPr bwMode="auto">
          <a:xfrm>
            <a:off x="2088679" y="1935063"/>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2" name="Line 5">
            <a:extLst>
              <a:ext uri="{FF2B5EF4-FFF2-40B4-BE49-F238E27FC236}">
                <a16:creationId xmlns:a16="http://schemas.microsoft.com/office/drawing/2014/main" id="{957CF0F2-94E7-40CE-B785-76936A7BBBAC}"/>
              </a:ext>
            </a:extLst>
          </p:cNvPr>
          <p:cNvSpPr>
            <a:spLocks noChangeShapeType="1"/>
          </p:cNvSpPr>
          <p:nvPr/>
        </p:nvSpPr>
        <p:spPr bwMode="auto">
          <a:xfrm>
            <a:off x="2088679" y="2344638"/>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3" name="Line 6">
            <a:extLst>
              <a:ext uri="{FF2B5EF4-FFF2-40B4-BE49-F238E27FC236}">
                <a16:creationId xmlns:a16="http://schemas.microsoft.com/office/drawing/2014/main" id="{5E2CCFDD-5249-4F7A-A38A-ACB255F156DF}"/>
              </a:ext>
            </a:extLst>
          </p:cNvPr>
          <p:cNvSpPr>
            <a:spLocks noChangeShapeType="1"/>
          </p:cNvSpPr>
          <p:nvPr/>
        </p:nvSpPr>
        <p:spPr bwMode="auto">
          <a:xfrm>
            <a:off x="2088679" y="2752625"/>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4" name="Line 7">
            <a:extLst>
              <a:ext uri="{FF2B5EF4-FFF2-40B4-BE49-F238E27FC236}">
                <a16:creationId xmlns:a16="http://schemas.microsoft.com/office/drawing/2014/main" id="{E940AA05-59DA-4E9D-B56E-EE6C8EEDF7E1}"/>
              </a:ext>
            </a:extLst>
          </p:cNvPr>
          <p:cNvSpPr>
            <a:spLocks noChangeShapeType="1"/>
          </p:cNvSpPr>
          <p:nvPr/>
        </p:nvSpPr>
        <p:spPr bwMode="auto">
          <a:xfrm>
            <a:off x="2088679" y="3162200"/>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5" name="Line 8">
            <a:extLst>
              <a:ext uri="{FF2B5EF4-FFF2-40B4-BE49-F238E27FC236}">
                <a16:creationId xmlns:a16="http://schemas.microsoft.com/office/drawing/2014/main" id="{0BC5FAD4-7104-4E54-A7E4-0E94BFBD1D76}"/>
              </a:ext>
            </a:extLst>
          </p:cNvPr>
          <p:cNvSpPr>
            <a:spLocks noChangeShapeType="1"/>
          </p:cNvSpPr>
          <p:nvPr/>
        </p:nvSpPr>
        <p:spPr bwMode="auto">
          <a:xfrm>
            <a:off x="4254029" y="1935063"/>
            <a:ext cx="1081088"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6" name="Line 9">
            <a:extLst>
              <a:ext uri="{FF2B5EF4-FFF2-40B4-BE49-F238E27FC236}">
                <a16:creationId xmlns:a16="http://schemas.microsoft.com/office/drawing/2014/main" id="{CD764A34-510C-4069-81AA-C506D8A52E18}"/>
              </a:ext>
            </a:extLst>
          </p:cNvPr>
          <p:cNvSpPr>
            <a:spLocks noChangeShapeType="1"/>
          </p:cNvSpPr>
          <p:nvPr/>
        </p:nvSpPr>
        <p:spPr bwMode="auto">
          <a:xfrm>
            <a:off x="4254029" y="2344638"/>
            <a:ext cx="108108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7" name="Line 10">
            <a:extLst>
              <a:ext uri="{FF2B5EF4-FFF2-40B4-BE49-F238E27FC236}">
                <a16:creationId xmlns:a16="http://schemas.microsoft.com/office/drawing/2014/main" id="{34F46220-9EFE-449D-87DA-EC29609C4802}"/>
              </a:ext>
            </a:extLst>
          </p:cNvPr>
          <p:cNvSpPr>
            <a:spLocks noChangeShapeType="1"/>
          </p:cNvSpPr>
          <p:nvPr/>
        </p:nvSpPr>
        <p:spPr bwMode="auto">
          <a:xfrm>
            <a:off x="4254029" y="2752625"/>
            <a:ext cx="1081088" cy="0"/>
          </a:xfrm>
          <a:prstGeom prst="line">
            <a:avLst/>
          </a:prstGeom>
          <a:noFill/>
          <a:ln w="2540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8" name="Line 11">
            <a:extLst>
              <a:ext uri="{FF2B5EF4-FFF2-40B4-BE49-F238E27FC236}">
                <a16:creationId xmlns:a16="http://schemas.microsoft.com/office/drawing/2014/main" id="{D1E97839-4C42-43F2-B61C-5EC41EF5D1DF}"/>
              </a:ext>
            </a:extLst>
          </p:cNvPr>
          <p:cNvSpPr>
            <a:spLocks noChangeShapeType="1"/>
          </p:cNvSpPr>
          <p:nvPr/>
        </p:nvSpPr>
        <p:spPr bwMode="auto">
          <a:xfrm>
            <a:off x="4254029" y="3162200"/>
            <a:ext cx="1081088" cy="0"/>
          </a:xfrm>
          <a:prstGeom prst="line">
            <a:avLst/>
          </a:prstGeom>
          <a:noFill/>
          <a:ln w="254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19" name="Line 12">
            <a:extLst>
              <a:ext uri="{FF2B5EF4-FFF2-40B4-BE49-F238E27FC236}">
                <a16:creationId xmlns:a16="http://schemas.microsoft.com/office/drawing/2014/main" id="{9831C701-6296-4839-806A-07A93B3C8204}"/>
              </a:ext>
            </a:extLst>
          </p:cNvPr>
          <p:cNvSpPr>
            <a:spLocks noChangeShapeType="1"/>
          </p:cNvSpPr>
          <p:nvPr/>
        </p:nvSpPr>
        <p:spPr bwMode="auto">
          <a:xfrm>
            <a:off x="5335117" y="1939825"/>
            <a:ext cx="1624012" cy="0"/>
          </a:xfrm>
          <a:prstGeom prst="line">
            <a:avLst/>
          </a:prstGeom>
          <a:noFill/>
          <a:ln w="25400">
            <a:solidFill>
              <a:srgbClr val="FF0000"/>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20" name="Line 13">
            <a:extLst>
              <a:ext uri="{FF2B5EF4-FFF2-40B4-BE49-F238E27FC236}">
                <a16:creationId xmlns:a16="http://schemas.microsoft.com/office/drawing/2014/main" id="{6AEE0184-96DE-4419-82D3-FEA56D163CC6}"/>
              </a:ext>
            </a:extLst>
          </p:cNvPr>
          <p:cNvSpPr>
            <a:spLocks noChangeShapeType="1"/>
          </p:cNvSpPr>
          <p:nvPr/>
        </p:nvSpPr>
        <p:spPr bwMode="auto">
          <a:xfrm>
            <a:off x="5335117" y="2344638"/>
            <a:ext cx="1624012" cy="0"/>
          </a:xfrm>
          <a:prstGeom prst="line">
            <a:avLst/>
          </a:prstGeom>
          <a:noFill/>
          <a:ln w="25400">
            <a:solidFill>
              <a:srgbClr val="000000"/>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21" name="Line 14">
            <a:extLst>
              <a:ext uri="{FF2B5EF4-FFF2-40B4-BE49-F238E27FC236}">
                <a16:creationId xmlns:a16="http://schemas.microsoft.com/office/drawing/2014/main" id="{75360993-FB4E-4802-9224-803A87AB8F2F}"/>
              </a:ext>
            </a:extLst>
          </p:cNvPr>
          <p:cNvSpPr>
            <a:spLocks noChangeShapeType="1"/>
          </p:cNvSpPr>
          <p:nvPr/>
        </p:nvSpPr>
        <p:spPr bwMode="auto">
          <a:xfrm>
            <a:off x="5335117" y="2752625"/>
            <a:ext cx="1624012" cy="0"/>
          </a:xfrm>
          <a:prstGeom prst="line">
            <a:avLst/>
          </a:prstGeom>
          <a:noFill/>
          <a:ln w="25400">
            <a:solidFill>
              <a:srgbClr val="FF00FF"/>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22" name="Line 15">
            <a:extLst>
              <a:ext uri="{FF2B5EF4-FFF2-40B4-BE49-F238E27FC236}">
                <a16:creationId xmlns:a16="http://schemas.microsoft.com/office/drawing/2014/main" id="{2B73E48B-5906-4623-8B8D-FABE20BC78F1}"/>
              </a:ext>
            </a:extLst>
          </p:cNvPr>
          <p:cNvSpPr>
            <a:spLocks noChangeShapeType="1"/>
          </p:cNvSpPr>
          <p:nvPr/>
        </p:nvSpPr>
        <p:spPr bwMode="auto">
          <a:xfrm>
            <a:off x="5335117" y="3162200"/>
            <a:ext cx="1624012" cy="0"/>
          </a:xfrm>
          <a:prstGeom prst="line">
            <a:avLst/>
          </a:prstGeom>
          <a:noFill/>
          <a:ln w="25400">
            <a:solidFill>
              <a:srgbClr val="0000CC"/>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20" name="Text Box 16">
            <a:extLst>
              <a:ext uri="{FF2B5EF4-FFF2-40B4-BE49-F238E27FC236}">
                <a16:creationId xmlns:a16="http://schemas.microsoft.com/office/drawing/2014/main" id="{6DF8656F-AD95-4D4D-A58C-E72F0E0C3C7A}"/>
              </a:ext>
            </a:extLst>
          </p:cNvPr>
          <p:cNvSpPr txBox="1">
            <a:spLocks noChangeArrowheads="1"/>
          </p:cNvSpPr>
          <p:nvPr/>
        </p:nvSpPr>
        <p:spPr bwMode="auto">
          <a:xfrm>
            <a:off x="4254029" y="1527075"/>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405521" name="Text Box 17">
            <a:extLst>
              <a:ext uri="{FF2B5EF4-FFF2-40B4-BE49-F238E27FC236}">
                <a16:creationId xmlns:a16="http://schemas.microsoft.com/office/drawing/2014/main" id="{107B70C5-78F0-4E59-9081-F409D47DC303}"/>
              </a:ext>
            </a:extLst>
          </p:cNvPr>
          <p:cNvSpPr txBox="1">
            <a:spLocks noChangeArrowheads="1"/>
          </p:cNvSpPr>
          <p:nvPr/>
        </p:nvSpPr>
        <p:spPr bwMode="auto">
          <a:xfrm>
            <a:off x="4254029" y="1935063"/>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22" name="Text Box 18">
            <a:extLst>
              <a:ext uri="{FF2B5EF4-FFF2-40B4-BE49-F238E27FC236}">
                <a16:creationId xmlns:a16="http://schemas.microsoft.com/office/drawing/2014/main" id="{64B751D8-3AA3-4442-B727-7D3E13A090F6}"/>
              </a:ext>
            </a:extLst>
          </p:cNvPr>
          <p:cNvSpPr txBox="1">
            <a:spLocks noChangeArrowheads="1"/>
          </p:cNvSpPr>
          <p:nvPr/>
        </p:nvSpPr>
        <p:spPr bwMode="auto">
          <a:xfrm>
            <a:off x="4254029" y="2376388"/>
            <a:ext cx="7207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05523" name="Text Box 19">
            <a:extLst>
              <a:ext uri="{FF2B5EF4-FFF2-40B4-BE49-F238E27FC236}">
                <a16:creationId xmlns:a16="http://schemas.microsoft.com/office/drawing/2014/main" id="{75819986-1217-4551-8ACD-84932ACA79EE}"/>
              </a:ext>
            </a:extLst>
          </p:cNvPr>
          <p:cNvSpPr txBox="1">
            <a:spLocks noChangeArrowheads="1"/>
          </p:cNvSpPr>
          <p:nvPr/>
        </p:nvSpPr>
        <p:spPr bwMode="auto">
          <a:xfrm>
            <a:off x="4254029" y="2832000"/>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405524" name="Text Box 20">
            <a:extLst>
              <a:ext uri="{FF2B5EF4-FFF2-40B4-BE49-F238E27FC236}">
                <a16:creationId xmlns:a16="http://schemas.microsoft.com/office/drawing/2014/main" id="{1F1A8A38-6146-4073-9745-8A20A872E7C5}"/>
              </a:ext>
            </a:extLst>
          </p:cNvPr>
          <p:cNvSpPr txBox="1">
            <a:spLocks noChangeArrowheads="1"/>
          </p:cNvSpPr>
          <p:nvPr/>
        </p:nvSpPr>
        <p:spPr bwMode="auto">
          <a:xfrm>
            <a:off x="7235354" y="1331813"/>
            <a:ext cx="7223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endPar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405525" name="Text Box 21">
            <a:extLst>
              <a:ext uri="{FF2B5EF4-FFF2-40B4-BE49-F238E27FC236}">
                <a16:creationId xmlns:a16="http://schemas.microsoft.com/office/drawing/2014/main" id="{47D95925-A12D-4D61-A65D-0C2A0E87CD4B}"/>
              </a:ext>
            </a:extLst>
          </p:cNvPr>
          <p:cNvSpPr txBox="1">
            <a:spLocks noChangeArrowheads="1"/>
          </p:cNvSpPr>
          <p:nvPr/>
        </p:nvSpPr>
        <p:spPr bwMode="auto">
          <a:xfrm>
            <a:off x="7235354" y="1739800"/>
            <a:ext cx="7223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26" name="Text Box 22">
            <a:extLst>
              <a:ext uri="{FF2B5EF4-FFF2-40B4-BE49-F238E27FC236}">
                <a16:creationId xmlns:a16="http://schemas.microsoft.com/office/drawing/2014/main" id="{F5A0DD89-5B49-48F0-96D8-B4EAFE138B21}"/>
              </a:ext>
            </a:extLst>
          </p:cNvPr>
          <p:cNvSpPr txBox="1">
            <a:spLocks noChangeArrowheads="1"/>
          </p:cNvSpPr>
          <p:nvPr/>
        </p:nvSpPr>
        <p:spPr bwMode="auto">
          <a:xfrm>
            <a:off x="7235354" y="2149375"/>
            <a:ext cx="722313"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rPr>
              <a:t>(2)</a:t>
            </a:r>
            <a:endParaRPr kumimoji="1" lang="en-US" altLang="zh-CN" sz="2400" b="0"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05527" name="Text Box 23">
            <a:extLst>
              <a:ext uri="{FF2B5EF4-FFF2-40B4-BE49-F238E27FC236}">
                <a16:creationId xmlns:a16="http://schemas.microsoft.com/office/drawing/2014/main" id="{A7B60F5A-5E2E-4A23-8994-3E92BE65C656}"/>
              </a:ext>
            </a:extLst>
          </p:cNvPr>
          <p:cNvSpPr txBox="1">
            <a:spLocks noChangeArrowheads="1"/>
          </p:cNvSpPr>
          <p:nvPr/>
        </p:nvSpPr>
        <p:spPr bwMode="auto">
          <a:xfrm>
            <a:off x="7235354" y="2557362"/>
            <a:ext cx="722313" cy="100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(3)</a:t>
            </a:r>
          </a:p>
        </p:txBody>
      </p:sp>
      <p:sp>
        <p:nvSpPr>
          <p:cNvPr id="405528" name="Text Box 24">
            <a:extLst>
              <a:ext uri="{FF2B5EF4-FFF2-40B4-BE49-F238E27FC236}">
                <a16:creationId xmlns:a16="http://schemas.microsoft.com/office/drawing/2014/main" id="{9EF2A69A-A297-44D5-A078-F750EB8B83A7}"/>
              </a:ext>
            </a:extLst>
          </p:cNvPr>
          <p:cNvSpPr txBox="1">
            <a:spLocks noChangeArrowheads="1"/>
          </p:cNvSpPr>
          <p:nvPr/>
        </p:nvSpPr>
        <p:spPr bwMode="auto">
          <a:xfrm>
            <a:off x="1331442" y="1311175"/>
            <a:ext cx="7223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(0)</a:t>
            </a:r>
            <a:endPar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29" name="Text Box 25">
            <a:extLst>
              <a:ext uri="{FF2B5EF4-FFF2-40B4-BE49-F238E27FC236}">
                <a16:creationId xmlns:a16="http://schemas.microsoft.com/office/drawing/2014/main" id="{EC403B0A-32AB-409C-A931-698CB7920FE2}"/>
              </a:ext>
            </a:extLst>
          </p:cNvPr>
          <p:cNvSpPr txBox="1">
            <a:spLocks noChangeArrowheads="1"/>
          </p:cNvSpPr>
          <p:nvPr/>
        </p:nvSpPr>
        <p:spPr bwMode="auto">
          <a:xfrm>
            <a:off x="1331442" y="1690588"/>
            <a:ext cx="722312"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30" name="Text Box 26">
            <a:extLst>
              <a:ext uri="{FF2B5EF4-FFF2-40B4-BE49-F238E27FC236}">
                <a16:creationId xmlns:a16="http://schemas.microsoft.com/office/drawing/2014/main" id="{16A03277-8CC8-45DC-A3ED-1ABE742D6CFB}"/>
              </a:ext>
            </a:extLst>
          </p:cNvPr>
          <p:cNvSpPr txBox="1">
            <a:spLocks noChangeArrowheads="1"/>
          </p:cNvSpPr>
          <p:nvPr/>
        </p:nvSpPr>
        <p:spPr bwMode="auto">
          <a:xfrm>
            <a:off x="1331442" y="2100163"/>
            <a:ext cx="7223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(4)</a:t>
            </a:r>
            <a:endPar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31" name="Text Box 27">
            <a:extLst>
              <a:ext uri="{FF2B5EF4-FFF2-40B4-BE49-F238E27FC236}">
                <a16:creationId xmlns:a16="http://schemas.microsoft.com/office/drawing/2014/main" id="{E4933962-A138-4345-957A-F9A94C404E0C}"/>
              </a:ext>
            </a:extLst>
          </p:cNvPr>
          <p:cNvSpPr txBox="1">
            <a:spLocks noChangeArrowheads="1"/>
          </p:cNvSpPr>
          <p:nvPr/>
        </p:nvSpPr>
        <p:spPr bwMode="auto">
          <a:xfrm>
            <a:off x="1331442" y="2508150"/>
            <a:ext cx="7223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(6)</a:t>
            </a:r>
            <a:endPar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32" name="Text Box 28">
            <a:extLst>
              <a:ext uri="{FF2B5EF4-FFF2-40B4-BE49-F238E27FC236}">
                <a16:creationId xmlns:a16="http://schemas.microsoft.com/office/drawing/2014/main" id="{29CC7B20-7919-4CC6-9537-0DC2EA436E4A}"/>
              </a:ext>
            </a:extLst>
          </p:cNvPr>
          <p:cNvSpPr txBox="1">
            <a:spLocks noChangeArrowheads="1"/>
          </p:cNvSpPr>
          <p:nvPr/>
        </p:nvSpPr>
        <p:spPr bwMode="auto">
          <a:xfrm>
            <a:off x="3171354" y="3978175"/>
            <a:ext cx="1082675" cy="1635125"/>
          </a:xfrm>
          <a:prstGeom prst="rect">
            <a:avLst/>
          </a:prstGeom>
          <a:solidFill>
            <a:srgbClr val="FFFFFF"/>
          </a:solidFill>
          <a:ln w="9525">
            <a:solidFill>
              <a:srgbClr val="000000"/>
            </a:solidFill>
            <a:miter lim="800000"/>
            <a:headEnd/>
            <a:tailEnd/>
          </a:ln>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36" name="Line 29">
            <a:extLst>
              <a:ext uri="{FF2B5EF4-FFF2-40B4-BE49-F238E27FC236}">
                <a16:creationId xmlns:a16="http://schemas.microsoft.com/office/drawing/2014/main" id="{96C0AA68-1058-4924-A679-3A41E63DBDA6}"/>
              </a:ext>
            </a:extLst>
          </p:cNvPr>
          <p:cNvSpPr>
            <a:spLocks noChangeShapeType="1"/>
          </p:cNvSpPr>
          <p:nvPr/>
        </p:nvSpPr>
        <p:spPr bwMode="auto">
          <a:xfrm>
            <a:off x="2088679" y="4182963"/>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37" name="Line 30">
            <a:extLst>
              <a:ext uri="{FF2B5EF4-FFF2-40B4-BE49-F238E27FC236}">
                <a16:creationId xmlns:a16="http://schemas.microsoft.com/office/drawing/2014/main" id="{DDCE4A6D-1D1F-48D3-86FE-716C6C305BD7}"/>
              </a:ext>
            </a:extLst>
          </p:cNvPr>
          <p:cNvSpPr>
            <a:spLocks noChangeShapeType="1"/>
          </p:cNvSpPr>
          <p:nvPr/>
        </p:nvSpPr>
        <p:spPr bwMode="auto">
          <a:xfrm>
            <a:off x="2088679" y="4592538"/>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38" name="Line 31">
            <a:extLst>
              <a:ext uri="{FF2B5EF4-FFF2-40B4-BE49-F238E27FC236}">
                <a16:creationId xmlns:a16="http://schemas.microsoft.com/office/drawing/2014/main" id="{1392392A-E5AE-40DF-9BAE-F156A2615262}"/>
              </a:ext>
            </a:extLst>
          </p:cNvPr>
          <p:cNvSpPr>
            <a:spLocks noChangeShapeType="1"/>
          </p:cNvSpPr>
          <p:nvPr/>
        </p:nvSpPr>
        <p:spPr bwMode="auto">
          <a:xfrm>
            <a:off x="2088679" y="5000525"/>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39" name="Line 32">
            <a:extLst>
              <a:ext uri="{FF2B5EF4-FFF2-40B4-BE49-F238E27FC236}">
                <a16:creationId xmlns:a16="http://schemas.microsoft.com/office/drawing/2014/main" id="{BFBC2EA0-6F13-4758-8372-7999CE01B709}"/>
              </a:ext>
            </a:extLst>
          </p:cNvPr>
          <p:cNvSpPr>
            <a:spLocks noChangeShapeType="1"/>
          </p:cNvSpPr>
          <p:nvPr/>
        </p:nvSpPr>
        <p:spPr bwMode="auto">
          <a:xfrm>
            <a:off x="2088679" y="5408513"/>
            <a:ext cx="108267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0" name="Line 33">
            <a:extLst>
              <a:ext uri="{FF2B5EF4-FFF2-40B4-BE49-F238E27FC236}">
                <a16:creationId xmlns:a16="http://schemas.microsoft.com/office/drawing/2014/main" id="{BAFB6CCC-E567-454E-A2E7-57CEAF79342C}"/>
              </a:ext>
            </a:extLst>
          </p:cNvPr>
          <p:cNvSpPr>
            <a:spLocks noChangeShapeType="1"/>
          </p:cNvSpPr>
          <p:nvPr/>
        </p:nvSpPr>
        <p:spPr bwMode="auto">
          <a:xfrm>
            <a:off x="4254029" y="4182963"/>
            <a:ext cx="1081088" cy="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1" name="Line 34">
            <a:extLst>
              <a:ext uri="{FF2B5EF4-FFF2-40B4-BE49-F238E27FC236}">
                <a16:creationId xmlns:a16="http://schemas.microsoft.com/office/drawing/2014/main" id="{79EACE4E-2CDA-4980-9206-CC47F855C498}"/>
              </a:ext>
            </a:extLst>
          </p:cNvPr>
          <p:cNvSpPr>
            <a:spLocks noChangeShapeType="1"/>
          </p:cNvSpPr>
          <p:nvPr/>
        </p:nvSpPr>
        <p:spPr bwMode="auto">
          <a:xfrm>
            <a:off x="4254029" y="4592538"/>
            <a:ext cx="1081088"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2" name="Line 35">
            <a:extLst>
              <a:ext uri="{FF2B5EF4-FFF2-40B4-BE49-F238E27FC236}">
                <a16:creationId xmlns:a16="http://schemas.microsoft.com/office/drawing/2014/main" id="{88FC7715-EBF3-4FFF-A65B-9F3079F29099}"/>
              </a:ext>
            </a:extLst>
          </p:cNvPr>
          <p:cNvSpPr>
            <a:spLocks noChangeShapeType="1"/>
          </p:cNvSpPr>
          <p:nvPr/>
        </p:nvSpPr>
        <p:spPr bwMode="auto">
          <a:xfrm>
            <a:off x="4254029" y="5000525"/>
            <a:ext cx="1081088" cy="0"/>
          </a:xfrm>
          <a:prstGeom prst="line">
            <a:avLst/>
          </a:prstGeom>
          <a:noFill/>
          <a:ln w="2540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3" name="Line 36">
            <a:extLst>
              <a:ext uri="{FF2B5EF4-FFF2-40B4-BE49-F238E27FC236}">
                <a16:creationId xmlns:a16="http://schemas.microsoft.com/office/drawing/2014/main" id="{D1454282-26CB-4A1B-93A7-79A295B51C9A}"/>
              </a:ext>
            </a:extLst>
          </p:cNvPr>
          <p:cNvSpPr>
            <a:spLocks noChangeShapeType="1"/>
          </p:cNvSpPr>
          <p:nvPr/>
        </p:nvSpPr>
        <p:spPr bwMode="auto">
          <a:xfrm>
            <a:off x="4254029" y="5408513"/>
            <a:ext cx="1081088" cy="0"/>
          </a:xfrm>
          <a:prstGeom prst="line">
            <a:avLst/>
          </a:prstGeom>
          <a:noFill/>
          <a:ln w="25400">
            <a:solidFill>
              <a:srgbClr val="0000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4" name="Line 37">
            <a:extLst>
              <a:ext uri="{FF2B5EF4-FFF2-40B4-BE49-F238E27FC236}">
                <a16:creationId xmlns:a16="http://schemas.microsoft.com/office/drawing/2014/main" id="{D1FF8DF1-BD64-4A6F-A09A-5EDEE49FF28A}"/>
              </a:ext>
            </a:extLst>
          </p:cNvPr>
          <p:cNvSpPr>
            <a:spLocks noChangeShapeType="1"/>
          </p:cNvSpPr>
          <p:nvPr/>
        </p:nvSpPr>
        <p:spPr bwMode="auto">
          <a:xfrm>
            <a:off x="5335117" y="4182963"/>
            <a:ext cx="1624012" cy="0"/>
          </a:xfrm>
          <a:prstGeom prst="line">
            <a:avLst/>
          </a:prstGeom>
          <a:noFill/>
          <a:ln w="25400">
            <a:solidFill>
              <a:srgbClr val="FF0000"/>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5" name="Line 38">
            <a:extLst>
              <a:ext uri="{FF2B5EF4-FFF2-40B4-BE49-F238E27FC236}">
                <a16:creationId xmlns:a16="http://schemas.microsoft.com/office/drawing/2014/main" id="{D7112DF2-C73C-4421-91F9-65CC0004F84B}"/>
              </a:ext>
            </a:extLst>
          </p:cNvPr>
          <p:cNvSpPr>
            <a:spLocks noChangeShapeType="1"/>
          </p:cNvSpPr>
          <p:nvPr/>
        </p:nvSpPr>
        <p:spPr bwMode="auto">
          <a:xfrm>
            <a:off x="5335117" y="4592538"/>
            <a:ext cx="1624012" cy="0"/>
          </a:xfrm>
          <a:prstGeom prst="line">
            <a:avLst/>
          </a:prstGeom>
          <a:noFill/>
          <a:ln w="25400">
            <a:solidFill>
              <a:srgbClr val="000000"/>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6" name="Line 39">
            <a:extLst>
              <a:ext uri="{FF2B5EF4-FFF2-40B4-BE49-F238E27FC236}">
                <a16:creationId xmlns:a16="http://schemas.microsoft.com/office/drawing/2014/main" id="{3CFBD66E-AB04-4CF1-BC5F-C51F9DD1AFDF}"/>
              </a:ext>
            </a:extLst>
          </p:cNvPr>
          <p:cNvSpPr>
            <a:spLocks noChangeShapeType="1"/>
          </p:cNvSpPr>
          <p:nvPr/>
        </p:nvSpPr>
        <p:spPr bwMode="auto">
          <a:xfrm>
            <a:off x="5335117" y="5000525"/>
            <a:ext cx="1624012" cy="0"/>
          </a:xfrm>
          <a:prstGeom prst="line">
            <a:avLst/>
          </a:prstGeom>
          <a:noFill/>
          <a:ln w="25400">
            <a:solidFill>
              <a:srgbClr val="FF00FF"/>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47" name="Line 40">
            <a:extLst>
              <a:ext uri="{FF2B5EF4-FFF2-40B4-BE49-F238E27FC236}">
                <a16:creationId xmlns:a16="http://schemas.microsoft.com/office/drawing/2014/main" id="{C9CF9634-ED42-42A9-9C3C-F8649CB41D04}"/>
              </a:ext>
            </a:extLst>
          </p:cNvPr>
          <p:cNvSpPr>
            <a:spLocks noChangeShapeType="1"/>
          </p:cNvSpPr>
          <p:nvPr/>
        </p:nvSpPr>
        <p:spPr bwMode="auto">
          <a:xfrm>
            <a:off x="5335117" y="5408513"/>
            <a:ext cx="1624012" cy="0"/>
          </a:xfrm>
          <a:prstGeom prst="line">
            <a:avLst/>
          </a:prstGeom>
          <a:noFill/>
          <a:ln w="25400">
            <a:solidFill>
              <a:srgbClr val="0000CC"/>
            </a:solidFill>
            <a:round/>
            <a:headEnd type="oval" w="med" len="me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45" name="Text Box 41">
            <a:extLst>
              <a:ext uri="{FF2B5EF4-FFF2-40B4-BE49-F238E27FC236}">
                <a16:creationId xmlns:a16="http://schemas.microsoft.com/office/drawing/2014/main" id="{56FDAD8A-D48D-4286-A47E-CCDAF8C9E88A}"/>
              </a:ext>
            </a:extLst>
          </p:cNvPr>
          <p:cNvSpPr txBox="1">
            <a:spLocks noChangeArrowheads="1"/>
          </p:cNvSpPr>
          <p:nvPr/>
        </p:nvSpPr>
        <p:spPr bwMode="auto">
          <a:xfrm>
            <a:off x="4233264" y="3811587"/>
            <a:ext cx="72072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405546" name="Text Box 42">
            <a:extLst>
              <a:ext uri="{FF2B5EF4-FFF2-40B4-BE49-F238E27FC236}">
                <a16:creationId xmlns:a16="http://schemas.microsoft.com/office/drawing/2014/main" id="{3CE38BDE-32AD-4704-8739-82FF09A3B01D}"/>
              </a:ext>
            </a:extLst>
          </p:cNvPr>
          <p:cNvSpPr txBox="1">
            <a:spLocks noChangeArrowheads="1"/>
          </p:cNvSpPr>
          <p:nvPr/>
        </p:nvSpPr>
        <p:spPr bwMode="auto">
          <a:xfrm>
            <a:off x="4233264" y="4191000"/>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47" name="Text Box 43">
            <a:extLst>
              <a:ext uri="{FF2B5EF4-FFF2-40B4-BE49-F238E27FC236}">
                <a16:creationId xmlns:a16="http://schemas.microsoft.com/office/drawing/2014/main" id="{BDD24C08-596E-4E33-BF65-A56F2A1C8383}"/>
              </a:ext>
            </a:extLst>
          </p:cNvPr>
          <p:cNvSpPr txBox="1">
            <a:spLocks noChangeArrowheads="1"/>
          </p:cNvSpPr>
          <p:nvPr/>
        </p:nvSpPr>
        <p:spPr bwMode="auto">
          <a:xfrm>
            <a:off x="4233264" y="4619601"/>
            <a:ext cx="7207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05548" name="Text Box 44">
            <a:extLst>
              <a:ext uri="{FF2B5EF4-FFF2-40B4-BE49-F238E27FC236}">
                <a16:creationId xmlns:a16="http://schemas.microsoft.com/office/drawing/2014/main" id="{F0CF21CC-CD7B-41E3-926A-D3FA1E33D822}"/>
              </a:ext>
            </a:extLst>
          </p:cNvPr>
          <p:cNvSpPr txBox="1">
            <a:spLocks noChangeArrowheads="1"/>
          </p:cNvSpPr>
          <p:nvPr/>
        </p:nvSpPr>
        <p:spPr bwMode="auto">
          <a:xfrm>
            <a:off x="4233264" y="4967187"/>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(3</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405549" name="Text Box 45">
            <a:extLst>
              <a:ext uri="{FF2B5EF4-FFF2-40B4-BE49-F238E27FC236}">
                <a16:creationId xmlns:a16="http://schemas.microsoft.com/office/drawing/2014/main" id="{C69BFE26-2270-4FAB-AE4F-03DDFD98EE45}"/>
              </a:ext>
            </a:extLst>
          </p:cNvPr>
          <p:cNvSpPr txBox="1">
            <a:spLocks noChangeArrowheads="1"/>
          </p:cNvSpPr>
          <p:nvPr/>
        </p:nvSpPr>
        <p:spPr bwMode="auto">
          <a:xfrm>
            <a:off x="7235354" y="3579713"/>
            <a:ext cx="722313"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(4)</a:t>
            </a:r>
            <a:endParaRPr kumimoji="1" lang="en-US" altLang="zh-CN" sz="24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405550" name="Text Box 46">
            <a:extLst>
              <a:ext uri="{FF2B5EF4-FFF2-40B4-BE49-F238E27FC236}">
                <a16:creationId xmlns:a16="http://schemas.microsoft.com/office/drawing/2014/main" id="{3C80A162-C0E1-414E-8ADB-81B63ADCCA0A}"/>
              </a:ext>
            </a:extLst>
          </p:cNvPr>
          <p:cNvSpPr txBox="1">
            <a:spLocks noChangeArrowheads="1"/>
          </p:cNvSpPr>
          <p:nvPr/>
        </p:nvSpPr>
        <p:spPr bwMode="auto">
          <a:xfrm>
            <a:off x="7235354" y="3987700"/>
            <a:ext cx="7223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51" name="Text Box 47">
            <a:extLst>
              <a:ext uri="{FF2B5EF4-FFF2-40B4-BE49-F238E27FC236}">
                <a16:creationId xmlns:a16="http://schemas.microsoft.com/office/drawing/2014/main" id="{6FA34D49-F5E4-4EBB-BE67-CAB647BEB9A1}"/>
              </a:ext>
            </a:extLst>
          </p:cNvPr>
          <p:cNvSpPr txBox="1">
            <a:spLocks noChangeArrowheads="1"/>
          </p:cNvSpPr>
          <p:nvPr/>
        </p:nvSpPr>
        <p:spPr bwMode="auto">
          <a:xfrm>
            <a:off x="7235354" y="4397275"/>
            <a:ext cx="722313"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rPr>
              <a:t>(6)</a:t>
            </a:r>
            <a:endParaRPr kumimoji="1" lang="en-US" altLang="zh-CN" sz="2400" b="0" i="0" u="none" strike="noStrike" kern="1200" cap="none" spc="0" normalizeH="0" baseline="0" noProof="0">
              <a:ln>
                <a:no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405552" name="Text Box 48">
            <a:extLst>
              <a:ext uri="{FF2B5EF4-FFF2-40B4-BE49-F238E27FC236}">
                <a16:creationId xmlns:a16="http://schemas.microsoft.com/office/drawing/2014/main" id="{E445F7E4-3DEC-4BEE-8F49-5786306D1D56}"/>
              </a:ext>
            </a:extLst>
          </p:cNvPr>
          <p:cNvSpPr txBox="1">
            <a:spLocks noChangeArrowheads="1"/>
          </p:cNvSpPr>
          <p:nvPr/>
        </p:nvSpPr>
        <p:spPr bwMode="auto">
          <a:xfrm>
            <a:off x="7235354" y="4805262"/>
            <a:ext cx="722313" cy="12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(7)</a:t>
            </a:r>
            <a:endParaRPr kumimoji="1" lang="en-US" altLang="zh-CN" sz="24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405553" name="Text Box 49">
            <a:extLst>
              <a:ext uri="{FF2B5EF4-FFF2-40B4-BE49-F238E27FC236}">
                <a16:creationId xmlns:a16="http://schemas.microsoft.com/office/drawing/2014/main" id="{ABF9D88C-8AD4-4F56-A9BB-7BB282162351}"/>
              </a:ext>
            </a:extLst>
          </p:cNvPr>
          <p:cNvSpPr txBox="1">
            <a:spLocks noChangeArrowheads="1"/>
          </p:cNvSpPr>
          <p:nvPr/>
        </p:nvSpPr>
        <p:spPr bwMode="auto">
          <a:xfrm>
            <a:off x="1331442" y="3530500"/>
            <a:ext cx="722312"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405554" name="Text Box 50">
            <a:extLst>
              <a:ext uri="{FF2B5EF4-FFF2-40B4-BE49-F238E27FC236}">
                <a16:creationId xmlns:a16="http://schemas.microsoft.com/office/drawing/2014/main" id="{8D8D2476-C5CB-479A-95E9-5196003FA765}"/>
              </a:ext>
            </a:extLst>
          </p:cNvPr>
          <p:cNvSpPr txBox="1">
            <a:spLocks noChangeArrowheads="1"/>
          </p:cNvSpPr>
          <p:nvPr/>
        </p:nvSpPr>
        <p:spPr bwMode="auto">
          <a:xfrm>
            <a:off x="1331442" y="3938488"/>
            <a:ext cx="7223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(3)</a:t>
            </a:r>
            <a:endPar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55" name="Text Box 51">
            <a:extLst>
              <a:ext uri="{FF2B5EF4-FFF2-40B4-BE49-F238E27FC236}">
                <a16:creationId xmlns:a16="http://schemas.microsoft.com/office/drawing/2014/main" id="{58DF292F-D32E-4F69-8E9E-4741BEE79F6B}"/>
              </a:ext>
            </a:extLst>
          </p:cNvPr>
          <p:cNvSpPr txBox="1">
            <a:spLocks noChangeArrowheads="1"/>
          </p:cNvSpPr>
          <p:nvPr/>
        </p:nvSpPr>
        <p:spPr bwMode="auto">
          <a:xfrm>
            <a:off x="1331442" y="4348063"/>
            <a:ext cx="7223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(5)</a:t>
            </a:r>
            <a:endPar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56" name="Text Box 52">
            <a:extLst>
              <a:ext uri="{FF2B5EF4-FFF2-40B4-BE49-F238E27FC236}">
                <a16:creationId xmlns:a16="http://schemas.microsoft.com/office/drawing/2014/main" id="{328BA47D-1199-445A-AD0C-5C35A49734B8}"/>
              </a:ext>
            </a:extLst>
          </p:cNvPr>
          <p:cNvSpPr txBox="1">
            <a:spLocks noChangeArrowheads="1"/>
          </p:cNvSpPr>
          <p:nvPr/>
        </p:nvSpPr>
        <p:spPr bwMode="auto">
          <a:xfrm>
            <a:off x="1331442" y="4756050"/>
            <a:ext cx="722312"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1"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(7)</a:t>
            </a:r>
            <a:endParaRPr kumimoji="1" lang="en-US"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0" name="Text Box 53">
            <a:extLst>
              <a:ext uri="{FF2B5EF4-FFF2-40B4-BE49-F238E27FC236}">
                <a16:creationId xmlns:a16="http://schemas.microsoft.com/office/drawing/2014/main" id="{D57F5331-6B89-4813-9556-BC9836A8EA1D}"/>
              </a:ext>
            </a:extLst>
          </p:cNvPr>
          <p:cNvSpPr txBox="1">
            <a:spLocks noChangeArrowheads="1"/>
          </p:cNvSpPr>
          <p:nvPr/>
        </p:nvSpPr>
        <p:spPr bwMode="auto">
          <a:xfrm>
            <a:off x="4795367" y="3570188"/>
            <a:ext cx="596900" cy="70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1" name="Text Box 54">
            <a:extLst>
              <a:ext uri="{FF2B5EF4-FFF2-40B4-BE49-F238E27FC236}">
                <a16:creationId xmlns:a16="http://schemas.microsoft.com/office/drawing/2014/main" id="{101F31D0-8D03-4A78-9D78-A5DB23B9B0CD}"/>
              </a:ext>
            </a:extLst>
          </p:cNvPr>
          <p:cNvSpPr txBox="1">
            <a:spLocks noChangeArrowheads="1"/>
          </p:cNvSpPr>
          <p:nvPr/>
        </p:nvSpPr>
        <p:spPr bwMode="auto">
          <a:xfrm>
            <a:off x="4795367" y="4182963"/>
            <a:ext cx="7207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2" name="Text Box 55">
            <a:extLst>
              <a:ext uri="{FF2B5EF4-FFF2-40B4-BE49-F238E27FC236}">
                <a16:creationId xmlns:a16="http://schemas.microsoft.com/office/drawing/2014/main" id="{2176EF59-C159-4A61-8084-925EE7C8D271}"/>
              </a:ext>
            </a:extLst>
          </p:cNvPr>
          <p:cNvSpPr txBox="1">
            <a:spLocks noChangeArrowheads="1"/>
          </p:cNvSpPr>
          <p:nvPr/>
        </p:nvSpPr>
        <p:spPr bwMode="auto">
          <a:xfrm>
            <a:off x="4795367" y="4592538"/>
            <a:ext cx="7207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3" name="Text Box 56">
            <a:extLst>
              <a:ext uri="{FF2B5EF4-FFF2-40B4-BE49-F238E27FC236}">
                <a16:creationId xmlns:a16="http://schemas.microsoft.com/office/drawing/2014/main" id="{14F3DB89-2504-4EC9-B7B1-1AF80B203A6F}"/>
              </a:ext>
            </a:extLst>
          </p:cNvPr>
          <p:cNvSpPr txBox="1">
            <a:spLocks noChangeArrowheads="1"/>
          </p:cNvSpPr>
          <p:nvPr/>
        </p:nvSpPr>
        <p:spPr bwMode="auto">
          <a:xfrm>
            <a:off x="4795367" y="5000525"/>
            <a:ext cx="72072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endParaRPr kumimoji="1" lang="zh-CN" altLang="zh-CN"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4" name="Line 57">
            <a:extLst>
              <a:ext uri="{FF2B5EF4-FFF2-40B4-BE49-F238E27FC236}">
                <a16:creationId xmlns:a16="http://schemas.microsoft.com/office/drawing/2014/main" id="{60AB9A1E-0A6C-4AD3-991C-9851CEF46191}"/>
              </a:ext>
            </a:extLst>
          </p:cNvPr>
          <p:cNvSpPr>
            <a:spLocks noChangeShapeType="1"/>
          </p:cNvSpPr>
          <p:nvPr/>
        </p:nvSpPr>
        <p:spPr bwMode="auto">
          <a:xfrm flipV="1">
            <a:off x="5335117" y="1939825"/>
            <a:ext cx="1624012" cy="2247900"/>
          </a:xfrm>
          <a:prstGeom prst="line">
            <a:avLst/>
          </a:prstGeom>
          <a:noFill/>
          <a:ln w="2540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5" name="Line 58">
            <a:extLst>
              <a:ext uri="{FF2B5EF4-FFF2-40B4-BE49-F238E27FC236}">
                <a16:creationId xmlns:a16="http://schemas.microsoft.com/office/drawing/2014/main" id="{68435F3F-5BEF-437D-B764-C888F41CD319}"/>
              </a:ext>
            </a:extLst>
          </p:cNvPr>
          <p:cNvSpPr>
            <a:spLocks noChangeShapeType="1"/>
          </p:cNvSpPr>
          <p:nvPr/>
        </p:nvSpPr>
        <p:spPr bwMode="auto">
          <a:xfrm flipV="1">
            <a:off x="5335117" y="2344638"/>
            <a:ext cx="1624012" cy="2247900"/>
          </a:xfrm>
          <a:prstGeom prst="line">
            <a:avLst/>
          </a:prstGeom>
          <a:noFill/>
          <a:ln w="2540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6" name="Oval 59">
            <a:extLst>
              <a:ext uri="{FF2B5EF4-FFF2-40B4-BE49-F238E27FC236}">
                <a16:creationId xmlns:a16="http://schemas.microsoft.com/office/drawing/2014/main" id="{BFCB0FD8-F1B6-470F-A956-591C8EFA0245}"/>
              </a:ext>
            </a:extLst>
          </p:cNvPr>
          <p:cNvSpPr>
            <a:spLocks noChangeArrowheads="1"/>
          </p:cNvSpPr>
          <p:nvPr/>
        </p:nvSpPr>
        <p:spPr bwMode="auto">
          <a:xfrm flipH="1">
            <a:off x="6886104" y="1850925"/>
            <a:ext cx="112713" cy="14763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7" name="Oval 60">
            <a:extLst>
              <a:ext uri="{FF2B5EF4-FFF2-40B4-BE49-F238E27FC236}">
                <a16:creationId xmlns:a16="http://schemas.microsoft.com/office/drawing/2014/main" id="{C6577378-BD49-4234-BCE5-2DF403750335}"/>
              </a:ext>
            </a:extLst>
          </p:cNvPr>
          <p:cNvSpPr>
            <a:spLocks noChangeArrowheads="1"/>
          </p:cNvSpPr>
          <p:nvPr/>
        </p:nvSpPr>
        <p:spPr bwMode="auto">
          <a:xfrm flipH="1">
            <a:off x="6886104" y="2295425"/>
            <a:ext cx="112713" cy="1492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8" name="Oval 61">
            <a:extLst>
              <a:ext uri="{FF2B5EF4-FFF2-40B4-BE49-F238E27FC236}">
                <a16:creationId xmlns:a16="http://schemas.microsoft.com/office/drawing/2014/main" id="{0FB53909-1032-43B4-A8AF-05E70A84160A}"/>
              </a:ext>
            </a:extLst>
          </p:cNvPr>
          <p:cNvSpPr>
            <a:spLocks noChangeArrowheads="1"/>
          </p:cNvSpPr>
          <p:nvPr/>
        </p:nvSpPr>
        <p:spPr bwMode="auto">
          <a:xfrm flipH="1">
            <a:off x="6886104" y="2666900"/>
            <a:ext cx="112713" cy="14763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69" name="Line 62">
            <a:extLst>
              <a:ext uri="{FF2B5EF4-FFF2-40B4-BE49-F238E27FC236}">
                <a16:creationId xmlns:a16="http://schemas.microsoft.com/office/drawing/2014/main" id="{AF4DB60B-EDDB-494C-8331-AA4991B9F672}"/>
              </a:ext>
            </a:extLst>
          </p:cNvPr>
          <p:cNvSpPr>
            <a:spLocks noChangeShapeType="1"/>
          </p:cNvSpPr>
          <p:nvPr/>
        </p:nvSpPr>
        <p:spPr bwMode="auto">
          <a:xfrm flipV="1">
            <a:off x="5335117" y="2752625"/>
            <a:ext cx="1624012" cy="2247900"/>
          </a:xfrm>
          <a:prstGeom prst="line">
            <a:avLst/>
          </a:prstGeom>
          <a:noFill/>
          <a:ln w="25400">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0" name="Line 63">
            <a:extLst>
              <a:ext uri="{FF2B5EF4-FFF2-40B4-BE49-F238E27FC236}">
                <a16:creationId xmlns:a16="http://schemas.microsoft.com/office/drawing/2014/main" id="{A905D8E1-A0B3-4518-91B3-FCEFAC2DCD76}"/>
              </a:ext>
            </a:extLst>
          </p:cNvPr>
          <p:cNvSpPr>
            <a:spLocks noChangeShapeType="1"/>
          </p:cNvSpPr>
          <p:nvPr/>
        </p:nvSpPr>
        <p:spPr bwMode="auto">
          <a:xfrm flipV="1">
            <a:off x="5335117" y="3162200"/>
            <a:ext cx="1624012" cy="2246313"/>
          </a:xfrm>
          <a:prstGeom prst="line">
            <a:avLst/>
          </a:prstGeom>
          <a:noFill/>
          <a:ln w="2540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1" name="Line 64">
            <a:extLst>
              <a:ext uri="{FF2B5EF4-FFF2-40B4-BE49-F238E27FC236}">
                <a16:creationId xmlns:a16="http://schemas.microsoft.com/office/drawing/2014/main" id="{CDA850E0-4F6E-4F68-B28C-CC7E6F18E3F2}"/>
              </a:ext>
            </a:extLst>
          </p:cNvPr>
          <p:cNvSpPr>
            <a:spLocks noChangeShapeType="1"/>
          </p:cNvSpPr>
          <p:nvPr/>
        </p:nvSpPr>
        <p:spPr bwMode="auto">
          <a:xfrm>
            <a:off x="5335117" y="1935063"/>
            <a:ext cx="1624012" cy="2247900"/>
          </a:xfrm>
          <a:prstGeom prst="line">
            <a:avLst/>
          </a:prstGeom>
          <a:noFill/>
          <a:ln w="2540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2" name="Line 65">
            <a:extLst>
              <a:ext uri="{FF2B5EF4-FFF2-40B4-BE49-F238E27FC236}">
                <a16:creationId xmlns:a16="http://schemas.microsoft.com/office/drawing/2014/main" id="{960405C9-99F3-4F31-817F-64AC42D8B243}"/>
              </a:ext>
            </a:extLst>
          </p:cNvPr>
          <p:cNvSpPr>
            <a:spLocks noChangeShapeType="1"/>
          </p:cNvSpPr>
          <p:nvPr/>
        </p:nvSpPr>
        <p:spPr bwMode="auto">
          <a:xfrm>
            <a:off x="5335117" y="2344638"/>
            <a:ext cx="1624012" cy="2247900"/>
          </a:xfrm>
          <a:prstGeom prst="line">
            <a:avLst/>
          </a:prstGeom>
          <a:noFill/>
          <a:ln w="25400">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3" name="Line 66">
            <a:extLst>
              <a:ext uri="{FF2B5EF4-FFF2-40B4-BE49-F238E27FC236}">
                <a16:creationId xmlns:a16="http://schemas.microsoft.com/office/drawing/2014/main" id="{11B41B99-8AE5-48A1-90FF-6999DBCE788A}"/>
              </a:ext>
            </a:extLst>
          </p:cNvPr>
          <p:cNvSpPr>
            <a:spLocks noChangeShapeType="1"/>
          </p:cNvSpPr>
          <p:nvPr/>
        </p:nvSpPr>
        <p:spPr bwMode="auto">
          <a:xfrm>
            <a:off x="5335117" y="2752625"/>
            <a:ext cx="1624012" cy="2247900"/>
          </a:xfrm>
          <a:prstGeom prst="line">
            <a:avLst/>
          </a:prstGeom>
          <a:noFill/>
          <a:ln w="25400">
            <a:solidFill>
              <a:srgbClr val="FF00FF"/>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4" name="Line 67">
            <a:extLst>
              <a:ext uri="{FF2B5EF4-FFF2-40B4-BE49-F238E27FC236}">
                <a16:creationId xmlns:a16="http://schemas.microsoft.com/office/drawing/2014/main" id="{14484F75-1D3E-4D4A-AED0-00E4E3B06AD4}"/>
              </a:ext>
            </a:extLst>
          </p:cNvPr>
          <p:cNvSpPr>
            <a:spLocks noChangeShapeType="1"/>
          </p:cNvSpPr>
          <p:nvPr/>
        </p:nvSpPr>
        <p:spPr bwMode="auto">
          <a:xfrm>
            <a:off x="5335117" y="3162200"/>
            <a:ext cx="1624012" cy="2246313"/>
          </a:xfrm>
          <a:prstGeom prst="line">
            <a:avLst/>
          </a:prstGeom>
          <a:noFill/>
          <a:ln w="25400">
            <a:solidFill>
              <a:srgbClr val="0000CC"/>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5" name="Oval 68">
            <a:extLst>
              <a:ext uri="{FF2B5EF4-FFF2-40B4-BE49-F238E27FC236}">
                <a16:creationId xmlns:a16="http://schemas.microsoft.com/office/drawing/2014/main" id="{28BDF18E-8FE1-4F35-82D1-D692EAF17603}"/>
              </a:ext>
            </a:extLst>
          </p:cNvPr>
          <p:cNvSpPr>
            <a:spLocks noChangeArrowheads="1"/>
          </p:cNvSpPr>
          <p:nvPr/>
        </p:nvSpPr>
        <p:spPr bwMode="auto">
          <a:xfrm flipH="1">
            <a:off x="6943254" y="4078188"/>
            <a:ext cx="112713" cy="147637"/>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6" name="Oval 69">
            <a:extLst>
              <a:ext uri="{FF2B5EF4-FFF2-40B4-BE49-F238E27FC236}">
                <a16:creationId xmlns:a16="http://schemas.microsoft.com/office/drawing/2014/main" id="{1D75F07E-9CDD-4A8C-9105-0DE1D9D45F52}"/>
              </a:ext>
            </a:extLst>
          </p:cNvPr>
          <p:cNvSpPr>
            <a:spLocks noChangeArrowheads="1"/>
          </p:cNvSpPr>
          <p:nvPr/>
        </p:nvSpPr>
        <p:spPr bwMode="auto">
          <a:xfrm flipH="1">
            <a:off x="6886104" y="3112988"/>
            <a:ext cx="112713" cy="147637"/>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7" name="Oval 70">
            <a:extLst>
              <a:ext uri="{FF2B5EF4-FFF2-40B4-BE49-F238E27FC236}">
                <a16:creationId xmlns:a16="http://schemas.microsoft.com/office/drawing/2014/main" id="{CB8D693B-E89F-43A8-94A0-103E53F7E633}"/>
              </a:ext>
            </a:extLst>
          </p:cNvPr>
          <p:cNvSpPr>
            <a:spLocks noChangeArrowheads="1"/>
          </p:cNvSpPr>
          <p:nvPr/>
        </p:nvSpPr>
        <p:spPr bwMode="auto">
          <a:xfrm flipH="1">
            <a:off x="6943254" y="4524275"/>
            <a:ext cx="112713" cy="14763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8" name="Oval 71">
            <a:extLst>
              <a:ext uri="{FF2B5EF4-FFF2-40B4-BE49-F238E27FC236}">
                <a16:creationId xmlns:a16="http://schemas.microsoft.com/office/drawing/2014/main" id="{FCE9568B-462F-4340-A88A-746C31E99B60}"/>
              </a:ext>
            </a:extLst>
          </p:cNvPr>
          <p:cNvSpPr>
            <a:spLocks noChangeArrowheads="1"/>
          </p:cNvSpPr>
          <p:nvPr/>
        </p:nvSpPr>
        <p:spPr bwMode="auto">
          <a:xfrm flipH="1">
            <a:off x="6943254" y="4968775"/>
            <a:ext cx="112713" cy="147638"/>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79" name="Oval 72">
            <a:extLst>
              <a:ext uri="{FF2B5EF4-FFF2-40B4-BE49-F238E27FC236}">
                <a16:creationId xmlns:a16="http://schemas.microsoft.com/office/drawing/2014/main" id="{A1B6FBB1-2440-428C-A0C8-06F9CC29BDF2}"/>
              </a:ext>
            </a:extLst>
          </p:cNvPr>
          <p:cNvSpPr>
            <a:spLocks noChangeArrowheads="1"/>
          </p:cNvSpPr>
          <p:nvPr/>
        </p:nvSpPr>
        <p:spPr bwMode="auto">
          <a:xfrm flipH="1">
            <a:off x="6943254" y="5340250"/>
            <a:ext cx="112713" cy="149225"/>
          </a:xfrm>
          <a:prstGeom prst="ellipse">
            <a:avLst/>
          </a:prstGeom>
          <a:solidFill>
            <a:srgbClr val="FFFFFF"/>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77" name="Text Box 73">
            <a:extLst>
              <a:ext uri="{FF2B5EF4-FFF2-40B4-BE49-F238E27FC236}">
                <a16:creationId xmlns:a16="http://schemas.microsoft.com/office/drawing/2014/main" id="{15C944A4-9EFC-408E-B57A-4FD536FAA852}"/>
              </a:ext>
            </a:extLst>
          </p:cNvPr>
          <p:cNvSpPr txBox="1">
            <a:spLocks noChangeArrowheads="1"/>
          </p:cNvSpPr>
          <p:nvPr/>
        </p:nvSpPr>
        <p:spPr bwMode="auto">
          <a:xfrm>
            <a:off x="6552729" y="4051200"/>
            <a:ext cx="54133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p>
        </p:txBody>
      </p:sp>
      <p:sp>
        <p:nvSpPr>
          <p:cNvPr id="405578" name="Text Box 74">
            <a:extLst>
              <a:ext uri="{FF2B5EF4-FFF2-40B4-BE49-F238E27FC236}">
                <a16:creationId xmlns:a16="http://schemas.microsoft.com/office/drawing/2014/main" id="{994B4FA5-CD6B-4D5D-AE02-AEFA8C86183D}"/>
              </a:ext>
            </a:extLst>
          </p:cNvPr>
          <p:cNvSpPr txBox="1">
            <a:spLocks noChangeArrowheads="1"/>
          </p:cNvSpPr>
          <p:nvPr/>
        </p:nvSpPr>
        <p:spPr bwMode="auto">
          <a:xfrm>
            <a:off x="6552729" y="4505225"/>
            <a:ext cx="54133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5579" name="Text Box 75">
            <a:extLst>
              <a:ext uri="{FF2B5EF4-FFF2-40B4-BE49-F238E27FC236}">
                <a16:creationId xmlns:a16="http://schemas.microsoft.com/office/drawing/2014/main" id="{B6BD6E4E-CAD6-4C84-B7C7-4DC2EB755A50}"/>
              </a:ext>
            </a:extLst>
          </p:cNvPr>
          <p:cNvSpPr txBox="1">
            <a:spLocks noChangeArrowheads="1"/>
          </p:cNvSpPr>
          <p:nvPr/>
        </p:nvSpPr>
        <p:spPr bwMode="auto">
          <a:xfrm>
            <a:off x="6552729" y="4903688"/>
            <a:ext cx="541338"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FF00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400" b="0" i="0" u="none" strike="noStrike" kern="1200" cap="none" spc="0" normalizeH="0" baseline="0" noProof="0" dirty="0">
              <a:ln>
                <a:noFill/>
              </a:ln>
              <a:solidFill>
                <a:srgbClr val="FF00FF"/>
              </a:solidFill>
              <a:effectLst/>
              <a:uLnTx/>
              <a:uFillTx/>
              <a:latin typeface="Times New Roman" panose="02020603050405020304" pitchFamily="18" charset="0"/>
              <a:ea typeface="宋体" panose="02010600030101010101" pitchFamily="2" charset="-122"/>
              <a:cs typeface="+mn-cs"/>
            </a:endParaRPr>
          </a:p>
        </p:txBody>
      </p:sp>
      <p:sp>
        <p:nvSpPr>
          <p:cNvPr id="405580" name="Text Box 76">
            <a:extLst>
              <a:ext uri="{FF2B5EF4-FFF2-40B4-BE49-F238E27FC236}">
                <a16:creationId xmlns:a16="http://schemas.microsoft.com/office/drawing/2014/main" id="{E8DC4ABC-150C-4614-BE2D-7E9B7F94B1F2}"/>
              </a:ext>
            </a:extLst>
          </p:cNvPr>
          <p:cNvSpPr txBox="1">
            <a:spLocks noChangeArrowheads="1"/>
          </p:cNvSpPr>
          <p:nvPr/>
        </p:nvSpPr>
        <p:spPr bwMode="auto">
          <a:xfrm>
            <a:off x="6552729" y="5418038"/>
            <a:ext cx="541338"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3333FF"/>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-1</a:t>
            </a:r>
            <a:endParaRPr kumimoji="1" lang="en-US" altLang="zh-CN" sz="2400" b="0" i="0" u="none" strike="noStrike" kern="1200" cap="none" spc="0" normalizeH="0" baseline="0" noProof="0" dirty="0">
              <a:ln>
                <a:noFill/>
              </a:ln>
              <a:solidFill>
                <a:srgbClr val="3333FF"/>
              </a:solidFill>
              <a:effectLst/>
              <a:uLnTx/>
              <a:uFillTx/>
              <a:latin typeface="Times New Roman" panose="02020603050405020304" pitchFamily="18" charset="0"/>
              <a:ea typeface="宋体" panose="02010600030101010101" pitchFamily="2" charset="-122"/>
              <a:cs typeface="+mn-cs"/>
            </a:endParaRPr>
          </a:p>
        </p:txBody>
      </p:sp>
      <p:sp>
        <p:nvSpPr>
          <p:cNvPr id="405581" name="Text Box 77">
            <a:extLst>
              <a:ext uri="{FF2B5EF4-FFF2-40B4-BE49-F238E27FC236}">
                <a16:creationId xmlns:a16="http://schemas.microsoft.com/office/drawing/2014/main" id="{8260D554-312B-4058-AA12-F719604F121A}"/>
              </a:ext>
            </a:extLst>
          </p:cNvPr>
          <p:cNvSpPr txBox="1">
            <a:spLocks noChangeArrowheads="1"/>
          </p:cNvSpPr>
          <p:nvPr/>
        </p:nvSpPr>
        <p:spPr bwMode="auto">
          <a:xfrm>
            <a:off x="1828800" y="6019800"/>
            <a:ext cx="5592763" cy="639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n-cs"/>
              </a:rPr>
              <a:t>图</a:t>
            </a:r>
            <a:r>
              <a:rPr kumimoji="1" lang="en-US" altLang="zh-CN" sz="2400" b="1" i="0" u="none" strike="noStrike" kern="1200" cap="none" spc="0" normalizeH="0" baseline="0" noProof="0" dirty="0">
                <a:ln>
                  <a:noFill/>
                </a:ln>
                <a:solidFill>
                  <a:srgbClr val="000000"/>
                </a:solidFill>
                <a:effectLst/>
                <a:uLnTx/>
                <a:uFillTx/>
                <a:latin typeface="Times New Roman"/>
                <a:ea typeface="宋体"/>
                <a:cs typeface="+mn-cs"/>
              </a:rPr>
              <a:t>3.17  </a:t>
            </a: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n-cs"/>
              </a:rPr>
              <a:t>两个</a:t>
            </a:r>
            <a:r>
              <a:rPr kumimoji="1" lang="en-US" altLang="zh-CN" sz="2400" b="1" i="0" u="none" strike="noStrike" kern="1200" cap="none" spc="0" normalizeH="0" baseline="0" noProof="0" dirty="0">
                <a:ln>
                  <a:noFill/>
                </a:ln>
                <a:solidFill>
                  <a:srgbClr val="000000"/>
                </a:solidFill>
                <a:effectLst/>
                <a:uLnTx/>
                <a:uFillTx/>
                <a:latin typeface="Times New Roman"/>
                <a:ea typeface="宋体"/>
                <a:cs typeface="+mn-cs"/>
              </a:rPr>
              <a:t>4</a:t>
            </a: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n-cs"/>
              </a:rPr>
              <a:t>点</a:t>
            </a:r>
            <a:r>
              <a:rPr kumimoji="1" lang="en-US" altLang="zh-CN" sz="2400" b="1" i="0" u="none" strike="noStrike" kern="1200" cap="none" spc="0" normalizeH="0" baseline="0" noProof="0" dirty="0">
                <a:ln>
                  <a:noFill/>
                </a:ln>
                <a:solidFill>
                  <a:srgbClr val="000000"/>
                </a:solidFill>
                <a:effectLst/>
                <a:uLnTx/>
                <a:uFillTx/>
                <a:latin typeface="Times New Roman"/>
                <a:ea typeface="宋体"/>
                <a:cs typeface="+mn-cs"/>
              </a:rPr>
              <a:t>DFT</a:t>
            </a: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n-cs"/>
              </a:rPr>
              <a:t>组成一个</a:t>
            </a:r>
            <a:r>
              <a:rPr kumimoji="1" lang="en-US" altLang="zh-CN" sz="2400" b="1" i="0" u="none" strike="noStrike" kern="1200" cap="none" spc="0" normalizeH="0" baseline="0" noProof="0" dirty="0">
                <a:ln>
                  <a:noFill/>
                </a:ln>
                <a:solidFill>
                  <a:srgbClr val="000000"/>
                </a:solidFill>
                <a:effectLst/>
                <a:uLnTx/>
                <a:uFillTx/>
                <a:latin typeface="Times New Roman"/>
                <a:ea typeface="宋体"/>
                <a:cs typeface="+mn-cs"/>
              </a:rPr>
              <a:t>8</a:t>
            </a:r>
            <a:r>
              <a:rPr kumimoji="1" lang="zh-CN" altLang="en-US" sz="2400" b="1" i="0" u="none" strike="noStrike" kern="1200" cap="none" spc="0" normalizeH="0" baseline="0" noProof="0" dirty="0">
                <a:ln>
                  <a:noFill/>
                </a:ln>
                <a:solidFill>
                  <a:srgbClr val="000000"/>
                </a:solidFill>
                <a:effectLst/>
                <a:uLnTx/>
                <a:uFillTx/>
                <a:latin typeface="Times New Roman"/>
                <a:ea typeface="宋体"/>
                <a:cs typeface="+mn-cs"/>
              </a:rPr>
              <a:t>点</a:t>
            </a:r>
            <a:r>
              <a:rPr kumimoji="1" lang="en-US" altLang="zh-CN" sz="2400" b="1" i="0" u="none" strike="noStrike" kern="1200" cap="none" spc="0" normalizeH="0" baseline="0" noProof="0" dirty="0">
                <a:ln>
                  <a:noFill/>
                </a:ln>
                <a:solidFill>
                  <a:srgbClr val="000000"/>
                </a:solidFill>
                <a:effectLst/>
                <a:uLnTx/>
                <a:uFillTx/>
                <a:latin typeface="Times New Roman"/>
                <a:ea typeface="宋体"/>
                <a:cs typeface="+mn-cs"/>
              </a:rPr>
              <a:t>DFT</a:t>
            </a:r>
            <a:endParaRPr kumimoji="1" lang="en-US" altLang="zh-CN" sz="2400" b="0" i="0" u="none" strike="noStrike" kern="1200" cap="none" spc="0" normalizeH="0" baseline="0" noProof="0" dirty="0">
              <a:ln>
                <a:noFill/>
              </a:ln>
              <a:solidFill>
                <a:srgbClr val="000000"/>
              </a:solidFill>
              <a:effectLst/>
              <a:uLnTx/>
              <a:uFillTx/>
              <a:latin typeface="Times New Roman"/>
              <a:ea typeface="宋体"/>
              <a:cs typeface="+mn-cs"/>
            </a:endParaRPr>
          </a:p>
        </p:txBody>
      </p:sp>
      <p:graphicFrame>
        <p:nvGraphicFramePr>
          <p:cNvPr id="405601" name="Object 97">
            <a:extLst>
              <a:ext uri="{FF2B5EF4-FFF2-40B4-BE49-F238E27FC236}">
                <a16:creationId xmlns:a16="http://schemas.microsoft.com/office/drawing/2014/main" id="{0D9A9E23-8B31-4635-A2BA-890E79652833}"/>
              </a:ext>
            </a:extLst>
          </p:cNvPr>
          <p:cNvGraphicFramePr>
            <a:graphicFrameLocks noGrp="1" noChangeAspect="1"/>
          </p:cNvGraphicFramePr>
          <p:nvPr>
            <p:ph sz="quarter" idx="1"/>
          </p:nvPr>
        </p:nvGraphicFramePr>
        <p:xfrm>
          <a:off x="4887913" y="3902075"/>
          <a:ext cx="293687" cy="293688"/>
        </p:xfrm>
        <a:graphic>
          <a:graphicData uri="http://schemas.openxmlformats.org/presentationml/2006/ole">
            <mc:AlternateContent xmlns:mc="http://schemas.openxmlformats.org/markup-compatibility/2006">
              <mc:Choice xmlns:v="urn:schemas-microsoft-com:vml" Requires="v">
                <p:oleObj name="Equation" r:id="rId2" imgW="241200" imgH="241200" progId="Equation.DSMT4">
                  <p:embed/>
                </p:oleObj>
              </mc:Choice>
              <mc:Fallback>
                <p:oleObj name="Equation" r:id="rId2" imgW="241200" imgH="241200" progId="Equation.DSMT4">
                  <p:embed/>
                  <p:pic>
                    <p:nvPicPr>
                      <p:cNvPr id="405601" name="Object 97">
                        <a:extLst>
                          <a:ext uri="{FF2B5EF4-FFF2-40B4-BE49-F238E27FC236}">
                            <a16:creationId xmlns:a16="http://schemas.microsoft.com/office/drawing/2014/main" id="{0D9A9E23-8B31-4635-A2BA-890E79652833}"/>
                          </a:ext>
                        </a:extLst>
                      </p:cNvPr>
                      <p:cNvPicPr>
                        <a:picLocks noChangeAspect="1" noChangeArrowheads="1"/>
                      </p:cNvPicPr>
                      <p:nvPr/>
                    </p:nvPicPr>
                    <p:blipFill>
                      <a:blip r:embed="rId3"/>
                      <a:srcRect/>
                      <a:stretch>
                        <a:fillRect/>
                      </a:stretch>
                    </p:blipFill>
                    <p:spPr bwMode="auto">
                      <a:xfrm>
                        <a:off x="4887913" y="3902075"/>
                        <a:ext cx="293687" cy="293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5602" name="Object 98">
            <a:extLst>
              <a:ext uri="{FF2B5EF4-FFF2-40B4-BE49-F238E27FC236}">
                <a16:creationId xmlns:a16="http://schemas.microsoft.com/office/drawing/2014/main" id="{764B228E-D5E3-4DC0-9EBE-7D80E61ED801}"/>
              </a:ext>
            </a:extLst>
          </p:cNvPr>
          <p:cNvGraphicFramePr>
            <a:graphicFrameLocks noGrp="1" noChangeAspect="1"/>
          </p:cNvGraphicFramePr>
          <p:nvPr>
            <p:ph sz="quarter" idx="2"/>
          </p:nvPr>
        </p:nvGraphicFramePr>
        <p:xfrm>
          <a:off x="4873625" y="4279900"/>
          <a:ext cx="311150" cy="311150"/>
        </p:xfrm>
        <a:graphic>
          <a:graphicData uri="http://schemas.openxmlformats.org/presentationml/2006/ole">
            <mc:AlternateContent xmlns:mc="http://schemas.openxmlformats.org/markup-compatibility/2006">
              <mc:Choice xmlns:v="urn:schemas-microsoft-com:vml" Requires="v">
                <p:oleObj name="Equation" r:id="rId4" imgW="241200" imgH="241200" progId="Equation.DSMT4">
                  <p:embed/>
                </p:oleObj>
              </mc:Choice>
              <mc:Fallback>
                <p:oleObj name="Equation" r:id="rId4" imgW="241200" imgH="241200" progId="Equation.DSMT4">
                  <p:embed/>
                  <p:pic>
                    <p:nvPicPr>
                      <p:cNvPr id="405602" name="Object 98">
                        <a:extLst>
                          <a:ext uri="{FF2B5EF4-FFF2-40B4-BE49-F238E27FC236}">
                            <a16:creationId xmlns:a16="http://schemas.microsoft.com/office/drawing/2014/main" id="{764B228E-D5E3-4DC0-9EBE-7D80E61ED801}"/>
                          </a:ext>
                        </a:extLst>
                      </p:cNvPr>
                      <p:cNvPicPr>
                        <a:picLocks noChangeAspect="1" noChangeArrowheads="1"/>
                      </p:cNvPicPr>
                      <p:nvPr/>
                    </p:nvPicPr>
                    <p:blipFill>
                      <a:blip r:embed="rId5"/>
                      <a:srcRect/>
                      <a:stretch>
                        <a:fillRect/>
                      </a:stretch>
                    </p:blipFill>
                    <p:spPr bwMode="auto">
                      <a:xfrm>
                        <a:off x="4873625" y="4279900"/>
                        <a:ext cx="3111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5603" name="Object 99">
            <a:extLst>
              <a:ext uri="{FF2B5EF4-FFF2-40B4-BE49-F238E27FC236}">
                <a16:creationId xmlns:a16="http://schemas.microsoft.com/office/drawing/2014/main" id="{51D1F879-07CC-4281-B2FB-7F2B569F9B58}"/>
              </a:ext>
            </a:extLst>
          </p:cNvPr>
          <p:cNvGraphicFramePr>
            <a:graphicFrameLocks noGrp="1" noChangeAspect="1"/>
          </p:cNvGraphicFramePr>
          <p:nvPr>
            <p:ph sz="quarter" idx="3"/>
          </p:nvPr>
        </p:nvGraphicFramePr>
        <p:xfrm>
          <a:off x="4883150" y="4660900"/>
          <a:ext cx="311150" cy="311150"/>
        </p:xfrm>
        <a:graphic>
          <a:graphicData uri="http://schemas.openxmlformats.org/presentationml/2006/ole">
            <mc:AlternateContent xmlns:mc="http://schemas.openxmlformats.org/markup-compatibility/2006">
              <mc:Choice xmlns:v="urn:schemas-microsoft-com:vml" Requires="v">
                <p:oleObj name="Equation" r:id="rId6" imgW="241200" imgH="241200" progId="Equation.DSMT4">
                  <p:embed/>
                </p:oleObj>
              </mc:Choice>
              <mc:Fallback>
                <p:oleObj name="Equation" r:id="rId6" imgW="241200" imgH="241200" progId="Equation.DSMT4">
                  <p:embed/>
                  <p:pic>
                    <p:nvPicPr>
                      <p:cNvPr id="405603" name="Object 99">
                        <a:extLst>
                          <a:ext uri="{FF2B5EF4-FFF2-40B4-BE49-F238E27FC236}">
                            <a16:creationId xmlns:a16="http://schemas.microsoft.com/office/drawing/2014/main" id="{51D1F879-07CC-4281-B2FB-7F2B569F9B58}"/>
                          </a:ext>
                        </a:extLst>
                      </p:cNvPr>
                      <p:cNvPicPr>
                        <a:picLocks noChangeAspect="1" noChangeArrowheads="1"/>
                      </p:cNvPicPr>
                      <p:nvPr/>
                    </p:nvPicPr>
                    <p:blipFill>
                      <a:blip r:embed="rId7"/>
                      <a:srcRect/>
                      <a:stretch>
                        <a:fillRect/>
                      </a:stretch>
                    </p:blipFill>
                    <p:spPr bwMode="auto">
                      <a:xfrm>
                        <a:off x="4883150" y="4660900"/>
                        <a:ext cx="3111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5604" name="Object 100">
            <a:extLst>
              <a:ext uri="{FF2B5EF4-FFF2-40B4-BE49-F238E27FC236}">
                <a16:creationId xmlns:a16="http://schemas.microsoft.com/office/drawing/2014/main" id="{F6B48744-6571-4AF1-97A6-02A5EC39C1D1}"/>
              </a:ext>
            </a:extLst>
          </p:cNvPr>
          <p:cNvGraphicFramePr>
            <a:graphicFrameLocks noGrp="1" noChangeAspect="1"/>
          </p:cNvGraphicFramePr>
          <p:nvPr>
            <p:ph sz="quarter" idx="4"/>
          </p:nvPr>
        </p:nvGraphicFramePr>
        <p:xfrm>
          <a:off x="4873625" y="5106988"/>
          <a:ext cx="311150" cy="311150"/>
        </p:xfrm>
        <a:graphic>
          <a:graphicData uri="http://schemas.openxmlformats.org/presentationml/2006/ole">
            <mc:AlternateContent xmlns:mc="http://schemas.openxmlformats.org/markup-compatibility/2006">
              <mc:Choice xmlns:v="urn:schemas-microsoft-com:vml" Requires="v">
                <p:oleObj name="Equation" r:id="rId8" imgW="241200" imgH="241200" progId="Equation.DSMT4">
                  <p:embed/>
                </p:oleObj>
              </mc:Choice>
              <mc:Fallback>
                <p:oleObj name="Equation" r:id="rId8" imgW="241200" imgH="241200" progId="Equation.DSMT4">
                  <p:embed/>
                  <p:pic>
                    <p:nvPicPr>
                      <p:cNvPr id="405604" name="Object 100">
                        <a:extLst>
                          <a:ext uri="{FF2B5EF4-FFF2-40B4-BE49-F238E27FC236}">
                            <a16:creationId xmlns:a16="http://schemas.microsoft.com/office/drawing/2014/main" id="{F6B48744-6571-4AF1-97A6-02A5EC39C1D1}"/>
                          </a:ext>
                        </a:extLst>
                      </p:cNvPr>
                      <p:cNvPicPr>
                        <a:picLocks noChangeAspect="1" noChangeArrowheads="1"/>
                      </p:cNvPicPr>
                      <p:nvPr/>
                    </p:nvPicPr>
                    <p:blipFill>
                      <a:blip r:embed="rId9"/>
                      <a:srcRect/>
                      <a:stretch>
                        <a:fillRect/>
                      </a:stretch>
                    </p:blipFill>
                    <p:spPr bwMode="auto">
                      <a:xfrm>
                        <a:off x="4873625" y="5106988"/>
                        <a:ext cx="311150"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513" name="Rectangle 107">
            <a:extLst>
              <a:ext uri="{FF2B5EF4-FFF2-40B4-BE49-F238E27FC236}">
                <a16:creationId xmlns:a16="http://schemas.microsoft.com/office/drawing/2014/main" id="{819BA016-D0D5-4803-8A2A-553E2D6AB459}"/>
              </a:ext>
            </a:extLst>
          </p:cNvPr>
          <p:cNvSpPr>
            <a:spLocks noChangeArrowheads="1"/>
          </p:cNvSpPr>
          <p:nvPr/>
        </p:nvSpPr>
        <p:spPr bwMode="auto">
          <a:xfrm>
            <a:off x="955761" y="950815"/>
            <a:ext cx="3348509"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32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  </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的例子</a:t>
            </a:r>
            <a:endPar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3"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35469076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40"/>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741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74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6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4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405601"/>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0557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416"/>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17441"/>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nodeType="afterEffect">
                                  <p:stCondLst>
                                    <p:cond delay="0"/>
                                  </p:stCondLst>
                                  <p:childTnLst>
                                    <p:set>
                                      <p:cBhvr>
                                        <p:cTn id="34" dur="1" fill="hold">
                                          <p:stCondLst>
                                            <p:cond delay="0"/>
                                          </p:stCondLst>
                                        </p:cTn>
                                        <p:tgtEl>
                                          <p:spTgt spid="40560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5578"/>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17420"/>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7472"/>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746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7445"/>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7421"/>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1741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4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747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746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7446"/>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405603"/>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grpId="0" nodeType="afterEffect">
                                  <p:stCondLst>
                                    <p:cond delay="0"/>
                                  </p:stCondLst>
                                  <p:childTnLst>
                                    <p:set>
                                      <p:cBhvr>
                                        <p:cTn id="66" dur="1" fill="hold">
                                          <p:stCondLst>
                                            <p:cond delay="0"/>
                                          </p:stCondLst>
                                        </p:cTn>
                                        <p:tgtEl>
                                          <p:spTgt spid="40557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741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42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47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47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744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7443"/>
                                        </p:tgtEl>
                                        <p:attrNameLst>
                                          <p:attrName>style.visibility</p:attrName>
                                        </p:attrNameLst>
                                      </p:cBhvr>
                                      <p:to>
                                        <p:strVal val="visible"/>
                                      </p:to>
                                    </p:set>
                                  </p:childTnLst>
                                </p:cTn>
                              </p:par>
                            </p:childTnLst>
                          </p:cTn>
                        </p:par>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405604"/>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405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nimBg="1"/>
      <p:bldP spid="17416" grpId="0" animBg="1"/>
      <p:bldP spid="17417" grpId="0" animBg="1"/>
      <p:bldP spid="17418" grpId="0" animBg="1"/>
      <p:bldP spid="17419" grpId="0" animBg="1"/>
      <p:bldP spid="17420" grpId="0" animBg="1"/>
      <p:bldP spid="17421" grpId="0" animBg="1"/>
      <p:bldP spid="17422" grpId="0" animBg="1"/>
      <p:bldP spid="17440" grpId="0" animBg="1"/>
      <p:bldP spid="17441" grpId="0" animBg="1"/>
      <p:bldP spid="17442" grpId="0" animBg="1"/>
      <p:bldP spid="17443" grpId="0" animBg="1"/>
      <p:bldP spid="17444" grpId="0" animBg="1"/>
      <p:bldP spid="17445" grpId="0" animBg="1"/>
      <p:bldP spid="17446" grpId="0" animBg="1"/>
      <p:bldP spid="17447" grpId="0" animBg="1"/>
      <p:bldP spid="17464" grpId="0" animBg="1"/>
      <p:bldP spid="17465" grpId="0" animBg="1"/>
      <p:bldP spid="17469" grpId="0" animBg="1"/>
      <p:bldP spid="17470" grpId="0" animBg="1"/>
      <p:bldP spid="17471" grpId="0" animBg="1"/>
      <p:bldP spid="17472" grpId="0" animBg="1"/>
      <p:bldP spid="17473" grpId="0" animBg="1"/>
      <p:bldP spid="17474" grpId="0" animBg="1"/>
      <p:bldP spid="405577" grpId="0"/>
      <p:bldP spid="405578" grpId="0"/>
      <p:bldP spid="405579" grpId="0"/>
      <p:bldP spid="40558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755AFDA5-D635-4BAF-9137-FAB4BD778426}"/>
              </a:ext>
            </a:extLst>
          </p:cNvPr>
          <p:cNvSpPr>
            <a:spLocks noChangeArrowheads="1"/>
          </p:cNvSpPr>
          <p:nvPr/>
        </p:nvSpPr>
        <p:spPr bwMode="auto">
          <a:xfrm>
            <a:off x="457200" y="1371600"/>
            <a:ext cx="8439150" cy="41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25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由于</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en-US" altLang="zh-CN" sz="3000" b="1" i="1" u="none" strike="noStrike" kern="1200" cap="none" spc="0" normalizeH="0" baseline="30000" noProof="0" dirty="0">
                <a:ln>
                  <a:noFill/>
                </a:ln>
                <a:solidFill>
                  <a:srgbClr val="000000"/>
                </a:solidFill>
                <a:effectLst/>
                <a:uLnTx/>
                <a:uFillTx/>
                <a:latin typeface="Times New Roman"/>
                <a:ea typeface="宋体" panose="02010600030101010101" pitchFamily="2" charset="-122"/>
                <a:cs typeface="+mn-cs"/>
              </a:rPr>
              <a:t>M</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仍然是偶数，可以被</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整除，因此可以对两个</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点的</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DFT</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再分别作进一步的分解。即对</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G</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k</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和</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H</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k</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的计算，又可以分别通过计算两个长度为</a:t>
            </a:r>
            <a:r>
              <a:rPr kumimoji="1" lang="en-US" altLang="zh-CN" sz="30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/4=2</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点的</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DFT</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得到，进一步节省计算量。</a:t>
            </a:r>
          </a:p>
          <a:p>
            <a:pPr marL="0" marR="0" lvl="0" indent="0" algn="just" defTabSz="914400" rtl="0" eaLnBrk="1" fontAlgn="base" latinLnBrk="0" hangingPunct="1">
              <a:lnSpc>
                <a:spcPct val="125000"/>
              </a:lnSpc>
              <a:spcBef>
                <a:spcPct val="0"/>
              </a:spcBef>
              <a:spcAft>
                <a:spcPct val="0"/>
              </a:spcAft>
              <a:buClrTx/>
              <a:buSzTx/>
              <a:buFontTx/>
              <a:buNone/>
              <a:tabLst/>
              <a:defRPr/>
            </a:pP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        这样，一个</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8</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点的</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DFT</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就可以分解为四个</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点的</a:t>
            </a:r>
            <a:r>
              <a:rPr kumimoji="1" lang="en-US" altLang="zh-CN"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DFT</a:t>
            </a:r>
            <a:r>
              <a:rPr kumimoji="1" lang="zh-CN" altLang="en-US" sz="3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 </a:t>
            </a:r>
          </a:p>
        </p:txBody>
      </p:sp>
      <p:sp>
        <p:nvSpPr>
          <p:cNvPr id="4"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117897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4"/>
          <p:cNvGraphicFramePr>
            <a:graphicFrameLocks noChangeAspect="1"/>
          </p:cNvGraphicFramePr>
          <p:nvPr/>
        </p:nvGraphicFramePr>
        <p:xfrm>
          <a:off x="263525" y="3249613"/>
          <a:ext cx="788988" cy="468312"/>
        </p:xfrm>
        <a:graphic>
          <a:graphicData uri="http://schemas.openxmlformats.org/presentationml/2006/ole">
            <mc:AlternateContent xmlns:mc="http://schemas.openxmlformats.org/markup-compatibility/2006">
              <mc:Choice xmlns:v="urn:schemas-microsoft-com:vml" Requires="v">
                <p:oleObj name="Equation" r:id="rId2" imgW="342720" imgH="203040" progId="Equation.DSMT4">
                  <p:embed/>
                </p:oleObj>
              </mc:Choice>
              <mc:Fallback>
                <p:oleObj name="Equation" r:id="rId2" imgW="342720" imgH="203040" progId="Equation.DSMT4">
                  <p:embed/>
                  <p:pic>
                    <p:nvPicPr>
                      <p:cNvPr id="4" name="Object 4"/>
                      <p:cNvPicPr>
                        <a:picLocks noChangeAspect="1" noChangeArrowheads="1"/>
                      </p:cNvPicPr>
                      <p:nvPr/>
                    </p:nvPicPr>
                    <p:blipFill>
                      <a:blip r:embed="rId3"/>
                      <a:srcRect/>
                      <a:stretch>
                        <a:fillRect/>
                      </a:stretch>
                    </p:blipFill>
                    <p:spPr bwMode="auto">
                      <a:xfrm>
                        <a:off x="263525" y="3249613"/>
                        <a:ext cx="788988"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p:cNvGraphicFramePr>
            <a:graphicFrameLocks noChangeAspect="1"/>
          </p:cNvGraphicFramePr>
          <p:nvPr/>
        </p:nvGraphicFramePr>
        <p:xfrm>
          <a:off x="3178175" y="1971675"/>
          <a:ext cx="892175" cy="528638"/>
        </p:xfrm>
        <a:graphic>
          <a:graphicData uri="http://schemas.openxmlformats.org/presentationml/2006/ole">
            <mc:AlternateContent xmlns:mc="http://schemas.openxmlformats.org/markup-compatibility/2006">
              <mc:Choice xmlns:v="urn:schemas-microsoft-com:vml" Requires="v">
                <p:oleObj name="Equation" r:id="rId4" imgW="342720" imgH="203040" progId="Equation.DSMT4">
                  <p:embed/>
                </p:oleObj>
              </mc:Choice>
              <mc:Fallback>
                <p:oleObj name="Equation" r:id="rId4" imgW="342720" imgH="203040" progId="Equation.DSMT4">
                  <p:embed/>
                  <p:pic>
                    <p:nvPicPr>
                      <p:cNvPr id="5" name="Object 4"/>
                      <p:cNvPicPr>
                        <a:picLocks noChangeAspect="1" noChangeArrowheads="1"/>
                      </p:cNvPicPr>
                      <p:nvPr/>
                    </p:nvPicPr>
                    <p:blipFill>
                      <a:blip r:embed="rId5"/>
                      <a:srcRect/>
                      <a:stretch>
                        <a:fillRect/>
                      </a:stretch>
                    </p:blipFill>
                    <p:spPr bwMode="auto">
                      <a:xfrm>
                        <a:off x="3178175" y="1971675"/>
                        <a:ext cx="892175" cy="52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3222625" y="4752975"/>
          <a:ext cx="858838" cy="527050"/>
        </p:xfrm>
        <a:graphic>
          <a:graphicData uri="http://schemas.openxmlformats.org/presentationml/2006/ole">
            <mc:AlternateContent xmlns:mc="http://schemas.openxmlformats.org/markup-compatibility/2006">
              <mc:Choice xmlns:v="urn:schemas-microsoft-com:vml" Requires="v">
                <p:oleObj name="Equation" r:id="rId6" imgW="330120" imgH="203040" progId="Equation.DSMT4">
                  <p:embed/>
                </p:oleObj>
              </mc:Choice>
              <mc:Fallback>
                <p:oleObj name="Equation" r:id="rId6" imgW="330120" imgH="203040" progId="Equation.DSMT4">
                  <p:embed/>
                  <p:pic>
                    <p:nvPicPr>
                      <p:cNvPr id="6" name="Object 4"/>
                      <p:cNvPicPr>
                        <a:picLocks noChangeAspect="1" noChangeArrowheads="1"/>
                      </p:cNvPicPr>
                      <p:nvPr/>
                    </p:nvPicPr>
                    <p:blipFill>
                      <a:blip r:embed="rId7"/>
                      <a:srcRect/>
                      <a:stretch>
                        <a:fillRect/>
                      </a:stretch>
                    </p:blipFill>
                    <p:spPr bwMode="auto">
                      <a:xfrm>
                        <a:off x="3222625" y="4752975"/>
                        <a:ext cx="858838"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7" name="直接连接符 6"/>
          <p:cNvCxnSpPr/>
          <p:nvPr/>
        </p:nvCxnSpPr>
        <p:spPr>
          <a:xfrm flipV="1">
            <a:off x="2264760" y="2462744"/>
            <a:ext cx="655200" cy="73861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2233361" y="3837290"/>
            <a:ext cx="797510" cy="919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9" name="Object 4"/>
          <p:cNvGraphicFramePr>
            <a:graphicFrameLocks noChangeAspect="1"/>
          </p:cNvGraphicFramePr>
          <p:nvPr/>
        </p:nvGraphicFramePr>
        <p:xfrm>
          <a:off x="6108700" y="1116013"/>
          <a:ext cx="989013" cy="593725"/>
        </p:xfrm>
        <a:graphic>
          <a:graphicData uri="http://schemas.openxmlformats.org/presentationml/2006/ole">
            <mc:AlternateContent xmlns:mc="http://schemas.openxmlformats.org/markup-compatibility/2006">
              <mc:Choice xmlns:v="urn:schemas-microsoft-com:vml" Requires="v">
                <p:oleObj name="Equation" r:id="rId8" imgW="380880" imgH="228600" progId="Equation.DSMT4">
                  <p:embed/>
                </p:oleObj>
              </mc:Choice>
              <mc:Fallback>
                <p:oleObj name="Equation" r:id="rId8" imgW="380880" imgH="228600" progId="Equation.DSMT4">
                  <p:embed/>
                  <p:pic>
                    <p:nvPicPr>
                      <p:cNvPr id="9" name="Object 4"/>
                      <p:cNvPicPr>
                        <a:picLocks noChangeAspect="1" noChangeArrowheads="1"/>
                      </p:cNvPicPr>
                      <p:nvPr/>
                    </p:nvPicPr>
                    <p:blipFill>
                      <a:blip r:embed="rId9"/>
                      <a:srcRect/>
                      <a:stretch>
                        <a:fillRect/>
                      </a:stretch>
                    </p:blipFill>
                    <p:spPr bwMode="auto">
                      <a:xfrm>
                        <a:off x="6108700" y="1116013"/>
                        <a:ext cx="989013"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4"/>
          <p:cNvGraphicFramePr>
            <a:graphicFrameLocks noChangeAspect="1"/>
          </p:cNvGraphicFramePr>
          <p:nvPr/>
        </p:nvGraphicFramePr>
        <p:xfrm>
          <a:off x="6105525" y="2557463"/>
          <a:ext cx="1025525" cy="593725"/>
        </p:xfrm>
        <a:graphic>
          <a:graphicData uri="http://schemas.openxmlformats.org/presentationml/2006/ole">
            <mc:AlternateContent xmlns:mc="http://schemas.openxmlformats.org/markup-compatibility/2006">
              <mc:Choice xmlns:v="urn:schemas-microsoft-com:vml" Requires="v">
                <p:oleObj name="Equation" r:id="rId10" imgW="393480" imgH="228600" progId="Equation.DSMT4">
                  <p:embed/>
                </p:oleObj>
              </mc:Choice>
              <mc:Fallback>
                <p:oleObj name="Equation" r:id="rId10" imgW="393480" imgH="228600" progId="Equation.DSMT4">
                  <p:embed/>
                  <p:pic>
                    <p:nvPicPr>
                      <p:cNvPr id="10" name="Object 4"/>
                      <p:cNvPicPr>
                        <a:picLocks noChangeAspect="1" noChangeArrowheads="1"/>
                      </p:cNvPicPr>
                      <p:nvPr/>
                    </p:nvPicPr>
                    <p:blipFill>
                      <a:blip r:embed="rId11"/>
                      <a:srcRect/>
                      <a:stretch>
                        <a:fillRect/>
                      </a:stretch>
                    </p:blipFill>
                    <p:spPr bwMode="auto">
                      <a:xfrm>
                        <a:off x="6105525" y="2557463"/>
                        <a:ext cx="1025525"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4"/>
          <p:cNvGraphicFramePr>
            <a:graphicFrameLocks noChangeAspect="1"/>
          </p:cNvGraphicFramePr>
          <p:nvPr/>
        </p:nvGraphicFramePr>
        <p:xfrm>
          <a:off x="6046788" y="3905250"/>
          <a:ext cx="957262" cy="593725"/>
        </p:xfrm>
        <a:graphic>
          <a:graphicData uri="http://schemas.openxmlformats.org/presentationml/2006/ole">
            <mc:AlternateContent xmlns:mc="http://schemas.openxmlformats.org/markup-compatibility/2006">
              <mc:Choice xmlns:v="urn:schemas-microsoft-com:vml" Requires="v">
                <p:oleObj name="Equation" r:id="rId12" imgW="368280" imgH="228600" progId="Equation.DSMT4">
                  <p:embed/>
                </p:oleObj>
              </mc:Choice>
              <mc:Fallback>
                <p:oleObj name="Equation" r:id="rId12" imgW="368280" imgH="228600" progId="Equation.DSMT4">
                  <p:embed/>
                  <p:pic>
                    <p:nvPicPr>
                      <p:cNvPr id="11" name="Object 4"/>
                      <p:cNvPicPr>
                        <a:picLocks noChangeAspect="1" noChangeArrowheads="1"/>
                      </p:cNvPicPr>
                      <p:nvPr/>
                    </p:nvPicPr>
                    <p:blipFill>
                      <a:blip r:embed="rId13"/>
                      <a:srcRect/>
                      <a:stretch>
                        <a:fillRect/>
                      </a:stretch>
                    </p:blipFill>
                    <p:spPr bwMode="auto">
                      <a:xfrm>
                        <a:off x="6046788" y="3905250"/>
                        <a:ext cx="957262"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4"/>
          <p:cNvGraphicFramePr>
            <a:graphicFrameLocks noChangeAspect="1"/>
          </p:cNvGraphicFramePr>
          <p:nvPr/>
        </p:nvGraphicFramePr>
        <p:xfrm>
          <a:off x="6043613" y="5518150"/>
          <a:ext cx="990600" cy="593725"/>
        </p:xfrm>
        <a:graphic>
          <a:graphicData uri="http://schemas.openxmlformats.org/presentationml/2006/ole">
            <mc:AlternateContent xmlns:mc="http://schemas.openxmlformats.org/markup-compatibility/2006">
              <mc:Choice xmlns:v="urn:schemas-microsoft-com:vml" Requires="v">
                <p:oleObj name="Equation" r:id="rId14" imgW="380880" imgH="228600" progId="Equation.DSMT4">
                  <p:embed/>
                </p:oleObj>
              </mc:Choice>
              <mc:Fallback>
                <p:oleObj name="Equation" r:id="rId14" imgW="380880" imgH="228600" progId="Equation.DSMT4">
                  <p:embed/>
                  <p:pic>
                    <p:nvPicPr>
                      <p:cNvPr id="12" name="Object 4"/>
                      <p:cNvPicPr>
                        <a:picLocks noChangeAspect="1" noChangeArrowheads="1"/>
                      </p:cNvPicPr>
                      <p:nvPr/>
                    </p:nvPicPr>
                    <p:blipFill>
                      <a:blip r:embed="rId15"/>
                      <a:srcRect/>
                      <a:stretch>
                        <a:fillRect/>
                      </a:stretch>
                    </p:blipFill>
                    <p:spPr bwMode="auto">
                      <a:xfrm>
                        <a:off x="6043613" y="5518150"/>
                        <a:ext cx="9906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3" name="直接连接符 12"/>
          <p:cNvCxnSpPr/>
          <p:nvPr/>
        </p:nvCxnSpPr>
        <p:spPr>
          <a:xfrm flipV="1">
            <a:off x="5282606" y="4359965"/>
            <a:ext cx="614611" cy="6127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282606" y="5128505"/>
            <a:ext cx="614611" cy="636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对象 14"/>
          <p:cNvGraphicFramePr>
            <a:graphicFrameLocks noChangeAspect="1"/>
          </p:cNvGraphicFramePr>
          <p:nvPr/>
        </p:nvGraphicFramePr>
        <p:xfrm>
          <a:off x="1157288" y="1497013"/>
          <a:ext cx="776287" cy="4248150"/>
        </p:xfrm>
        <a:graphic>
          <a:graphicData uri="http://schemas.openxmlformats.org/presentationml/2006/ole">
            <mc:AlternateContent xmlns:mc="http://schemas.openxmlformats.org/markup-compatibility/2006">
              <mc:Choice xmlns:v="urn:schemas-microsoft-com:vml" Requires="v">
                <p:oleObj name="Equation" r:id="rId16" imgW="330120" imgH="1803240" progId="Equation.DSMT4">
                  <p:embed/>
                </p:oleObj>
              </mc:Choice>
              <mc:Fallback>
                <p:oleObj name="Equation" r:id="rId16" imgW="330120" imgH="1803240" progId="Equation.DSMT4">
                  <p:embed/>
                  <p:pic>
                    <p:nvPicPr>
                      <p:cNvPr id="15" name="对象 14"/>
                      <p:cNvPicPr>
                        <a:picLocks noChangeAspect="1" noChangeArrowheads="1"/>
                      </p:cNvPicPr>
                      <p:nvPr/>
                    </p:nvPicPr>
                    <p:blipFill>
                      <a:blip r:embed="rId17"/>
                      <a:srcRect/>
                      <a:stretch>
                        <a:fillRect/>
                      </a:stretch>
                    </p:blipFill>
                    <p:spPr bwMode="auto">
                      <a:xfrm>
                        <a:off x="1157288" y="1497013"/>
                        <a:ext cx="776287"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4278313" y="1217613"/>
          <a:ext cx="776287" cy="2093912"/>
        </p:xfrm>
        <a:graphic>
          <a:graphicData uri="http://schemas.openxmlformats.org/presentationml/2006/ole">
            <mc:AlternateContent xmlns:mc="http://schemas.openxmlformats.org/markup-compatibility/2006">
              <mc:Choice xmlns:v="urn:schemas-microsoft-com:vml" Requires="v">
                <p:oleObj name="Equation" r:id="rId18" imgW="330120" imgH="888840" progId="Equation.DSMT4">
                  <p:embed/>
                </p:oleObj>
              </mc:Choice>
              <mc:Fallback>
                <p:oleObj name="Equation" r:id="rId18" imgW="330120" imgH="888840" progId="Equation.DSMT4">
                  <p:embed/>
                  <p:pic>
                    <p:nvPicPr>
                      <p:cNvPr id="16" name="对象 15"/>
                      <p:cNvPicPr>
                        <a:picLocks noChangeAspect="1" noChangeArrowheads="1"/>
                      </p:cNvPicPr>
                      <p:nvPr/>
                    </p:nvPicPr>
                    <p:blipFill>
                      <a:blip r:embed="rId19"/>
                      <a:srcRect/>
                      <a:stretch>
                        <a:fillRect/>
                      </a:stretch>
                    </p:blipFill>
                    <p:spPr bwMode="auto">
                      <a:xfrm>
                        <a:off x="4278313" y="1217613"/>
                        <a:ext cx="776287"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对象 16"/>
          <p:cNvGraphicFramePr>
            <a:graphicFrameLocks noChangeAspect="1"/>
          </p:cNvGraphicFramePr>
          <p:nvPr/>
        </p:nvGraphicFramePr>
        <p:xfrm>
          <a:off x="4273550" y="4081463"/>
          <a:ext cx="774700" cy="2093912"/>
        </p:xfrm>
        <a:graphic>
          <a:graphicData uri="http://schemas.openxmlformats.org/presentationml/2006/ole">
            <mc:AlternateContent xmlns:mc="http://schemas.openxmlformats.org/markup-compatibility/2006">
              <mc:Choice xmlns:v="urn:schemas-microsoft-com:vml" Requires="v">
                <p:oleObj name="Equation" r:id="rId20" imgW="330120" imgH="888840" progId="Equation.DSMT4">
                  <p:embed/>
                </p:oleObj>
              </mc:Choice>
              <mc:Fallback>
                <p:oleObj name="Equation" r:id="rId20" imgW="330120" imgH="888840" progId="Equation.DSMT4">
                  <p:embed/>
                  <p:pic>
                    <p:nvPicPr>
                      <p:cNvPr id="17" name="对象 16"/>
                      <p:cNvPicPr>
                        <a:picLocks noChangeAspect="1" noChangeArrowheads="1"/>
                      </p:cNvPicPr>
                      <p:nvPr/>
                    </p:nvPicPr>
                    <p:blipFill>
                      <a:blip r:embed="rId21"/>
                      <a:srcRect/>
                      <a:stretch>
                        <a:fillRect/>
                      </a:stretch>
                    </p:blipFill>
                    <p:spPr bwMode="auto">
                      <a:xfrm>
                        <a:off x="4273550" y="4081463"/>
                        <a:ext cx="774700"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7242175" y="901700"/>
          <a:ext cx="774700" cy="1017588"/>
        </p:xfrm>
        <a:graphic>
          <a:graphicData uri="http://schemas.openxmlformats.org/presentationml/2006/ole">
            <mc:AlternateContent xmlns:mc="http://schemas.openxmlformats.org/markup-compatibility/2006">
              <mc:Choice xmlns:v="urn:schemas-microsoft-com:vml" Requires="v">
                <p:oleObj name="Equation" r:id="rId22" imgW="330120" imgH="431640" progId="Equation.DSMT4">
                  <p:embed/>
                </p:oleObj>
              </mc:Choice>
              <mc:Fallback>
                <p:oleObj name="Equation" r:id="rId22" imgW="330120" imgH="431640" progId="Equation.DSMT4">
                  <p:embed/>
                  <p:pic>
                    <p:nvPicPr>
                      <p:cNvPr id="18" name="对象 17"/>
                      <p:cNvPicPr>
                        <a:picLocks noChangeAspect="1" noChangeArrowheads="1"/>
                      </p:cNvPicPr>
                      <p:nvPr/>
                    </p:nvPicPr>
                    <p:blipFill>
                      <a:blip r:embed="rId23"/>
                      <a:srcRect/>
                      <a:stretch>
                        <a:fillRect/>
                      </a:stretch>
                    </p:blipFill>
                    <p:spPr bwMode="auto">
                      <a:xfrm>
                        <a:off x="7242175" y="901700"/>
                        <a:ext cx="774700"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7262813" y="2351088"/>
          <a:ext cx="774700" cy="1017587"/>
        </p:xfrm>
        <a:graphic>
          <a:graphicData uri="http://schemas.openxmlformats.org/presentationml/2006/ole">
            <mc:AlternateContent xmlns:mc="http://schemas.openxmlformats.org/markup-compatibility/2006">
              <mc:Choice xmlns:v="urn:schemas-microsoft-com:vml" Requires="v">
                <p:oleObj name="Equation" r:id="rId24" imgW="330120" imgH="431640" progId="Equation.DSMT4">
                  <p:embed/>
                </p:oleObj>
              </mc:Choice>
              <mc:Fallback>
                <p:oleObj name="Equation" r:id="rId24" imgW="330120" imgH="431640" progId="Equation.DSMT4">
                  <p:embed/>
                  <p:pic>
                    <p:nvPicPr>
                      <p:cNvPr id="19" name="对象 18"/>
                      <p:cNvPicPr>
                        <a:picLocks noChangeAspect="1" noChangeArrowheads="1"/>
                      </p:cNvPicPr>
                      <p:nvPr/>
                    </p:nvPicPr>
                    <p:blipFill>
                      <a:blip r:embed="rId25"/>
                      <a:srcRect/>
                      <a:stretch>
                        <a:fillRect/>
                      </a:stretch>
                    </p:blipFill>
                    <p:spPr bwMode="auto">
                      <a:xfrm>
                        <a:off x="7262813" y="2351088"/>
                        <a:ext cx="774700"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7262813" y="3706813"/>
          <a:ext cx="774700" cy="1017587"/>
        </p:xfrm>
        <a:graphic>
          <a:graphicData uri="http://schemas.openxmlformats.org/presentationml/2006/ole">
            <mc:AlternateContent xmlns:mc="http://schemas.openxmlformats.org/markup-compatibility/2006">
              <mc:Choice xmlns:v="urn:schemas-microsoft-com:vml" Requires="v">
                <p:oleObj name="Equation" r:id="rId26" imgW="330120" imgH="431640" progId="Equation.DSMT4">
                  <p:embed/>
                </p:oleObj>
              </mc:Choice>
              <mc:Fallback>
                <p:oleObj name="Equation" r:id="rId26" imgW="330120" imgH="431640" progId="Equation.DSMT4">
                  <p:embed/>
                  <p:pic>
                    <p:nvPicPr>
                      <p:cNvPr id="20" name="对象 19"/>
                      <p:cNvPicPr>
                        <a:picLocks noChangeAspect="1" noChangeArrowheads="1"/>
                      </p:cNvPicPr>
                      <p:nvPr/>
                    </p:nvPicPr>
                    <p:blipFill>
                      <a:blip r:embed="rId27"/>
                      <a:srcRect/>
                      <a:stretch>
                        <a:fillRect/>
                      </a:stretch>
                    </p:blipFill>
                    <p:spPr bwMode="auto">
                      <a:xfrm>
                        <a:off x="7262813" y="3706813"/>
                        <a:ext cx="774700" cy="1017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7262813" y="5318125"/>
          <a:ext cx="774700" cy="1017588"/>
        </p:xfrm>
        <a:graphic>
          <a:graphicData uri="http://schemas.openxmlformats.org/presentationml/2006/ole">
            <mc:AlternateContent xmlns:mc="http://schemas.openxmlformats.org/markup-compatibility/2006">
              <mc:Choice xmlns:v="urn:schemas-microsoft-com:vml" Requires="v">
                <p:oleObj name="Equation" r:id="rId28" imgW="330120" imgH="431640" progId="Equation.DSMT4">
                  <p:embed/>
                </p:oleObj>
              </mc:Choice>
              <mc:Fallback>
                <p:oleObj name="Equation" r:id="rId28" imgW="330120" imgH="431640" progId="Equation.DSMT4">
                  <p:embed/>
                  <p:pic>
                    <p:nvPicPr>
                      <p:cNvPr id="21" name="对象 20"/>
                      <p:cNvPicPr>
                        <a:picLocks noChangeAspect="1" noChangeArrowheads="1"/>
                      </p:cNvPicPr>
                      <p:nvPr/>
                    </p:nvPicPr>
                    <p:blipFill>
                      <a:blip r:embed="rId29"/>
                      <a:srcRect/>
                      <a:stretch>
                        <a:fillRect/>
                      </a:stretch>
                    </p:blipFill>
                    <p:spPr bwMode="auto">
                      <a:xfrm>
                        <a:off x="7262813" y="5318125"/>
                        <a:ext cx="774700"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22" name="直接连接符 21"/>
          <p:cNvCxnSpPr/>
          <p:nvPr/>
        </p:nvCxnSpPr>
        <p:spPr>
          <a:xfrm flipV="1">
            <a:off x="5302485" y="1468519"/>
            <a:ext cx="614611" cy="612746"/>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302485" y="2237059"/>
            <a:ext cx="614611" cy="63619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4" name="对象 23"/>
          <p:cNvGraphicFramePr>
            <a:graphicFrameLocks noChangeAspect="1"/>
          </p:cNvGraphicFramePr>
          <p:nvPr/>
        </p:nvGraphicFramePr>
        <p:xfrm>
          <a:off x="0" y="3837290"/>
          <a:ext cx="1252538" cy="373062"/>
        </p:xfrm>
        <a:graphic>
          <a:graphicData uri="http://schemas.openxmlformats.org/presentationml/2006/ole">
            <mc:AlternateContent xmlns:mc="http://schemas.openxmlformats.org/markup-compatibility/2006">
              <mc:Choice xmlns:v="urn:schemas-microsoft-com:vml" Requires="v">
                <p:oleObj name="Equation" r:id="rId30" imgW="596880" imgH="177480" progId="Equation.DSMT4">
                  <p:embed/>
                </p:oleObj>
              </mc:Choice>
              <mc:Fallback>
                <p:oleObj name="Equation" r:id="rId30" imgW="596880" imgH="177480" progId="Equation.DSMT4">
                  <p:embed/>
                  <p:pic>
                    <p:nvPicPr>
                      <p:cNvPr id="24" name="对象 23"/>
                      <p:cNvPicPr>
                        <a:picLocks noChangeAspect="1" noChangeArrowheads="1"/>
                      </p:cNvPicPr>
                      <p:nvPr/>
                    </p:nvPicPr>
                    <p:blipFill>
                      <a:blip r:embed="rId31"/>
                      <a:srcRect/>
                      <a:stretch>
                        <a:fillRect/>
                      </a:stretch>
                    </p:blipFill>
                    <p:spPr bwMode="auto">
                      <a:xfrm>
                        <a:off x="0" y="3837290"/>
                        <a:ext cx="1252538"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对象 24"/>
          <p:cNvGraphicFramePr>
            <a:graphicFrameLocks noChangeAspect="1"/>
          </p:cNvGraphicFramePr>
          <p:nvPr/>
        </p:nvGraphicFramePr>
        <p:xfrm>
          <a:off x="2944674" y="2620806"/>
          <a:ext cx="1252538" cy="373062"/>
        </p:xfrm>
        <a:graphic>
          <a:graphicData uri="http://schemas.openxmlformats.org/presentationml/2006/ole">
            <mc:AlternateContent xmlns:mc="http://schemas.openxmlformats.org/markup-compatibility/2006">
              <mc:Choice xmlns:v="urn:schemas-microsoft-com:vml" Requires="v">
                <p:oleObj name="Equation" r:id="rId32" imgW="596880" imgH="177480" progId="Equation.DSMT4">
                  <p:embed/>
                </p:oleObj>
              </mc:Choice>
              <mc:Fallback>
                <p:oleObj name="Equation" r:id="rId32" imgW="596880" imgH="177480" progId="Equation.DSMT4">
                  <p:embed/>
                  <p:pic>
                    <p:nvPicPr>
                      <p:cNvPr id="25" name="对象 24"/>
                      <p:cNvPicPr>
                        <a:picLocks noChangeAspect="1" noChangeArrowheads="1"/>
                      </p:cNvPicPr>
                      <p:nvPr/>
                    </p:nvPicPr>
                    <p:blipFill>
                      <a:blip r:embed="rId33"/>
                      <a:srcRect/>
                      <a:stretch>
                        <a:fillRect/>
                      </a:stretch>
                    </p:blipFill>
                    <p:spPr bwMode="auto">
                      <a:xfrm>
                        <a:off x="2944674" y="2620806"/>
                        <a:ext cx="1252538"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对象 25"/>
          <p:cNvGraphicFramePr>
            <a:graphicFrameLocks noChangeAspect="1"/>
          </p:cNvGraphicFramePr>
          <p:nvPr/>
        </p:nvGraphicFramePr>
        <p:xfrm>
          <a:off x="2981443" y="5391633"/>
          <a:ext cx="1252537" cy="373063"/>
        </p:xfrm>
        <a:graphic>
          <a:graphicData uri="http://schemas.openxmlformats.org/presentationml/2006/ole">
            <mc:AlternateContent xmlns:mc="http://schemas.openxmlformats.org/markup-compatibility/2006">
              <mc:Choice xmlns:v="urn:schemas-microsoft-com:vml" Requires="v">
                <p:oleObj name="Equation" r:id="rId32" imgW="596880" imgH="177480" progId="Equation.DSMT4">
                  <p:embed/>
                </p:oleObj>
              </mc:Choice>
              <mc:Fallback>
                <p:oleObj name="Equation" r:id="rId32" imgW="596880" imgH="177480" progId="Equation.DSMT4">
                  <p:embed/>
                  <p:pic>
                    <p:nvPicPr>
                      <p:cNvPr id="26" name="对象 25"/>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981443" y="5391633"/>
                        <a:ext cx="1252537"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对象 26"/>
          <p:cNvGraphicFramePr>
            <a:graphicFrameLocks noChangeAspect="1"/>
          </p:cNvGraphicFramePr>
          <p:nvPr/>
        </p:nvGraphicFramePr>
        <p:xfrm>
          <a:off x="5925334" y="6123682"/>
          <a:ext cx="1225550" cy="373063"/>
        </p:xfrm>
        <a:graphic>
          <a:graphicData uri="http://schemas.openxmlformats.org/presentationml/2006/ole">
            <mc:AlternateContent xmlns:mc="http://schemas.openxmlformats.org/markup-compatibility/2006">
              <mc:Choice xmlns:v="urn:schemas-microsoft-com:vml" Requires="v">
                <p:oleObj name="Equation" r:id="rId35" imgW="583920" imgH="177480" progId="Equation.DSMT4">
                  <p:embed/>
                </p:oleObj>
              </mc:Choice>
              <mc:Fallback>
                <p:oleObj name="Equation" r:id="rId35" imgW="583920" imgH="177480" progId="Equation.DSMT4">
                  <p:embed/>
                  <p:pic>
                    <p:nvPicPr>
                      <p:cNvPr id="27" name="对象 26"/>
                      <p:cNvPicPr>
                        <a:picLocks noChangeAspect="1" noChangeArrowheads="1"/>
                      </p:cNvPicPr>
                      <p:nvPr/>
                    </p:nvPicPr>
                    <p:blipFill>
                      <a:blip r:embed="rId36"/>
                      <a:srcRect/>
                      <a:stretch>
                        <a:fillRect/>
                      </a:stretch>
                    </p:blipFill>
                    <p:spPr bwMode="auto">
                      <a:xfrm>
                        <a:off x="5925334" y="6123682"/>
                        <a:ext cx="1225550"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对象 27"/>
          <p:cNvGraphicFramePr>
            <a:graphicFrameLocks noChangeAspect="1"/>
          </p:cNvGraphicFramePr>
          <p:nvPr/>
        </p:nvGraphicFramePr>
        <p:xfrm>
          <a:off x="6011348" y="1708203"/>
          <a:ext cx="1225550" cy="373062"/>
        </p:xfrm>
        <a:graphic>
          <a:graphicData uri="http://schemas.openxmlformats.org/presentationml/2006/ole">
            <mc:AlternateContent xmlns:mc="http://schemas.openxmlformats.org/markup-compatibility/2006">
              <mc:Choice xmlns:v="urn:schemas-microsoft-com:vml" Requires="v">
                <p:oleObj name="Equation" r:id="rId35" imgW="583920" imgH="177480" progId="Equation.DSMT4">
                  <p:embed/>
                </p:oleObj>
              </mc:Choice>
              <mc:Fallback>
                <p:oleObj name="Equation" r:id="rId35" imgW="583920" imgH="177480" progId="Equation.DSMT4">
                  <p:embed/>
                  <p:pic>
                    <p:nvPicPr>
                      <p:cNvPr id="28" name="对象 27"/>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011348" y="1708203"/>
                        <a:ext cx="1225550"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对象 28"/>
          <p:cNvGraphicFramePr>
            <a:graphicFrameLocks noChangeAspect="1"/>
          </p:cNvGraphicFramePr>
          <p:nvPr/>
        </p:nvGraphicFramePr>
        <p:xfrm>
          <a:off x="6044300" y="3128619"/>
          <a:ext cx="1225550" cy="373062"/>
        </p:xfrm>
        <a:graphic>
          <a:graphicData uri="http://schemas.openxmlformats.org/presentationml/2006/ole">
            <mc:AlternateContent xmlns:mc="http://schemas.openxmlformats.org/markup-compatibility/2006">
              <mc:Choice xmlns:v="urn:schemas-microsoft-com:vml" Requires="v">
                <p:oleObj name="Equation" r:id="rId35" imgW="583920" imgH="177480" progId="Equation.DSMT4">
                  <p:embed/>
                </p:oleObj>
              </mc:Choice>
              <mc:Fallback>
                <p:oleObj name="Equation" r:id="rId35" imgW="583920" imgH="177480" progId="Equation.DSMT4">
                  <p:embed/>
                  <p:pic>
                    <p:nvPicPr>
                      <p:cNvPr id="29" name="对象 28"/>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6044300" y="3128619"/>
                        <a:ext cx="1225550"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对象 29"/>
          <p:cNvGraphicFramePr>
            <a:graphicFrameLocks noChangeAspect="1"/>
          </p:cNvGraphicFramePr>
          <p:nvPr/>
        </p:nvGraphicFramePr>
        <p:xfrm>
          <a:off x="5986635" y="4512759"/>
          <a:ext cx="1225550" cy="373062"/>
        </p:xfrm>
        <a:graphic>
          <a:graphicData uri="http://schemas.openxmlformats.org/presentationml/2006/ole">
            <mc:AlternateContent xmlns:mc="http://schemas.openxmlformats.org/markup-compatibility/2006">
              <mc:Choice xmlns:v="urn:schemas-microsoft-com:vml" Requires="v">
                <p:oleObj name="Equation" r:id="rId35" imgW="583920" imgH="177480" progId="Equation.DSMT4">
                  <p:embed/>
                </p:oleObj>
              </mc:Choice>
              <mc:Fallback>
                <p:oleObj name="Equation" r:id="rId35" imgW="583920" imgH="177480" progId="Equation.DSMT4">
                  <p:embed/>
                  <p:pic>
                    <p:nvPicPr>
                      <p:cNvPr id="30" name="对象 29"/>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986635" y="4512759"/>
                        <a:ext cx="1225550" cy="37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403534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28"/>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30"/>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20" name="Text Box 12">
            <a:extLst>
              <a:ext uri="{FF2B5EF4-FFF2-40B4-BE49-F238E27FC236}">
                <a16:creationId xmlns:a16="http://schemas.microsoft.com/office/drawing/2014/main" id="{9981ADD1-70E0-4348-9D29-B9156728FD01}"/>
              </a:ext>
            </a:extLst>
          </p:cNvPr>
          <p:cNvSpPr txBox="1">
            <a:spLocks noChangeArrowheads="1"/>
          </p:cNvSpPr>
          <p:nvPr/>
        </p:nvSpPr>
        <p:spPr bwMode="auto">
          <a:xfrm>
            <a:off x="1692275" y="5661025"/>
            <a:ext cx="6335713"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3.18 </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由四个</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组成</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p>
        </p:txBody>
      </p:sp>
      <p:pic>
        <p:nvPicPr>
          <p:cNvPr id="4" name="图片 3"/>
          <p:cNvPicPr>
            <a:picLocks noChangeAspect="1"/>
          </p:cNvPicPr>
          <p:nvPr/>
        </p:nvPicPr>
        <p:blipFill>
          <a:blip r:embed="rId2"/>
          <a:stretch>
            <a:fillRect/>
          </a:stretch>
        </p:blipFill>
        <p:spPr>
          <a:xfrm>
            <a:off x="609600" y="1147653"/>
            <a:ext cx="7977188" cy="4179094"/>
          </a:xfrm>
          <a:prstGeom prst="rect">
            <a:avLst/>
          </a:prstGeom>
        </p:spPr>
      </p:pic>
      <p:sp>
        <p:nvSpPr>
          <p:cNvPr id="12" name="Text Box 16">
            <a:extLst>
              <a:ext uri="{FF2B5EF4-FFF2-40B4-BE49-F238E27FC236}">
                <a16:creationId xmlns:a16="http://schemas.microsoft.com/office/drawing/2014/main" id="{6DF8656F-AD95-4D4D-A58C-E72F0E0C3C7A}"/>
              </a:ext>
            </a:extLst>
          </p:cNvPr>
          <p:cNvSpPr txBox="1">
            <a:spLocks noChangeArrowheads="1"/>
          </p:cNvSpPr>
          <p:nvPr/>
        </p:nvSpPr>
        <p:spPr bwMode="auto">
          <a:xfrm>
            <a:off x="5410200" y="1066800"/>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3" name="Text Box 17">
            <a:extLst>
              <a:ext uri="{FF2B5EF4-FFF2-40B4-BE49-F238E27FC236}">
                <a16:creationId xmlns:a16="http://schemas.microsoft.com/office/drawing/2014/main" id="{107B70C5-78F0-4E59-9081-F409D47DC303}"/>
              </a:ext>
            </a:extLst>
          </p:cNvPr>
          <p:cNvSpPr txBox="1">
            <a:spLocks noChangeArrowheads="1"/>
          </p:cNvSpPr>
          <p:nvPr/>
        </p:nvSpPr>
        <p:spPr bwMode="auto">
          <a:xfrm>
            <a:off x="5410200" y="1590395"/>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Text Box 18">
            <a:extLst>
              <a:ext uri="{FF2B5EF4-FFF2-40B4-BE49-F238E27FC236}">
                <a16:creationId xmlns:a16="http://schemas.microsoft.com/office/drawing/2014/main" id="{64B751D8-3AA3-4442-B727-7D3E13A090F6}"/>
              </a:ext>
            </a:extLst>
          </p:cNvPr>
          <p:cNvSpPr txBox="1">
            <a:spLocks noChangeArrowheads="1"/>
          </p:cNvSpPr>
          <p:nvPr/>
        </p:nvSpPr>
        <p:spPr bwMode="auto">
          <a:xfrm>
            <a:off x="5410200" y="2057400"/>
            <a:ext cx="7207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5" name="Text Box 19">
            <a:extLst>
              <a:ext uri="{FF2B5EF4-FFF2-40B4-BE49-F238E27FC236}">
                <a16:creationId xmlns:a16="http://schemas.microsoft.com/office/drawing/2014/main" id="{75819986-1217-4551-8ACD-84932ACA79EE}"/>
              </a:ext>
            </a:extLst>
          </p:cNvPr>
          <p:cNvSpPr txBox="1">
            <a:spLocks noChangeArrowheads="1"/>
          </p:cNvSpPr>
          <p:nvPr/>
        </p:nvSpPr>
        <p:spPr bwMode="auto">
          <a:xfrm>
            <a:off x="5410200" y="2590800"/>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G</a:t>
            </a:r>
            <a:r>
              <a:rPr kumimoji="1"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(3)</a:t>
            </a:r>
            <a:endParaRPr kumimoji="1" lang="en-US" altLang="zh-CN" sz="20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16" name="Text Box 41">
            <a:extLst>
              <a:ext uri="{FF2B5EF4-FFF2-40B4-BE49-F238E27FC236}">
                <a16:creationId xmlns:a16="http://schemas.microsoft.com/office/drawing/2014/main" id="{56FDAD8A-D48D-4286-A47E-CCDAF8C9E88A}"/>
              </a:ext>
            </a:extLst>
          </p:cNvPr>
          <p:cNvSpPr txBox="1">
            <a:spLocks noChangeArrowheads="1"/>
          </p:cNvSpPr>
          <p:nvPr/>
        </p:nvSpPr>
        <p:spPr bwMode="auto">
          <a:xfrm>
            <a:off x="5410200" y="3076966"/>
            <a:ext cx="720725"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(0)</a:t>
            </a:r>
            <a:endParaRPr kumimoji="1" lang="en-US" altLang="zh-CN" sz="2000" b="0"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sp>
        <p:nvSpPr>
          <p:cNvPr id="17" name="Text Box 42">
            <a:extLst>
              <a:ext uri="{FF2B5EF4-FFF2-40B4-BE49-F238E27FC236}">
                <a16:creationId xmlns:a16="http://schemas.microsoft.com/office/drawing/2014/main" id="{3CE38BDE-32AD-4704-8739-82FF09A3B01D}"/>
              </a:ext>
            </a:extLst>
          </p:cNvPr>
          <p:cNvSpPr txBox="1">
            <a:spLocks noChangeArrowheads="1"/>
          </p:cNvSpPr>
          <p:nvPr/>
        </p:nvSpPr>
        <p:spPr bwMode="auto">
          <a:xfrm>
            <a:off x="5410200" y="3581400"/>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endParaRPr kumimoji="1" lang="en-US" altLang="zh-CN" sz="20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 name="Text Box 43">
            <a:extLst>
              <a:ext uri="{FF2B5EF4-FFF2-40B4-BE49-F238E27FC236}">
                <a16:creationId xmlns:a16="http://schemas.microsoft.com/office/drawing/2014/main" id="{BDD24C08-596E-4E33-BF65-A56F2A1C8383}"/>
              </a:ext>
            </a:extLst>
          </p:cNvPr>
          <p:cNvSpPr txBox="1">
            <a:spLocks noChangeArrowheads="1"/>
          </p:cNvSpPr>
          <p:nvPr/>
        </p:nvSpPr>
        <p:spPr bwMode="auto">
          <a:xfrm>
            <a:off x="5410200" y="4038600"/>
            <a:ext cx="7207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rPr>
              <a:t>(2)</a:t>
            </a:r>
            <a:endParaRPr kumimoji="1" lang="en-US" altLang="zh-CN" sz="2000" b="0" i="0" u="none" strike="noStrike" kern="1200" cap="none" spc="0" normalizeH="0" baseline="0" noProof="0" dirty="0">
              <a:ln>
                <a:noFill/>
              </a:ln>
              <a:solidFill>
                <a:srgbClr val="FF33CC"/>
              </a:solidFill>
              <a:effectLst/>
              <a:uLnTx/>
              <a:uFillTx/>
              <a:latin typeface="Times New Roman" panose="02020603050405020304" pitchFamily="18" charset="0"/>
              <a:ea typeface="宋体" panose="02010600030101010101" pitchFamily="2" charset="-122"/>
              <a:cs typeface="+mn-cs"/>
            </a:endParaRPr>
          </a:p>
        </p:txBody>
      </p:sp>
      <p:sp>
        <p:nvSpPr>
          <p:cNvPr id="19" name="Text Box 44">
            <a:extLst>
              <a:ext uri="{FF2B5EF4-FFF2-40B4-BE49-F238E27FC236}">
                <a16:creationId xmlns:a16="http://schemas.microsoft.com/office/drawing/2014/main" id="{F0CF21CC-CD7B-41E3-926A-D3FA1E33D822}"/>
              </a:ext>
            </a:extLst>
          </p:cNvPr>
          <p:cNvSpPr txBox="1">
            <a:spLocks noChangeArrowheads="1"/>
          </p:cNvSpPr>
          <p:nvPr/>
        </p:nvSpPr>
        <p:spPr bwMode="auto">
          <a:xfrm>
            <a:off x="5410200" y="4495800"/>
            <a:ext cx="7207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000" b="1" i="1"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H</a:t>
            </a:r>
            <a:r>
              <a:rPr kumimoji="1" lang="en-US" altLang="zh-CN" sz="20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(3</a:t>
            </a:r>
            <a:r>
              <a:rPr kumimoji="1" lang="en-US" altLang="zh-CN"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a:t>
            </a:r>
            <a:endParaRPr kumimoji="1" lang="en-US" altLang="zh-CN" sz="2400" b="0"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endParaRPr>
          </a:p>
        </p:txBody>
      </p:sp>
      <p:sp>
        <p:nvSpPr>
          <p:cNvPr id="22" name="Line 78">
            <a:extLst>
              <a:ext uri="{FF2B5EF4-FFF2-40B4-BE49-F238E27FC236}">
                <a16:creationId xmlns:a16="http://schemas.microsoft.com/office/drawing/2014/main" id="{0E3ECE6D-E1DF-44B1-8F82-3C1CE78F8851}"/>
              </a:ext>
            </a:extLst>
          </p:cNvPr>
          <p:cNvSpPr>
            <a:spLocks noChangeShapeType="1"/>
          </p:cNvSpPr>
          <p:nvPr/>
        </p:nvSpPr>
        <p:spPr bwMode="auto">
          <a:xfrm>
            <a:off x="2954337" y="1446212"/>
            <a:ext cx="876301" cy="15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 name="Line 80">
            <a:extLst>
              <a:ext uri="{FF2B5EF4-FFF2-40B4-BE49-F238E27FC236}">
                <a16:creationId xmlns:a16="http://schemas.microsoft.com/office/drawing/2014/main" id="{92DCECBA-9DBC-4B5B-8932-2E73FC34A713}"/>
              </a:ext>
            </a:extLst>
          </p:cNvPr>
          <p:cNvSpPr>
            <a:spLocks noChangeShapeType="1"/>
          </p:cNvSpPr>
          <p:nvPr/>
        </p:nvSpPr>
        <p:spPr bwMode="auto">
          <a:xfrm flipV="1">
            <a:off x="3749675" y="1446212"/>
            <a:ext cx="1649413" cy="15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 name="Line 81">
            <a:extLst>
              <a:ext uri="{FF2B5EF4-FFF2-40B4-BE49-F238E27FC236}">
                <a16:creationId xmlns:a16="http://schemas.microsoft.com/office/drawing/2014/main" id="{431A6FF7-4C29-442A-B0B0-F8DD4A434216}"/>
              </a:ext>
            </a:extLst>
          </p:cNvPr>
          <p:cNvSpPr>
            <a:spLocks noChangeShapeType="1"/>
          </p:cNvSpPr>
          <p:nvPr/>
        </p:nvSpPr>
        <p:spPr bwMode="auto">
          <a:xfrm flipV="1">
            <a:off x="3781426" y="1446212"/>
            <a:ext cx="1593850" cy="9921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 name="Line 79">
            <a:extLst>
              <a:ext uri="{FF2B5EF4-FFF2-40B4-BE49-F238E27FC236}">
                <a16:creationId xmlns:a16="http://schemas.microsoft.com/office/drawing/2014/main" id="{EB07FA35-F29C-44FA-ABA3-69856F2CCA74}"/>
              </a:ext>
            </a:extLst>
          </p:cNvPr>
          <p:cNvSpPr>
            <a:spLocks noChangeShapeType="1"/>
          </p:cNvSpPr>
          <p:nvPr/>
        </p:nvSpPr>
        <p:spPr bwMode="auto">
          <a:xfrm flipV="1">
            <a:off x="2954337" y="2432050"/>
            <a:ext cx="841376" cy="635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 name="Line 83">
            <a:extLst>
              <a:ext uri="{FF2B5EF4-FFF2-40B4-BE49-F238E27FC236}">
                <a16:creationId xmlns:a16="http://schemas.microsoft.com/office/drawing/2014/main" id="{D865B809-E5CD-4EFF-ACCA-A956FB6272A3}"/>
              </a:ext>
            </a:extLst>
          </p:cNvPr>
          <p:cNvSpPr>
            <a:spLocks noChangeShapeType="1"/>
          </p:cNvSpPr>
          <p:nvPr/>
        </p:nvSpPr>
        <p:spPr bwMode="auto">
          <a:xfrm>
            <a:off x="3749675" y="2432050"/>
            <a:ext cx="1649413" cy="635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 name="Line 82">
            <a:extLst>
              <a:ext uri="{FF2B5EF4-FFF2-40B4-BE49-F238E27FC236}">
                <a16:creationId xmlns:a16="http://schemas.microsoft.com/office/drawing/2014/main" id="{3FFCABD1-78DE-4958-9DA9-763FF6631C67}"/>
              </a:ext>
            </a:extLst>
          </p:cNvPr>
          <p:cNvSpPr>
            <a:spLocks noChangeShapeType="1"/>
          </p:cNvSpPr>
          <p:nvPr/>
        </p:nvSpPr>
        <p:spPr bwMode="auto">
          <a:xfrm>
            <a:off x="3781426" y="1420018"/>
            <a:ext cx="1631950" cy="104457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 name="Line 78">
            <a:extLst>
              <a:ext uri="{FF2B5EF4-FFF2-40B4-BE49-F238E27FC236}">
                <a16:creationId xmlns:a16="http://schemas.microsoft.com/office/drawing/2014/main" id="{0E3ECE6D-E1DF-44B1-8F82-3C1CE78F8851}"/>
              </a:ext>
            </a:extLst>
          </p:cNvPr>
          <p:cNvSpPr>
            <a:spLocks noChangeShapeType="1"/>
          </p:cNvSpPr>
          <p:nvPr/>
        </p:nvSpPr>
        <p:spPr bwMode="auto">
          <a:xfrm>
            <a:off x="2930525" y="1953814"/>
            <a:ext cx="876301"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 name="Line 80">
            <a:extLst>
              <a:ext uri="{FF2B5EF4-FFF2-40B4-BE49-F238E27FC236}">
                <a16:creationId xmlns:a16="http://schemas.microsoft.com/office/drawing/2014/main" id="{92DCECBA-9DBC-4B5B-8932-2E73FC34A713}"/>
              </a:ext>
            </a:extLst>
          </p:cNvPr>
          <p:cNvSpPr>
            <a:spLocks noChangeShapeType="1"/>
          </p:cNvSpPr>
          <p:nvPr/>
        </p:nvSpPr>
        <p:spPr bwMode="auto">
          <a:xfrm flipV="1">
            <a:off x="3725863" y="1953814"/>
            <a:ext cx="1649413"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 name="Line 81">
            <a:extLst>
              <a:ext uri="{FF2B5EF4-FFF2-40B4-BE49-F238E27FC236}">
                <a16:creationId xmlns:a16="http://schemas.microsoft.com/office/drawing/2014/main" id="{431A6FF7-4C29-442A-B0B0-F8DD4A434216}"/>
              </a:ext>
            </a:extLst>
          </p:cNvPr>
          <p:cNvSpPr>
            <a:spLocks noChangeShapeType="1"/>
          </p:cNvSpPr>
          <p:nvPr/>
        </p:nvSpPr>
        <p:spPr bwMode="auto">
          <a:xfrm flipV="1">
            <a:off x="3757614" y="1953814"/>
            <a:ext cx="1593850" cy="9921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 name="Line 79">
            <a:extLst>
              <a:ext uri="{FF2B5EF4-FFF2-40B4-BE49-F238E27FC236}">
                <a16:creationId xmlns:a16="http://schemas.microsoft.com/office/drawing/2014/main" id="{EB07FA35-F29C-44FA-ABA3-69856F2CCA74}"/>
              </a:ext>
            </a:extLst>
          </p:cNvPr>
          <p:cNvSpPr>
            <a:spLocks noChangeShapeType="1"/>
          </p:cNvSpPr>
          <p:nvPr/>
        </p:nvSpPr>
        <p:spPr bwMode="auto">
          <a:xfrm flipV="1">
            <a:off x="2930525" y="2939652"/>
            <a:ext cx="841376" cy="635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 name="Line 83">
            <a:extLst>
              <a:ext uri="{FF2B5EF4-FFF2-40B4-BE49-F238E27FC236}">
                <a16:creationId xmlns:a16="http://schemas.microsoft.com/office/drawing/2014/main" id="{D865B809-E5CD-4EFF-ACCA-A956FB6272A3}"/>
              </a:ext>
            </a:extLst>
          </p:cNvPr>
          <p:cNvSpPr>
            <a:spLocks noChangeShapeType="1"/>
          </p:cNvSpPr>
          <p:nvPr/>
        </p:nvSpPr>
        <p:spPr bwMode="auto">
          <a:xfrm>
            <a:off x="3725863" y="2939652"/>
            <a:ext cx="1649413" cy="635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 name="Line 82">
            <a:extLst>
              <a:ext uri="{FF2B5EF4-FFF2-40B4-BE49-F238E27FC236}">
                <a16:creationId xmlns:a16="http://schemas.microsoft.com/office/drawing/2014/main" id="{3FFCABD1-78DE-4958-9DA9-763FF6631C67}"/>
              </a:ext>
            </a:extLst>
          </p:cNvPr>
          <p:cNvSpPr>
            <a:spLocks noChangeShapeType="1"/>
          </p:cNvSpPr>
          <p:nvPr/>
        </p:nvSpPr>
        <p:spPr bwMode="auto">
          <a:xfrm>
            <a:off x="3757614" y="1927620"/>
            <a:ext cx="1631950" cy="10445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 name="Line 78">
            <a:extLst>
              <a:ext uri="{FF2B5EF4-FFF2-40B4-BE49-F238E27FC236}">
                <a16:creationId xmlns:a16="http://schemas.microsoft.com/office/drawing/2014/main" id="{0E3ECE6D-E1DF-44B1-8F82-3C1CE78F8851}"/>
              </a:ext>
            </a:extLst>
          </p:cNvPr>
          <p:cNvSpPr>
            <a:spLocks noChangeShapeType="1"/>
          </p:cNvSpPr>
          <p:nvPr/>
        </p:nvSpPr>
        <p:spPr bwMode="auto">
          <a:xfrm>
            <a:off x="2965449" y="3445666"/>
            <a:ext cx="876301" cy="15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 name="Line 80">
            <a:extLst>
              <a:ext uri="{FF2B5EF4-FFF2-40B4-BE49-F238E27FC236}">
                <a16:creationId xmlns:a16="http://schemas.microsoft.com/office/drawing/2014/main" id="{92DCECBA-9DBC-4B5B-8932-2E73FC34A713}"/>
              </a:ext>
            </a:extLst>
          </p:cNvPr>
          <p:cNvSpPr>
            <a:spLocks noChangeShapeType="1"/>
          </p:cNvSpPr>
          <p:nvPr/>
        </p:nvSpPr>
        <p:spPr bwMode="auto">
          <a:xfrm flipV="1">
            <a:off x="3760787" y="3445666"/>
            <a:ext cx="1649413" cy="15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 name="Line 81">
            <a:extLst>
              <a:ext uri="{FF2B5EF4-FFF2-40B4-BE49-F238E27FC236}">
                <a16:creationId xmlns:a16="http://schemas.microsoft.com/office/drawing/2014/main" id="{431A6FF7-4C29-442A-B0B0-F8DD4A434216}"/>
              </a:ext>
            </a:extLst>
          </p:cNvPr>
          <p:cNvSpPr>
            <a:spLocks noChangeShapeType="1"/>
          </p:cNvSpPr>
          <p:nvPr/>
        </p:nvSpPr>
        <p:spPr bwMode="auto">
          <a:xfrm flipV="1">
            <a:off x="3792538" y="3445666"/>
            <a:ext cx="1593850" cy="992188"/>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9" name="Line 79">
            <a:extLst>
              <a:ext uri="{FF2B5EF4-FFF2-40B4-BE49-F238E27FC236}">
                <a16:creationId xmlns:a16="http://schemas.microsoft.com/office/drawing/2014/main" id="{EB07FA35-F29C-44FA-ABA3-69856F2CCA74}"/>
              </a:ext>
            </a:extLst>
          </p:cNvPr>
          <p:cNvSpPr>
            <a:spLocks noChangeShapeType="1"/>
          </p:cNvSpPr>
          <p:nvPr/>
        </p:nvSpPr>
        <p:spPr bwMode="auto">
          <a:xfrm flipV="1">
            <a:off x="2965449" y="4431504"/>
            <a:ext cx="841376" cy="635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 name="Line 83">
            <a:extLst>
              <a:ext uri="{FF2B5EF4-FFF2-40B4-BE49-F238E27FC236}">
                <a16:creationId xmlns:a16="http://schemas.microsoft.com/office/drawing/2014/main" id="{D865B809-E5CD-4EFF-ACCA-A956FB6272A3}"/>
              </a:ext>
            </a:extLst>
          </p:cNvPr>
          <p:cNvSpPr>
            <a:spLocks noChangeShapeType="1"/>
          </p:cNvSpPr>
          <p:nvPr/>
        </p:nvSpPr>
        <p:spPr bwMode="auto">
          <a:xfrm>
            <a:off x="3760787" y="4431504"/>
            <a:ext cx="1649413" cy="6350"/>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1" name="Line 82">
            <a:extLst>
              <a:ext uri="{FF2B5EF4-FFF2-40B4-BE49-F238E27FC236}">
                <a16:creationId xmlns:a16="http://schemas.microsoft.com/office/drawing/2014/main" id="{3FFCABD1-78DE-4958-9DA9-763FF6631C67}"/>
              </a:ext>
            </a:extLst>
          </p:cNvPr>
          <p:cNvSpPr>
            <a:spLocks noChangeShapeType="1"/>
          </p:cNvSpPr>
          <p:nvPr/>
        </p:nvSpPr>
        <p:spPr bwMode="auto">
          <a:xfrm>
            <a:off x="3792538" y="3419472"/>
            <a:ext cx="1631950" cy="1044575"/>
          </a:xfrm>
          <a:prstGeom prst="line">
            <a:avLst/>
          </a:prstGeom>
          <a:noFill/>
          <a:ln w="381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2" name="Line 78">
            <a:extLst>
              <a:ext uri="{FF2B5EF4-FFF2-40B4-BE49-F238E27FC236}">
                <a16:creationId xmlns:a16="http://schemas.microsoft.com/office/drawing/2014/main" id="{0E3ECE6D-E1DF-44B1-8F82-3C1CE78F8851}"/>
              </a:ext>
            </a:extLst>
          </p:cNvPr>
          <p:cNvSpPr>
            <a:spLocks noChangeShapeType="1"/>
          </p:cNvSpPr>
          <p:nvPr/>
        </p:nvSpPr>
        <p:spPr bwMode="auto">
          <a:xfrm>
            <a:off x="2941637" y="3953268"/>
            <a:ext cx="876301"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3" name="Line 80">
            <a:extLst>
              <a:ext uri="{FF2B5EF4-FFF2-40B4-BE49-F238E27FC236}">
                <a16:creationId xmlns:a16="http://schemas.microsoft.com/office/drawing/2014/main" id="{92DCECBA-9DBC-4B5B-8932-2E73FC34A713}"/>
              </a:ext>
            </a:extLst>
          </p:cNvPr>
          <p:cNvSpPr>
            <a:spLocks noChangeShapeType="1"/>
          </p:cNvSpPr>
          <p:nvPr/>
        </p:nvSpPr>
        <p:spPr bwMode="auto">
          <a:xfrm flipV="1">
            <a:off x="3736975" y="3953268"/>
            <a:ext cx="1649413"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4" name="Line 81">
            <a:extLst>
              <a:ext uri="{FF2B5EF4-FFF2-40B4-BE49-F238E27FC236}">
                <a16:creationId xmlns:a16="http://schemas.microsoft.com/office/drawing/2014/main" id="{431A6FF7-4C29-442A-B0B0-F8DD4A434216}"/>
              </a:ext>
            </a:extLst>
          </p:cNvPr>
          <p:cNvSpPr>
            <a:spLocks noChangeShapeType="1"/>
          </p:cNvSpPr>
          <p:nvPr/>
        </p:nvSpPr>
        <p:spPr bwMode="auto">
          <a:xfrm flipV="1">
            <a:off x="3768726" y="3953268"/>
            <a:ext cx="1593850" cy="9921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5" name="Line 79">
            <a:extLst>
              <a:ext uri="{FF2B5EF4-FFF2-40B4-BE49-F238E27FC236}">
                <a16:creationId xmlns:a16="http://schemas.microsoft.com/office/drawing/2014/main" id="{EB07FA35-F29C-44FA-ABA3-69856F2CCA74}"/>
              </a:ext>
            </a:extLst>
          </p:cNvPr>
          <p:cNvSpPr>
            <a:spLocks noChangeShapeType="1"/>
          </p:cNvSpPr>
          <p:nvPr/>
        </p:nvSpPr>
        <p:spPr bwMode="auto">
          <a:xfrm flipV="1">
            <a:off x="2941637" y="4939106"/>
            <a:ext cx="841376" cy="635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6" name="Line 83">
            <a:extLst>
              <a:ext uri="{FF2B5EF4-FFF2-40B4-BE49-F238E27FC236}">
                <a16:creationId xmlns:a16="http://schemas.microsoft.com/office/drawing/2014/main" id="{D865B809-E5CD-4EFF-ACCA-A956FB6272A3}"/>
              </a:ext>
            </a:extLst>
          </p:cNvPr>
          <p:cNvSpPr>
            <a:spLocks noChangeShapeType="1"/>
          </p:cNvSpPr>
          <p:nvPr/>
        </p:nvSpPr>
        <p:spPr bwMode="auto">
          <a:xfrm>
            <a:off x="3736975" y="4939106"/>
            <a:ext cx="1649413" cy="635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7" name="Line 82">
            <a:extLst>
              <a:ext uri="{FF2B5EF4-FFF2-40B4-BE49-F238E27FC236}">
                <a16:creationId xmlns:a16="http://schemas.microsoft.com/office/drawing/2014/main" id="{3FFCABD1-78DE-4958-9DA9-763FF6631C67}"/>
              </a:ext>
            </a:extLst>
          </p:cNvPr>
          <p:cNvSpPr>
            <a:spLocks noChangeShapeType="1"/>
          </p:cNvSpPr>
          <p:nvPr/>
        </p:nvSpPr>
        <p:spPr bwMode="auto">
          <a:xfrm>
            <a:off x="3768726" y="3927074"/>
            <a:ext cx="1631950" cy="10445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48"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2895600" y="2092297"/>
          <a:ext cx="594360" cy="313560"/>
        </p:xfrm>
        <a:graphic>
          <a:graphicData uri="http://schemas.openxmlformats.org/presentationml/2006/ole">
            <mc:AlternateContent xmlns:mc="http://schemas.openxmlformats.org/markup-compatibility/2006">
              <mc:Choice xmlns:v="urn:schemas-microsoft-com:vml" Requires="v">
                <p:oleObj name="Equation" r:id="rId3" imgW="457200" imgH="241200" progId="Equation.DSMT4">
                  <p:embed/>
                </p:oleObj>
              </mc:Choice>
              <mc:Fallback>
                <p:oleObj name="Equation" r:id="rId3" imgW="457200" imgH="241200" progId="Equation.DSMT4">
                  <p:embed/>
                  <p:pic>
                    <p:nvPicPr>
                      <p:cNvPr id="48"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4"/>
                      <a:srcRect/>
                      <a:stretch>
                        <a:fillRect/>
                      </a:stretch>
                    </p:blipFill>
                    <p:spPr bwMode="auto">
                      <a:xfrm>
                        <a:off x="2895600" y="2092297"/>
                        <a:ext cx="594360" cy="31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9"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2895600" y="2593754"/>
          <a:ext cx="594360" cy="313560"/>
        </p:xfrm>
        <a:graphic>
          <a:graphicData uri="http://schemas.openxmlformats.org/presentationml/2006/ole">
            <mc:AlternateContent xmlns:mc="http://schemas.openxmlformats.org/markup-compatibility/2006">
              <mc:Choice xmlns:v="urn:schemas-microsoft-com:vml" Requires="v">
                <p:oleObj name="Equation" r:id="rId5" imgW="457200" imgH="241200" progId="Equation.DSMT4">
                  <p:embed/>
                </p:oleObj>
              </mc:Choice>
              <mc:Fallback>
                <p:oleObj name="Equation" r:id="rId5" imgW="457200" imgH="241200" progId="Equation.DSMT4">
                  <p:embed/>
                  <p:pic>
                    <p:nvPicPr>
                      <p:cNvPr id="49"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6"/>
                      <a:srcRect/>
                      <a:stretch>
                        <a:fillRect/>
                      </a:stretch>
                    </p:blipFill>
                    <p:spPr bwMode="auto">
                      <a:xfrm>
                        <a:off x="2895600" y="2593754"/>
                        <a:ext cx="594360" cy="313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0"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7"/>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8"/>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34248612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par>
                                <p:cTn id="8" presetID="3" presetClass="entr" presetSubtype="10"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blinds(horizontal)">
                                      <p:cBhvr>
                                        <p:cTn id="10" dur="500"/>
                                        <p:tgtEl>
                                          <p:spTgt spid="23"/>
                                        </p:tgtEl>
                                      </p:cBhvr>
                                    </p:animEffect>
                                  </p:childTnLst>
                                </p:cTn>
                              </p:par>
                              <p:par>
                                <p:cTn id="11" presetID="3" presetClass="entr" presetSubtype="1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blinds(horizontal)">
                                      <p:cBhvr>
                                        <p:cTn id="13" dur="500"/>
                                        <p:tgtEl>
                                          <p:spTgt spid="24"/>
                                        </p:tgtEl>
                                      </p:cBhvr>
                                    </p:animEffect>
                                  </p:childTnLst>
                                </p:cTn>
                              </p:par>
                              <p:par>
                                <p:cTn id="14" presetID="3" presetClass="entr" presetSubtype="1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linds(horizontal)">
                                      <p:cBhvr>
                                        <p:cTn id="16" dur="500"/>
                                        <p:tgtEl>
                                          <p:spTgt spid="25"/>
                                        </p:tgtEl>
                                      </p:cBhvr>
                                    </p:animEffect>
                                  </p:childTnLst>
                                </p:cTn>
                              </p:par>
                              <p:par>
                                <p:cTn id="17" presetID="3" presetClass="entr" presetSubtype="1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blinds(horizontal)">
                                      <p:cBhvr>
                                        <p:cTn id="19" dur="500"/>
                                        <p:tgtEl>
                                          <p:spTgt spid="26"/>
                                        </p:tgtEl>
                                      </p:cBhvr>
                                    </p:animEffect>
                                  </p:childTnLst>
                                </p:cTn>
                              </p:par>
                              <p:par>
                                <p:cTn id="20" presetID="3" presetClass="entr" presetSubtype="10" fill="hold" nodeType="with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blinds(horizontal)">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blinds(horizontal)">
                                      <p:cBhvr>
                                        <p:cTn id="27" dur="500"/>
                                        <p:tgtEl>
                                          <p:spTgt spid="30"/>
                                        </p:tgtEl>
                                      </p:cBhvr>
                                    </p:animEffect>
                                  </p:childTnLst>
                                </p:cTn>
                              </p:par>
                              <p:par>
                                <p:cTn id="28" presetID="3" presetClass="entr" presetSubtype="1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blinds(horizontal)">
                                      <p:cBhvr>
                                        <p:cTn id="30" dur="500"/>
                                        <p:tgtEl>
                                          <p:spTgt spid="31"/>
                                        </p:tgtEl>
                                      </p:cBhvr>
                                    </p:animEffect>
                                  </p:childTnLst>
                                </p:cTn>
                              </p:par>
                              <p:par>
                                <p:cTn id="31" presetID="3" presetClass="entr" presetSubtype="1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blinds(horizontal)">
                                      <p:cBhvr>
                                        <p:cTn id="33" dur="500"/>
                                        <p:tgtEl>
                                          <p:spTgt spid="32"/>
                                        </p:tgtEl>
                                      </p:cBhvr>
                                    </p:animEffect>
                                  </p:childTnLst>
                                </p:cTn>
                              </p:par>
                              <p:par>
                                <p:cTn id="34" presetID="3" presetClass="entr" presetSubtype="1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blinds(horizontal)">
                                      <p:cBhvr>
                                        <p:cTn id="36" dur="500"/>
                                        <p:tgtEl>
                                          <p:spTgt spid="33"/>
                                        </p:tgtEl>
                                      </p:cBhvr>
                                    </p:animEffect>
                                  </p:childTnLst>
                                </p:cTn>
                              </p:par>
                              <p:par>
                                <p:cTn id="37" presetID="3" presetClass="entr" presetSubtype="10"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Effect transition="in" filter="blinds(horizontal)">
                                      <p:cBhvr>
                                        <p:cTn id="39" dur="500"/>
                                        <p:tgtEl>
                                          <p:spTgt spid="34"/>
                                        </p:tgtEl>
                                      </p:cBhvr>
                                    </p:animEffect>
                                  </p:childTnLst>
                                </p:cTn>
                              </p:par>
                              <p:par>
                                <p:cTn id="40" presetID="3" presetClass="entr" presetSubtype="10" fill="hold" nodeType="with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blinds(horizontal)">
                                      <p:cBhvr>
                                        <p:cTn id="42" dur="50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linds(horizontal)">
                                      <p:cBhvr>
                                        <p:cTn id="47" dur="500"/>
                                        <p:tgtEl>
                                          <p:spTgt spid="36"/>
                                        </p:tgtEl>
                                      </p:cBhvr>
                                    </p:animEffect>
                                  </p:childTnLst>
                                </p:cTn>
                              </p:par>
                              <p:par>
                                <p:cTn id="48" presetID="3" presetClass="entr" presetSubtype="10" fill="hold" nodeType="with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blinds(horizontal)">
                                      <p:cBhvr>
                                        <p:cTn id="50" dur="500"/>
                                        <p:tgtEl>
                                          <p:spTgt spid="37"/>
                                        </p:tgtEl>
                                      </p:cBhvr>
                                    </p:animEffect>
                                  </p:childTnLst>
                                </p:cTn>
                              </p:par>
                              <p:par>
                                <p:cTn id="51" presetID="3" presetClass="entr" presetSubtype="1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blinds(horizontal)">
                                      <p:cBhvr>
                                        <p:cTn id="53" dur="500"/>
                                        <p:tgtEl>
                                          <p:spTgt spid="38"/>
                                        </p:tgtEl>
                                      </p:cBhvr>
                                    </p:animEffect>
                                  </p:childTnLst>
                                </p:cTn>
                              </p:par>
                              <p:par>
                                <p:cTn id="54" presetID="3" presetClass="entr" presetSubtype="10" fill="hold"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blinds(horizontal)">
                                      <p:cBhvr>
                                        <p:cTn id="56" dur="500"/>
                                        <p:tgtEl>
                                          <p:spTgt spid="39"/>
                                        </p:tgtEl>
                                      </p:cBhvr>
                                    </p:animEffect>
                                  </p:childTnLst>
                                </p:cTn>
                              </p:par>
                              <p:par>
                                <p:cTn id="57" presetID="3" presetClass="entr" presetSubtype="1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blinds(horizontal)">
                                      <p:cBhvr>
                                        <p:cTn id="59" dur="500"/>
                                        <p:tgtEl>
                                          <p:spTgt spid="40"/>
                                        </p:tgtEl>
                                      </p:cBhvr>
                                    </p:animEffect>
                                  </p:childTnLst>
                                </p:cTn>
                              </p:par>
                              <p:par>
                                <p:cTn id="60" presetID="3" presetClass="entr" presetSubtype="10" fill="hold" nodeType="withEffect">
                                  <p:stCondLst>
                                    <p:cond delay="0"/>
                                  </p:stCondLst>
                                  <p:childTnLst>
                                    <p:set>
                                      <p:cBhvr>
                                        <p:cTn id="61" dur="1" fill="hold">
                                          <p:stCondLst>
                                            <p:cond delay="0"/>
                                          </p:stCondLst>
                                        </p:cTn>
                                        <p:tgtEl>
                                          <p:spTgt spid="41"/>
                                        </p:tgtEl>
                                        <p:attrNameLst>
                                          <p:attrName>style.visibility</p:attrName>
                                        </p:attrNameLst>
                                      </p:cBhvr>
                                      <p:to>
                                        <p:strVal val="visible"/>
                                      </p:to>
                                    </p:set>
                                    <p:animEffect transition="in" filter="blinds(horizontal)">
                                      <p:cBhvr>
                                        <p:cTn id="62" dur="500"/>
                                        <p:tgtEl>
                                          <p:spTgt spid="41"/>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blinds(horizontal)">
                                      <p:cBhvr>
                                        <p:cTn id="67" dur="500"/>
                                        <p:tgtEl>
                                          <p:spTgt spid="42"/>
                                        </p:tgtEl>
                                      </p:cBhvr>
                                    </p:animEffect>
                                  </p:childTnLst>
                                </p:cTn>
                              </p:par>
                              <p:par>
                                <p:cTn id="68" presetID="3" presetClass="entr" presetSubtype="10" fill="hold" nodeType="withEffect">
                                  <p:stCondLst>
                                    <p:cond delay="0"/>
                                  </p:stCondLst>
                                  <p:childTnLst>
                                    <p:set>
                                      <p:cBhvr>
                                        <p:cTn id="69" dur="1" fill="hold">
                                          <p:stCondLst>
                                            <p:cond delay="0"/>
                                          </p:stCondLst>
                                        </p:cTn>
                                        <p:tgtEl>
                                          <p:spTgt spid="43"/>
                                        </p:tgtEl>
                                        <p:attrNameLst>
                                          <p:attrName>style.visibility</p:attrName>
                                        </p:attrNameLst>
                                      </p:cBhvr>
                                      <p:to>
                                        <p:strVal val="visible"/>
                                      </p:to>
                                    </p:set>
                                    <p:animEffect transition="in" filter="blinds(horizontal)">
                                      <p:cBhvr>
                                        <p:cTn id="70" dur="500"/>
                                        <p:tgtEl>
                                          <p:spTgt spid="43"/>
                                        </p:tgtEl>
                                      </p:cBhvr>
                                    </p:animEffect>
                                  </p:childTnLst>
                                </p:cTn>
                              </p:par>
                              <p:par>
                                <p:cTn id="71" presetID="3" presetClass="entr" presetSubtype="10" fill="hold" nodeType="withEffect">
                                  <p:stCondLst>
                                    <p:cond delay="0"/>
                                  </p:stCondLst>
                                  <p:childTnLst>
                                    <p:set>
                                      <p:cBhvr>
                                        <p:cTn id="72" dur="1" fill="hold">
                                          <p:stCondLst>
                                            <p:cond delay="0"/>
                                          </p:stCondLst>
                                        </p:cTn>
                                        <p:tgtEl>
                                          <p:spTgt spid="44"/>
                                        </p:tgtEl>
                                        <p:attrNameLst>
                                          <p:attrName>style.visibility</p:attrName>
                                        </p:attrNameLst>
                                      </p:cBhvr>
                                      <p:to>
                                        <p:strVal val="visible"/>
                                      </p:to>
                                    </p:set>
                                    <p:animEffect transition="in" filter="blinds(horizontal)">
                                      <p:cBhvr>
                                        <p:cTn id="73" dur="500"/>
                                        <p:tgtEl>
                                          <p:spTgt spid="44"/>
                                        </p:tgtEl>
                                      </p:cBhvr>
                                    </p:animEffect>
                                  </p:childTnLst>
                                </p:cTn>
                              </p:par>
                              <p:par>
                                <p:cTn id="74" presetID="3" presetClass="entr" presetSubtype="10" fill="hold" nodeType="withEffect">
                                  <p:stCondLst>
                                    <p:cond delay="0"/>
                                  </p:stCondLst>
                                  <p:childTnLst>
                                    <p:set>
                                      <p:cBhvr>
                                        <p:cTn id="75" dur="1" fill="hold">
                                          <p:stCondLst>
                                            <p:cond delay="0"/>
                                          </p:stCondLst>
                                        </p:cTn>
                                        <p:tgtEl>
                                          <p:spTgt spid="45"/>
                                        </p:tgtEl>
                                        <p:attrNameLst>
                                          <p:attrName>style.visibility</p:attrName>
                                        </p:attrNameLst>
                                      </p:cBhvr>
                                      <p:to>
                                        <p:strVal val="visible"/>
                                      </p:to>
                                    </p:set>
                                    <p:animEffect transition="in" filter="blinds(horizontal)">
                                      <p:cBhvr>
                                        <p:cTn id="76" dur="500"/>
                                        <p:tgtEl>
                                          <p:spTgt spid="45"/>
                                        </p:tgtEl>
                                      </p:cBhvr>
                                    </p:animEffect>
                                  </p:childTnLst>
                                </p:cTn>
                              </p:par>
                              <p:par>
                                <p:cTn id="77" presetID="3" presetClass="entr" presetSubtype="10" fill="hold" nodeType="withEffect">
                                  <p:stCondLst>
                                    <p:cond delay="0"/>
                                  </p:stCondLst>
                                  <p:childTnLst>
                                    <p:set>
                                      <p:cBhvr>
                                        <p:cTn id="78" dur="1" fill="hold">
                                          <p:stCondLst>
                                            <p:cond delay="0"/>
                                          </p:stCondLst>
                                        </p:cTn>
                                        <p:tgtEl>
                                          <p:spTgt spid="46"/>
                                        </p:tgtEl>
                                        <p:attrNameLst>
                                          <p:attrName>style.visibility</p:attrName>
                                        </p:attrNameLst>
                                      </p:cBhvr>
                                      <p:to>
                                        <p:strVal val="visible"/>
                                      </p:to>
                                    </p:set>
                                    <p:animEffect transition="in" filter="blinds(horizontal)">
                                      <p:cBhvr>
                                        <p:cTn id="79" dur="500"/>
                                        <p:tgtEl>
                                          <p:spTgt spid="46"/>
                                        </p:tgtEl>
                                      </p:cBhvr>
                                    </p:animEffect>
                                  </p:childTnLst>
                                </p:cTn>
                              </p:par>
                              <p:par>
                                <p:cTn id="80" presetID="3" presetClass="entr" presetSubtype="10" fill="hold" nodeType="withEffect">
                                  <p:stCondLst>
                                    <p:cond delay="0"/>
                                  </p:stCondLst>
                                  <p:childTnLst>
                                    <p:set>
                                      <p:cBhvr>
                                        <p:cTn id="81" dur="1" fill="hold">
                                          <p:stCondLst>
                                            <p:cond delay="0"/>
                                          </p:stCondLst>
                                        </p:cTn>
                                        <p:tgtEl>
                                          <p:spTgt spid="47"/>
                                        </p:tgtEl>
                                        <p:attrNameLst>
                                          <p:attrName>style.visibility</p:attrName>
                                        </p:attrNameLst>
                                      </p:cBhvr>
                                      <p:to>
                                        <p:strVal val="visible"/>
                                      </p:to>
                                    </p:set>
                                    <p:animEffect transition="in" filter="blinds(horizontal)">
                                      <p:cBhvr>
                                        <p:cTn id="8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a:extLst>
              <a:ext uri="{FF2B5EF4-FFF2-40B4-BE49-F238E27FC236}">
                <a16:creationId xmlns:a16="http://schemas.microsoft.com/office/drawing/2014/main" id="{90FA898E-3786-4031-A938-43DAE3B1DED5}"/>
              </a:ext>
            </a:extLst>
          </p:cNvPr>
          <p:cNvSpPr>
            <a:spLocks noChangeArrowheads="1"/>
          </p:cNvSpPr>
          <p:nvPr/>
        </p:nvSpPr>
        <p:spPr bwMode="auto">
          <a:xfrm>
            <a:off x="538102" y="914400"/>
            <a:ext cx="807249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307975">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307975"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最后的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可以用单个蝶形结表示：</a:t>
            </a:r>
          </a:p>
        </p:txBody>
      </p:sp>
      <p:graphicFrame>
        <p:nvGraphicFramePr>
          <p:cNvPr id="21507"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1104900" y="4038600"/>
          <a:ext cx="5959475" cy="1168400"/>
        </p:xfrm>
        <a:graphic>
          <a:graphicData uri="http://schemas.openxmlformats.org/presentationml/2006/ole">
            <mc:AlternateContent xmlns:mc="http://schemas.openxmlformats.org/markup-compatibility/2006">
              <mc:Choice xmlns:v="urn:schemas-microsoft-com:vml" Requires="v">
                <p:oleObj name="Equation" r:id="rId2" imgW="2590560" imgH="507960" progId="Equation.DSMT4">
                  <p:embed/>
                </p:oleObj>
              </mc:Choice>
              <mc:Fallback>
                <p:oleObj name="Equation" r:id="rId2" imgW="2590560" imgH="507960" progId="Equation.DSMT4">
                  <p:embed/>
                  <p:pic>
                    <p:nvPicPr>
                      <p:cNvPr id="21507"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3"/>
                      <a:srcRect/>
                      <a:stretch>
                        <a:fillRect/>
                      </a:stretch>
                    </p:blipFill>
                    <p:spPr bwMode="auto">
                      <a:xfrm>
                        <a:off x="1104900" y="4038600"/>
                        <a:ext cx="5959475"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Line 2">
            <a:extLst>
              <a:ext uri="{FF2B5EF4-FFF2-40B4-BE49-F238E27FC236}">
                <a16:creationId xmlns:a16="http://schemas.microsoft.com/office/drawing/2014/main" id="{A8DA69F6-FE3E-434A-A3A6-914EC9CEB32A}"/>
              </a:ext>
            </a:extLst>
          </p:cNvPr>
          <p:cNvSpPr>
            <a:spLocks noChangeShapeType="1"/>
          </p:cNvSpPr>
          <p:nvPr/>
        </p:nvSpPr>
        <p:spPr bwMode="auto">
          <a:xfrm>
            <a:off x="4265858" y="1761697"/>
            <a:ext cx="1158016" cy="1097348"/>
          </a:xfrm>
          <a:prstGeom prst="line">
            <a:avLst/>
          </a:prstGeom>
          <a:noFill/>
          <a:ln w="254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Line 3">
            <a:extLst>
              <a:ext uri="{FF2B5EF4-FFF2-40B4-BE49-F238E27FC236}">
                <a16:creationId xmlns:a16="http://schemas.microsoft.com/office/drawing/2014/main" id="{2409B896-1AE6-487F-83D6-8ACCCBE75712}"/>
              </a:ext>
            </a:extLst>
          </p:cNvPr>
          <p:cNvSpPr>
            <a:spLocks noChangeShapeType="1"/>
          </p:cNvSpPr>
          <p:nvPr/>
        </p:nvSpPr>
        <p:spPr bwMode="auto">
          <a:xfrm flipV="1">
            <a:off x="4267200" y="1761697"/>
            <a:ext cx="1155333" cy="1097348"/>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Line 4">
            <a:extLst>
              <a:ext uri="{FF2B5EF4-FFF2-40B4-BE49-F238E27FC236}">
                <a16:creationId xmlns:a16="http://schemas.microsoft.com/office/drawing/2014/main" id="{A5C749DB-36CF-4ADC-93E6-0DE6EC1E017C}"/>
              </a:ext>
            </a:extLst>
          </p:cNvPr>
          <p:cNvSpPr>
            <a:spLocks noChangeShapeType="1"/>
          </p:cNvSpPr>
          <p:nvPr/>
        </p:nvSpPr>
        <p:spPr bwMode="auto">
          <a:xfrm flipV="1">
            <a:off x="4267200" y="1761697"/>
            <a:ext cx="1155333" cy="0"/>
          </a:xfrm>
          <a:prstGeom prst="line">
            <a:avLst/>
          </a:prstGeom>
          <a:noFill/>
          <a:ln w="25400">
            <a:solidFill>
              <a:srgbClr val="3333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8" name="Object 7">
            <a:extLst>
              <a:ext uri="{FF2B5EF4-FFF2-40B4-BE49-F238E27FC236}">
                <a16:creationId xmlns:a16="http://schemas.microsoft.com/office/drawing/2014/main" id="{61BE003D-AB1F-4CB5-B3A1-242897FB3740}"/>
              </a:ext>
            </a:extLst>
          </p:cNvPr>
          <p:cNvGraphicFramePr>
            <a:graphicFrameLocks noChangeAspect="1"/>
          </p:cNvGraphicFramePr>
          <p:nvPr/>
        </p:nvGraphicFramePr>
        <p:xfrm>
          <a:off x="3482294" y="2297237"/>
          <a:ext cx="554760" cy="554760"/>
        </p:xfrm>
        <a:graphic>
          <a:graphicData uri="http://schemas.openxmlformats.org/presentationml/2006/ole">
            <mc:AlternateContent xmlns:mc="http://schemas.openxmlformats.org/markup-compatibility/2006">
              <mc:Choice xmlns:v="urn:schemas-microsoft-com:vml" Requires="v">
                <p:oleObj name="Equation" r:id="rId4" imgW="241200" imgH="241200" progId="Equation.DSMT4">
                  <p:embed/>
                </p:oleObj>
              </mc:Choice>
              <mc:Fallback>
                <p:oleObj name="Equation" r:id="rId4" imgW="241200" imgH="241200" progId="Equation.DSMT4">
                  <p:embed/>
                  <p:pic>
                    <p:nvPicPr>
                      <p:cNvPr id="8" name="Object 7">
                        <a:extLst>
                          <a:ext uri="{FF2B5EF4-FFF2-40B4-BE49-F238E27FC236}">
                            <a16:creationId xmlns:a16="http://schemas.microsoft.com/office/drawing/2014/main" id="{61BE003D-AB1F-4CB5-B3A1-242897FB3740}"/>
                          </a:ext>
                        </a:extLst>
                      </p:cNvPr>
                      <p:cNvPicPr>
                        <a:picLocks noChangeAspect="1" noChangeArrowheads="1"/>
                      </p:cNvPicPr>
                      <p:nvPr/>
                    </p:nvPicPr>
                    <p:blipFill>
                      <a:blip r:embed="rId5"/>
                      <a:srcRect/>
                      <a:stretch>
                        <a:fillRect/>
                      </a:stretch>
                    </p:blipFill>
                    <p:spPr bwMode="auto">
                      <a:xfrm>
                        <a:off x="3482294" y="2297237"/>
                        <a:ext cx="554760" cy="554760"/>
                      </a:xfrm>
                      <a:prstGeom prst="rect">
                        <a:avLst/>
                      </a:prstGeom>
                      <a:noFill/>
                      <a:ln>
                        <a:noFill/>
                      </a:ln>
                      <a:effectLst/>
                    </p:spPr>
                  </p:pic>
                </p:oleObj>
              </mc:Fallback>
            </mc:AlternateContent>
          </a:graphicData>
        </a:graphic>
      </p:graphicFrame>
      <p:sp>
        <p:nvSpPr>
          <p:cNvPr id="9" name="Line 12">
            <a:extLst>
              <a:ext uri="{FF2B5EF4-FFF2-40B4-BE49-F238E27FC236}">
                <a16:creationId xmlns:a16="http://schemas.microsoft.com/office/drawing/2014/main" id="{4A27371C-4AC5-48C4-B6E3-0A1799EE1BD1}"/>
              </a:ext>
            </a:extLst>
          </p:cNvPr>
          <p:cNvSpPr>
            <a:spLocks noChangeShapeType="1"/>
          </p:cNvSpPr>
          <p:nvPr/>
        </p:nvSpPr>
        <p:spPr bwMode="auto">
          <a:xfrm flipV="1">
            <a:off x="4267200" y="2859045"/>
            <a:ext cx="1155333"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Line 13">
            <a:extLst>
              <a:ext uri="{FF2B5EF4-FFF2-40B4-BE49-F238E27FC236}">
                <a16:creationId xmlns:a16="http://schemas.microsoft.com/office/drawing/2014/main" id="{18CB633E-6834-4E80-BEA3-2B77A9861194}"/>
              </a:ext>
            </a:extLst>
          </p:cNvPr>
          <p:cNvSpPr>
            <a:spLocks noChangeShapeType="1"/>
          </p:cNvSpPr>
          <p:nvPr/>
        </p:nvSpPr>
        <p:spPr bwMode="auto">
          <a:xfrm flipV="1">
            <a:off x="3231292" y="2859045"/>
            <a:ext cx="103456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Line 14">
            <a:extLst>
              <a:ext uri="{FF2B5EF4-FFF2-40B4-BE49-F238E27FC236}">
                <a16:creationId xmlns:a16="http://schemas.microsoft.com/office/drawing/2014/main" id="{BB6553D3-9C70-4C18-99EA-610C9BBD2A4A}"/>
              </a:ext>
            </a:extLst>
          </p:cNvPr>
          <p:cNvSpPr>
            <a:spLocks noChangeShapeType="1"/>
          </p:cNvSpPr>
          <p:nvPr/>
        </p:nvSpPr>
        <p:spPr bwMode="auto">
          <a:xfrm flipV="1">
            <a:off x="3231292" y="1761697"/>
            <a:ext cx="103456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2" name="Object 18">
            <a:extLst>
              <a:ext uri="{FF2B5EF4-FFF2-40B4-BE49-F238E27FC236}">
                <a16:creationId xmlns:a16="http://schemas.microsoft.com/office/drawing/2014/main" id="{28F410F5-5512-4B57-A4F9-133F7B9D45BE}"/>
              </a:ext>
            </a:extLst>
          </p:cNvPr>
          <p:cNvGraphicFramePr>
            <a:graphicFrameLocks noChangeAspect="1"/>
          </p:cNvGraphicFramePr>
          <p:nvPr/>
        </p:nvGraphicFramePr>
        <p:xfrm>
          <a:off x="4533046" y="2902572"/>
          <a:ext cx="468312" cy="379413"/>
        </p:xfrm>
        <a:graphic>
          <a:graphicData uri="http://schemas.openxmlformats.org/presentationml/2006/ole">
            <mc:AlternateContent xmlns:mc="http://schemas.openxmlformats.org/markup-compatibility/2006">
              <mc:Choice xmlns:v="urn:schemas-microsoft-com:vml" Requires="v">
                <p:oleObj name="Equation" r:id="rId6" imgW="203040" imgH="164880" progId="Equation.DSMT4">
                  <p:embed/>
                </p:oleObj>
              </mc:Choice>
              <mc:Fallback>
                <p:oleObj name="Equation" r:id="rId6" imgW="203040" imgH="164880" progId="Equation.DSMT4">
                  <p:embed/>
                  <p:pic>
                    <p:nvPicPr>
                      <p:cNvPr id="12" name="Object 18">
                        <a:extLst>
                          <a:ext uri="{FF2B5EF4-FFF2-40B4-BE49-F238E27FC236}">
                            <a16:creationId xmlns:a16="http://schemas.microsoft.com/office/drawing/2014/main" id="{28F410F5-5512-4B57-A4F9-133F7B9D45BE}"/>
                          </a:ext>
                        </a:extLst>
                      </p:cNvPr>
                      <p:cNvPicPr>
                        <a:picLocks noChangeAspect="1" noChangeArrowheads="1"/>
                      </p:cNvPicPr>
                      <p:nvPr/>
                    </p:nvPicPr>
                    <p:blipFill>
                      <a:blip r:embed="rId7"/>
                      <a:srcRect/>
                      <a:stretch>
                        <a:fillRect/>
                      </a:stretch>
                    </p:blipFill>
                    <p:spPr bwMode="auto">
                      <a:xfrm>
                        <a:off x="4533046" y="2902572"/>
                        <a:ext cx="468312" cy="379413"/>
                      </a:xfrm>
                      <a:prstGeom prst="rect">
                        <a:avLst/>
                      </a:prstGeom>
                      <a:noFill/>
                      <a:ln>
                        <a:noFill/>
                      </a:ln>
                    </p:spPr>
                  </p:pic>
                </p:oleObj>
              </mc:Fallback>
            </mc:AlternateContent>
          </a:graphicData>
        </a:graphic>
      </p:graphicFrame>
      <p:sp>
        <p:nvSpPr>
          <p:cNvPr id="3" name="矩形 2"/>
          <p:cNvSpPr/>
          <p:nvPr/>
        </p:nvSpPr>
        <p:spPr>
          <a:xfrm>
            <a:off x="853440" y="3421316"/>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6" name="Object 4"/>
          <p:cNvGraphicFramePr>
            <a:graphicFrameLocks noChangeAspect="1"/>
          </p:cNvGraphicFramePr>
          <p:nvPr/>
        </p:nvGraphicFramePr>
        <p:xfrm>
          <a:off x="1817688" y="3444875"/>
          <a:ext cx="4292600" cy="525463"/>
        </p:xfrm>
        <a:graphic>
          <a:graphicData uri="http://schemas.openxmlformats.org/presentationml/2006/ole">
            <mc:AlternateContent xmlns:mc="http://schemas.openxmlformats.org/markup-compatibility/2006">
              <mc:Choice xmlns:v="urn:schemas-microsoft-com:vml" Requires="v">
                <p:oleObj name="Equation" r:id="rId8" imgW="1866600" imgH="228600" progId="Equation.DSMT4">
                  <p:embed/>
                </p:oleObj>
              </mc:Choice>
              <mc:Fallback>
                <p:oleObj name="Equation" r:id="rId8" imgW="1866600" imgH="228600" progId="Equation.DSMT4">
                  <p:embed/>
                  <p:pic>
                    <p:nvPicPr>
                      <p:cNvPr id="16" name="Object 4"/>
                      <p:cNvPicPr>
                        <a:picLocks noChangeAspect="1" noChangeArrowheads="1"/>
                      </p:cNvPicPr>
                      <p:nvPr/>
                    </p:nvPicPr>
                    <p:blipFill>
                      <a:blip r:embed="rId9"/>
                      <a:srcRect/>
                      <a:stretch>
                        <a:fillRect/>
                      </a:stretch>
                    </p:blipFill>
                    <p:spPr bwMode="auto">
                      <a:xfrm>
                        <a:off x="1817688" y="3444875"/>
                        <a:ext cx="4292600"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3352800" y="5324209"/>
          <a:ext cx="2206512" cy="1117512"/>
        </p:xfrm>
        <a:graphic>
          <a:graphicData uri="http://schemas.openxmlformats.org/presentationml/2006/ole">
            <mc:AlternateContent xmlns:mc="http://schemas.openxmlformats.org/markup-compatibility/2006">
              <mc:Choice xmlns:v="urn:schemas-microsoft-com:vml" Requires="v">
                <p:oleObj name="Equation" r:id="rId10" imgW="1002960" imgH="507960" progId="Equation.DSMT4">
                  <p:embed/>
                </p:oleObj>
              </mc:Choice>
              <mc:Fallback>
                <p:oleObj name="Equation" r:id="rId10" imgW="1002960" imgH="507960" progId="Equation.DSMT4">
                  <p:embed/>
                  <p:pic>
                    <p:nvPicPr>
                      <p:cNvPr id="19"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11"/>
                      <a:srcRect/>
                      <a:stretch>
                        <a:fillRect/>
                      </a:stretch>
                    </p:blipFill>
                    <p:spPr bwMode="auto">
                      <a:xfrm>
                        <a:off x="3352800" y="5324209"/>
                        <a:ext cx="2206512" cy="1117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597619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2054">
            <a:extLst>
              <a:ext uri="{FF2B5EF4-FFF2-40B4-BE49-F238E27FC236}">
                <a16:creationId xmlns:a16="http://schemas.microsoft.com/office/drawing/2014/main" id="{DDE8BEDF-3C73-44FC-9790-4620545EE415}"/>
              </a:ext>
            </a:extLst>
          </p:cNvPr>
          <p:cNvSpPr txBox="1">
            <a:spLocks noChangeArrowheads="1"/>
          </p:cNvSpPr>
          <p:nvPr/>
        </p:nvSpPr>
        <p:spPr bwMode="auto">
          <a:xfrm>
            <a:off x="2051720" y="5169243"/>
            <a:ext cx="5816600"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3.19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按时间抽取的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endPar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8359" name="Rectangle 1031">
            <a:extLst>
              <a:ext uri="{FF2B5EF4-FFF2-40B4-BE49-F238E27FC236}">
                <a16:creationId xmlns:a16="http://schemas.microsoft.com/office/drawing/2014/main" id="{786BCEB0-53BD-415D-B4A1-5F130FF5927B}"/>
              </a:ext>
            </a:extLst>
          </p:cNvPr>
          <p:cNvSpPr>
            <a:spLocks noChangeArrowheads="1"/>
          </p:cNvSpPr>
          <p:nvPr/>
        </p:nvSpPr>
        <p:spPr bwMode="auto">
          <a:xfrm>
            <a:off x="269652" y="5791200"/>
            <a:ext cx="8645748"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每一步分解都是按输入序列在时域上的序号属于偶数还是奇数来抽取的，故称为“按时间抽取法”。</a:t>
            </a:r>
            <a:endPar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2" name="图片 1">
            <a:extLst>
              <a:ext uri="{FF2B5EF4-FFF2-40B4-BE49-F238E27FC236}">
                <a16:creationId xmlns:a16="http://schemas.microsoft.com/office/drawing/2014/main" id="{C1031747-7B63-4531-B7A9-D7A3E6293D24}"/>
              </a:ext>
            </a:extLst>
          </p:cNvPr>
          <p:cNvPicPr>
            <a:picLocks noChangeAspect="1"/>
          </p:cNvPicPr>
          <p:nvPr/>
        </p:nvPicPr>
        <p:blipFill>
          <a:blip r:embed="rId2"/>
          <a:stretch>
            <a:fillRect/>
          </a:stretch>
        </p:blipFill>
        <p:spPr>
          <a:xfrm>
            <a:off x="611560" y="909851"/>
            <a:ext cx="8172400" cy="4271749"/>
          </a:xfrm>
          <a:prstGeom prst="rect">
            <a:avLst/>
          </a:prstGeom>
        </p:spPr>
      </p:pic>
      <p:sp>
        <p:nvSpPr>
          <p:cNvPr id="6" name="矩形 5"/>
          <p:cNvSpPr/>
          <p:nvPr/>
        </p:nvSpPr>
        <p:spPr>
          <a:xfrm>
            <a:off x="1600200" y="5123076"/>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41909980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8E7A5937-21BA-4AA1-9C72-14A0965F59A3}"/>
              </a:ext>
            </a:extLst>
          </p:cNvPr>
          <p:cNvSpPr>
            <a:spLocks noGrp="1" noChangeArrowheads="1"/>
          </p:cNvSpPr>
          <p:nvPr>
            <p:ph type="title"/>
          </p:nvPr>
        </p:nvSpPr>
        <p:spPr>
          <a:xfrm>
            <a:off x="1047428" y="968042"/>
            <a:ext cx="5760640" cy="762000"/>
          </a:xfrm>
        </p:spPr>
        <p:txBody>
          <a:bodyPr/>
          <a:lstStyle/>
          <a:p>
            <a:pPr algn="l" eaLnBrk="1" hangingPunct="1"/>
            <a:r>
              <a:rPr lang="zh-CN" altLang="en-US" sz="3200" b="1" i="0" dirty="0">
                <a:solidFill>
                  <a:srgbClr val="333300"/>
                </a:solidFill>
              </a:rPr>
              <a:t>时间抽取法</a:t>
            </a:r>
            <a:r>
              <a:rPr lang="en-US" altLang="zh-CN" sz="3200" b="1" i="0" dirty="0">
                <a:solidFill>
                  <a:srgbClr val="333300"/>
                </a:solidFill>
              </a:rPr>
              <a:t>FFT</a:t>
            </a:r>
            <a:r>
              <a:rPr lang="zh-CN" altLang="en-US" sz="3200" b="1" i="0" dirty="0">
                <a:solidFill>
                  <a:srgbClr val="333300"/>
                </a:solidFill>
              </a:rPr>
              <a:t>的运算特点：</a:t>
            </a:r>
          </a:p>
        </p:txBody>
      </p:sp>
      <p:sp>
        <p:nvSpPr>
          <p:cNvPr id="23555" name="Rectangle 1027">
            <a:extLst>
              <a:ext uri="{FF2B5EF4-FFF2-40B4-BE49-F238E27FC236}">
                <a16:creationId xmlns:a16="http://schemas.microsoft.com/office/drawing/2014/main" id="{3F6DEB76-B69C-4C89-9A36-D2B333255EC2}"/>
              </a:ext>
            </a:extLst>
          </p:cNvPr>
          <p:cNvSpPr>
            <a:spLocks noChangeArrowheads="1"/>
          </p:cNvSpPr>
          <p:nvPr/>
        </p:nvSpPr>
        <p:spPr bwMode="auto">
          <a:xfrm>
            <a:off x="1047428" y="1921631"/>
            <a:ext cx="38807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蝶形运算</a:t>
            </a:r>
          </a:p>
        </p:txBody>
      </p:sp>
      <p:sp>
        <p:nvSpPr>
          <p:cNvPr id="23556" name="Rectangle 1028">
            <a:extLst>
              <a:ext uri="{FF2B5EF4-FFF2-40B4-BE49-F238E27FC236}">
                <a16:creationId xmlns:a16="http://schemas.microsoft.com/office/drawing/2014/main" id="{AEC1870A-5858-48A4-BCDA-A2C45C8AD678}"/>
              </a:ext>
            </a:extLst>
          </p:cNvPr>
          <p:cNvSpPr>
            <a:spLocks noChangeArrowheads="1"/>
          </p:cNvSpPr>
          <p:nvPr/>
        </p:nvSpPr>
        <p:spPr bwMode="auto">
          <a:xfrm>
            <a:off x="1047428" y="2631243"/>
            <a:ext cx="2667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原位计算 </a:t>
            </a:r>
          </a:p>
        </p:txBody>
      </p:sp>
      <p:sp>
        <p:nvSpPr>
          <p:cNvPr id="23557" name="Rectangle 1029">
            <a:extLst>
              <a:ext uri="{FF2B5EF4-FFF2-40B4-BE49-F238E27FC236}">
                <a16:creationId xmlns:a16="http://schemas.microsoft.com/office/drawing/2014/main" id="{C710F0AD-B716-4341-B67B-2D1009D45E28}"/>
              </a:ext>
            </a:extLst>
          </p:cNvPr>
          <p:cNvSpPr>
            <a:spLocks noChangeArrowheads="1"/>
          </p:cNvSpPr>
          <p:nvPr/>
        </p:nvSpPr>
        <p:spPr bwMode="auto">
          <a:xfrm>
            <a:off x="1050603" y="4202868"/>
            <a:ext cx="27352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序数重排</a:t>
            </a:r>
          </a:p>
        </p:txBody>
      </p:sp>
      <p:sp>
        <p:nvSpPr>
          <p:cNvPr id="23558" name="Rectangle 1030">
            <a:extLst>
              <a:ext uri="{FF2B5EF4-FFF2-40B4-BE49-F238E27FC236}">
                <a16:creationId xmlns:a16="http://schemas.microsoft.com/office/drawing/2014/main" id="{C2FA5DC0-A44B-449C-AA62-1584CDC08648}"/>
              </a:ext>
            </a:extLst>
          </p:cNvPr>
          <p:cNvSpPr>
            <a:spLocks noChangeArrowheads="1"/>
          </p:cNvSpPr>
          <p:nvPr/>
        </p:nvSpPr>
        <p:spPr bwMode="auto">
          <a:xfrm>
            <a:off x="1052191" y="3410706"/>
            <a:ext cx="5686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蝶形类型随迭代次数成倍增加</a:t>
            </a:r>
          </a:p>
        </p:txBody>
      </p:sp>
      <p:sp>
        <p:nvSpPr>
          <p:cNvPr id="8"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01004738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C8E39A80-EE66-4033-91BA-3D1AE7561848}"/>
              </a:ext>
            </a:extLst>
          </p:cNvPr>
          <p:cNvSpPr>
            <a:spLocks noGrp="1" noChangeArrowheads="1"/>
          </p:cNvSpPr>
          <p:nvPr>
            <p:ph type="body" idx="1"/>
          </p:nvPr>
        </p:nvSpPr>
        <p:spPr>
          <a:xfrm>
            <a:off x="800098" y="786874"/>
            <a:ext cx="8191501" cy="1118579"/>
          </a:xfrm>
        </p:spPr>
        <p:txBody>
          <a:bodyPr/>
          <a:lstStyle/>
          <a:p>
            <a:pPr marL="0" indent="0" eaLnBrk="1" hangingPunct="1">
              <a:buNone/>
            </a:pPr>
            <a:r>
              <a:rPr lang="en-US" altLang="zh-CN" sz="2800" b="1" dirty="0">
                <a:solidFill>
                  <a:srgbClr val="0000FF"/>
                </a:solidFill>
                <a:latin typeface="+mj-lt"/>
              </a:rPr>
              <a:t>(1) </a:t>
            </a:r>
            <a:r>
              <a:rPr lang="zh-CN" altLang="en-US" sz="2800" b="1" dirty="0">
                <a:solidFill>
                  <a:srgbClr val="0000FF"/>
                </a:solidFill>
                <a:latin typeface="+mj-lt"/>
              </a:rPr>
              <a:t>蝶形运算</a:t>
            </a:r>
            <a:endParaRPr lang="en-US" altLang="zh-CN" sz="2800" b="1" dirty="0">
              <a:solidFill>
                <a:srgbClr val="0000FF"/>
              </a:solidFill>
              <a:latin typeface="+mj-lt"/>
            </a:endParaRPr>
          </a:p>
          <a:p>
            <a:pPr eaLnBrk="1" hangingPunct="1">
              <a:spcBef>
                <a:spcPts val="0"/>
              </a:spcBef>
            </a:pPr>
            <a:r>
              <a:rPr lang="en-US" altLang="zh-CN" sz="2800" b="1" i="1" dirty="0">
                <a:solidFill>
                  <a:srgbClr val="000000"/>
                </a:solidFill>
                <a:latin typeface="Times New Roman"/>
              </a:rPr>
              <a:t>N</a:t>
            </a:r>
            <a:r>
              <a:rPr lang="en-US" altLang="zh-CN" sz="2800" b="1" dirty="0">
                <a:solidFill>
                  <a:srgbClr val="000000"/>
                </a:solidFill>
                <a:latin typeface="Times New Roman"/>
              </a:rPr>
              <a:t> = 2</a:t>
            </a:r>
            <a:r>
              <a:rPr lang="en-US" altLang="zh-CN" sz="2800" b="1" i="1" baseline="30000" dirty="0">
                <a:solidFill>
                  <a:srgbClr val="000000"/>
                </a:solidFill>
                <a:latin typeface="Times New Roman"/>
              </a:rPr>
              <a:t>M</a:t>
            </a:r>
            <a:r>
              <a:rPr lang="zh-CN" altLang="zh-CN" sz="2800" b="1" dirty="0">
                <a:latin typeface="+mj-lt"/>
                <a:ea typeface="+mj-ea"/>
              </a:rPr>
              <a:t>点</a:t>
            </a:r>
            <a:r>
              <a:rPr lang="en-US" altLang="zh-CN" sz="2800" b="1" dirty="0">
                <a:latin typeface="+mj-lt"/>
                <a:ea typeface="+mj-ea"/>
              </a:rPr>
              <a:t>F</a:t>
            </a:r>
            <a:r>
              <a:rPr lang="zh-CN" altLang="zh-CN" sz="2800" b="1" dirty="0">
                <a:latin typeface="+mj-lt"/>
                <a:ea typeface="+mj-ea"/>
              </a:rPr>
              <a:t>FT可分成</a:t>
            </a:r>
            <a:r>
              <a:rPr lang="en-US" altLang="zh-CN" sz="2800" b="1" dirty="0">
                <a:latin typeface="+mj-lt"/>
                <a:ea typeface="+mj-ea"/>
              </a:rPr>
              <a:t>                    </a:t>
            </a:r>
            <a:r>
              <a:rPr lang="zh-CN" altLang="zh-CN" sz="2800" b="1" dirty="0">
                <a:latin typeface="+mj-lt"/>
                <a:ea typeface="+mj-ea"/>
              </a:rPr>
              <a:t>级</a:t>
            </a:r>
            <a:r>
              <a:rPr lang="zh-CN" altLang="en-US" sz="2800" b="1" dirty="0">
                <a:latin typeface="+mj-lt"/>
                <a:ea typeface="+mj-ea"/>
              </a:rPr>
              <a:t>运算。</a:t>
            </a:r>
            <a:endParaRPr lang="en-US" altLang="zh-CN" sz="2800" b="1" dirty="0">
              <a:latin typeface="+mj-lt"/>
              <a:ea typeface="+mj-ea"/>
            </a:endParaRPr>
          </a:p>
        </p:txBody>
      </p:sp>
      <p:pic>
        <p:nvPicPr>
          <p:cNvPr id="9" name="图片 8">
            <a:extLst>
              <a:ext uri="{FF2B5EF4-FFF2-40B4-BE49-F238E27FC236}">
                <a16:creationId xmlns:a16="http://schemas.microsoft.com/office/drawing/2014/main" id="{C1031747-7B63-4531-B7A9-D7A3E6293D24}"/>
              </a:ext>
            </a:extLst>
          </p:cNvPr>
          <p:cNvPicPr>
            <a:picLocks noChangeAspect="1"/>
          </p:cNvPicPr>
          <p:nvPr/>
        </p:nvPicPr>
        <p:blipFill>
          <a:blip r:embed="rId2"/>
          <a:stretch>
            <a:fillRect/>
          </a:stretch>
        </p:blipFill>
        <p:spPr>
          <a:xfrm>
            <a:off x="2160380" y="3050792"/>
            <a:ext cx="5663565" cy="2960370"/>
          </a:xfrm>
          <a:prstGeom prst="rect">
            <a:avLst/>
          </a:prstGeom>
        </p:spPr>
      </p:pic>
      <p:sp>
        <p:nvSpPr>
          <p:cNvPr id="3" name="矩形 2"/>
          <p:cNvSpPr/>
          <p:nvPr/>
        </p:nvSpPr>
        <p:spPr>
          <a:xfrm>
            <a:off x="430419" y="3741677"/>
            <a:ext cx="1729961" cy="95410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如</a:t>
            </a:r>
            <a:r>
              <a:rPr kumimoji="1" lang="en-US" altLang="zh-CN" sz="2800" b="1" i="1" u="none" strike="noStrike" kern="1200" cap="none" spc="0" normalizeH="0" baseline="0" noProof="0" dirty="0">
                <a:ln>
                  <a:noFill/>
                </a:ln>
                <a:solidFill>
                  <a:srgbClr val="000000"/>
                </a:solidFill>
                <a:effectLst/>
                <a:uLnTx/>
                <a:uFillTx/>
                <a:latin typeface="Times New Roman"/>
                <a:ea typeface="宋体"/>
                <a:cs typeface="+mn-cs"/>
              </a:rPr>
              <a:t>N </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 8</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时</a:t>
            </a:r>
            <a:endPar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 </a:t>
            </a:r>
            <a:r>
              <a:rPr kumimoji="1" lang="en-US" altLang="zh-CN" sz="2800" b="1" i="1" u="none" strike="noStrike" kern="1200" cap="none" spc="0" normalizeH="0" baseline="0" noProof="0" dirty="0">
                <a:ln>
                  <a:noFill/>
                </a:ln>
                <a:solidFill>
                  <a:srgbClr val="000000"/>
                </a:solidFill>
                <a:effectLst/>
                <a:uLnTx/>
                <a:uFillTx/>
                <a:latin typeface="Times New Roman"/>
                <a:ea typeface="宋体"/>
                <a:cs typeface="+mn-cs"/>
              </a:rPr>
              <a:t>M</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 = 3</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1" name="矩形 10"/>
          <p:cNvSpPr/>
          <p:nvPr/>
        </p:nvSpPr>
        <p:spPr>
          <a:xfrm>
            <a:off x="1066800" y="1676400"/>
            <a:ext cx="4190999" cy="523220"/>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每级有</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个蝶形运算；</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 name="矩形 11"/>
          <p:cNvSpPr/>
          <p:nvPr/>
        </p:nvSpPr>
        <p:spPr>
          <a:xfrm>
            <a:off x="1066800" y="2143780"/>
            <a:ext cx="5588461" cy="523220"/>
          </a:xfrm>
          <a:prstGeom prst="rect">
            <a:avLst/>
          </a:prstGeom>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每个蝶形运算</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次复乘，</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次复加。</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 name="Rectangle 15"/>
          <p:cNvSpPr>
            <a:spLocks noChangeArrowheads="1"/>
          </p:cNvSpPr>
          <p:nvPr/>
        </p:nvSpPr>
        <p:spPr bwMode="auto">
          <a:xfrm>
            <a:off x="332295" y="6043692"/>
            <a:ext cx="20874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400" b="1">
                <a:solidFill>
                  <a:schemeClr val="tx1"/>
                </a:solidFill>
                <a:latin typeface="Tahoma" panose="020B0604030504040204" pitchFamily="34" charset="0"/>
                <a:ea typeface="宋体" panose="02010600030101010101" pitchFamily="2" charset="-122"/>
              </a:defRPr>
            </a:lvl1pPr>
            <a:lvl2pPr marL="742950" indent="-285750">
              <a:defRPr kumimoji="1" sz="2400" b="1">
                <a:solidFill>
                  <a:schemeClr val="tx1"/>
                </a:solidFill>
                <a:latin typeface="Tahoma" panose="020B0604030504040204" pitchFamily="34" charset="0"/>
                <a:ea typeface="宋体" panose="02010600030101010101" pitchFamily="2" charset="-122"/>
              </a:defRPr>
            </a:lvl2pPr>
            <a:lvl3pPr marL="1143000" indent="-228600">
              <a:defRPr kumimoji="1" sz="2400" b="1">
                <a:solidFill>
                  <a:schemeClr val="tx1"/>
                </a:solidFill>
                <a:latin typeface="Tahoma" panose="020B0604030504040204" pitchFamily="34" charset="0"/>
                <a:ea typeface="宋体" panose="02010600030101010101" pitchFamily="2" charset="-122"/>
              </a:defRPr>
            </a:lvl3pPr>
            <a:lvl4pPr marL="1600200" indent="-228600">
              <a:defRPr kumimoji="1" sz="2400" b="1">
                <a:solidFill>
                  <a:schemeClr val="tx1"/>
                </a:solidFill>
                <a:latin typeface="Tahoma" panose="020B0604030504040204" pitchFamily="34" charset="0"/>
                <a:ea typeface="宋体" panose="02010600030101010101" pitchFamily="2" charset="-122"/>
              </a:defRPr>
            </a:lvl4pPr>
            <a:lvl5pPr marL="2057400" indent="-22860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复乘次数： </a:t>
            </a:r>
          </a:p>
        </p:txBody>
      </p:sp>
      <p:sp>
        <p:nvSpPr>
          <p:cNvPr id="21" name="Rectangle 17"/>
          <p:cNvSpPr>
            <a:spLocks noChangeArrowheads="1"/>
          </p:cNvSpPr>
          <p:nvPr/>
        </p:nvSpPr>
        <p:spPr bwMode="auto">
          <a:xfrm>
            <a:off x="4800600" y="6029980"/>
            <a:ext cx="24479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2400" b="1">
                <a:solidFill>
                  <a:schemeClr val="tx1"/>
                </a:solidFill>
                <a:latin typeface="Tahoma" panose="020B0604030504040204" pitchFamily="34" charset="0"/>
                <a:ea typeface="宋体" panose="02010600030101010101" pitchFamily="2" charset="-122"/>
              </a:defRPr>
            </a:lvl1pPr>
            <a:lvl2pPr marL="742950" indent="-285750">
              <a:defRPr kumimoji="1" sz="2400" b="1">
                <a:solidFill>
                  <a:schemeClr val="tx1"/>
                </a:solidFill>
                <a:latin typeface="Tahoma" panose="020B0604030504040204" pitchFamily="34" charset="0"/>
                <a:ea typeface="宋体" panose="02010600030101010101" pitchFamily="2" charset="-122"/>
              </a:defRPr>
            </a:lvl2pPr>
            <a:lvl3pPr marL="1143000" indent="-228600">
              <a:defRPr kumimoji="1" sz="2400" b="1">
                <a:solidFill>
                  <a:schemeClr val="tx1"/>
                </a:solidFill>
                <a:latin typeface="Tahoma" panose="020B0604030504040204" pitchFamily="34" charset="0"/>
                <a:ea typeface="宋体" panose="02010600030101010101" pitchFamily="2" charset="-122"/>
              </a:defRPr>
            </a:lvl3pPr>
            <a:lvl4pPr marL="1600200" indent="-228600">
              <a:defRPr kumimoji="1" sz="2400" b="1">
                <a:solidFill>
                  <a:schemeClr val="tx1"/>
                </a:solidFill>
                <a:latin typeface="Tahoma" panose="020B0604030504040204" pitchFamily="34" charset="0"/>
                <a:ea typeface="宋体" panose="02010600030101010101" pitchFamily="2" charset="-122"/>
              </a:defRPr>
            </a:lvl4pPr>
            <a:lvl5pPr marL="2057400" indent="-22860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rPr>
              <a:t>复加次数： </a:t>
            </a:r>
          </a:p>
        </p:txBody>
      </p:sp>
      <p:graphicFrame>
        <p:nvGraphicFramePr>
          <p:cNvPr id="26"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4391817" y="1238326"/>
          <a:ext cx="1731963" cy="503238"/>
        </p:xfrm>
        <a:graphic>
          <a:graphicData uri="http://schemas.openxmlformats.org/presentationml/2006/ole">
            <mc:AlternateContent xmlns:mc="http://schemas.openxmlformats.org/markup-compatibility/2006">
              <mc:Choice xmlns:v="urn:schemas-microsoft-com:vml" Requires="v">
                <p:oleObj name="Equation" r:id="rId3" imgW="787320" imgH="228600" progId="Equation.DSMT4">
                  <p:embed/>
                </p:oleObj>
              </mc:Choice>
              <mc:Fallback>
                <p:oleObj name="Equation" r:id="rId3" imgW="787320" imgH="228600" progId="Equation.DSMT4">
                  <p:embed/>
                  <p:pic>
                    <p:nvPicPr>
                      <p:cNvPr id="26"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4"/>
                      <a:srcRect/>
                      <a:stretch>
                        <a:fillRect/>
                      </a:stretch>
                    </p:blipFill>
                    <p:spPr bwMode="auto">
                      <a:xfrm>
                        <a:off x="4391817" y="1238326"/>
                        <a:ext cx="1731963"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Object 5"/>
          <p:cNvGraphicFramePr>
            <a:graphicFrameLocks noChangeAspect="1"/>
          </p:cNvGraphicFramePr>
          <p:nvPr/>
        </p:nvGraphicFramePr>
        <p:xfrm>
          <a:off x="2104510" y="5872474"/>
          <a:ext cx="2067120" cy="865656"/>
        </p:xfrm>
        <a:graphic>
          <a:graphicData uri="http://schemas.openxmlformats.org/presentationml/2006/ole">
            <mc:AlternateContent xmlns:mc="http://schemas.openxmlformats.org/markup-compatibility/2006">
              <mc:Choice xmlns:v="urn:schemas-microsoft-com:vml" Requires="v">
                <p:oleObj name="Equation" r:id="rId5" imgW="939600" imgH="393480" progId="Equation.DSMT4">
                  <p:embed/>
                </p:oleObj>
              </mc:Choice>
              <mc:Fallback>
                <p:oleObj name="Equation" r:id="rId5" imgW="939600" imgH="393480" progId="Equation.DSMT4">
                  <p:embed/>
                  <p:pic>
                    <p:nvPicPr>
                      <p:cNvPr id="27" name="Object 5"/>
                      <p:cNvPicPr>
                        <a:picLocks noChangeAspect="1" noChangeArrowheads="1"/>
                      </p:cNvPicPr>
                      <p:nvPr/>
                    </p:nvPicPr>
                    <p:blipFill>
                      <a:blip r:embed="rId6"/>
                      <a:srcRect/>
                      <a:stretch>
                        <a:fillRect/>
                      </a:stretch>
                    </p:blipFill>
                    <p:spPr bwMode="auto">
                      <a:xfrm>
                        <a:off x="2104510" y="5872474"/>
                        <a:ext cx="2067120" cy="865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Object 5"/>
          <p:cNvGraphicFramePr>
            <a:graphicFrameLocks noChangeAspect="1"/>
          </p:cNvGraphicFramePr>
          <p:nvPr/>
        </p:nvGraphicFramePr>
        <p:xfrm>
          <a:off x="6553200" y="6075002"/>
          <a:ext cx="2132012" cy="525462"/>
        </p:xfrm>
        <a:graphic>
          <a:graphicData uri="http://schemas.openxmlformats.org/presentationml/2006/ole">
            <mc:AlternateContent xmlns:mc="http://schemas.openxmlformats.org/markup-compatibility/2006">
              <mc:Choice xmlns:v="urn:schemas-microsoft-com:vml" Requires="v">
                <p:oleObj name="Equation" r:id="rId7" imgW="927000" imgH="228600" progId="Equation.DSMT4">
                  <p:embed/>
                </p:oleObj>
              </mc:Choice>
              <mc:Fallback>
                <p:oleObj name="Equation" r:id="rId7" imgW="927000" imgH="228600" progId="Equation.DSMT4">
                  <p:embed/>
                  <p:pic>
                    <p:nvPicPr>
                      <p:cNvPr id="28" name="Object 5"/>
                      <p:cNvPicPr>
                        <a:picLocks noChangeAspect="1" noChangeArrowheads="1"/>
                      </p:cNvPicPr>
                      <p:nvPr/>
                    </p:nvPicPr>
                    <p:blipFill>
                      <a:blip r:embed="rId8"/>
                      <a:srcRect/>
                      <a:stretch>
                        <a:fillRect/>
                      </a:stretch>
                    </p:blipFill>
                    <p:spPr bwMode="auto">
                      <a:xfrm>
                        <a:off x="6553200" y="6075002"/>
                        <a:ext cx="2132012" cy="525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 name="Line 11"/>
          <p:cNvSpPr>
            <a:spLocks noChangeShapeType="1"/>
          </p:cNvSpPr>
          <p:nvPr/>
        </p:nvSpPr>
        <p:spPr bwMode="auto">
          <a:xfrm>
            <a:off x="4267200" y="2819400"/>
            <a:ext cx="0" cy="3241675"/>
          </a:xfrm>
          <a:prstGeom prst="line">
            <a:avLst/>
          </a:prstGeom>
          <a:noFill/>
          <a:ln w="1905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30" name="Line 11"/>
          <p:cNvSpPr>
            <a:spLocks noChangeShapeType="1"/>
          </p:cNvSpPr>
          <p:nvPr/>
        </p:nvSpPr>
        <p:spPr bwMode="auto">
          <a:xfrm>
            <a:off x="5867400" y="2743200"/>
            <a:ext cx="0" cy="3241675"/>
          </a:xfrm>
          <a:prstGeom prst="line">
            <a:avLst/>
          </a:prstGeom>
          <a:noFill/>
          <a:ln w="1905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8" name="矩形 17"/>
          <p:cNvSpPr/>
          <p:nvPr/>
        </p:nvSpPr>
        <p:spPr>
          <a:xfrm>
            <a:off x="2948798" y="2667000"/>
            <a:ext cx="111280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第一级</a:t>
            </a:r>
            <a:endParaRPr kumimoji="0" lang="zh-CN" altLang="en-US" sz="16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34" name="矩形 33"/>
          <p:cNvSpPr/>
          <p:nvPr/>
        </p:nvSpPr>
        <p:spPr>
          <a:xfrm>
            <a:off x="4548998" y="2667000"/>
            <a:ext cx="111280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第二级</a:t>
            </a:r>
            <a:endParaRPr kumimoji="0" lang="zh-CN" altLang="en-US" sz="16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35" name="矩形 34"/>
          <p:cNvSpPr/>
          <p:nvPr/>
        </p:nvSpPr>
        <p:spPr>
          <a:xfrm>
            <a:off x="6053482" y="2685818"/>
            <a:ext cx="111280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第三级</a:t>
            </a:r>
            <a:endParaRPr kumimoji="0" lang="zh-CN" altLang="en-US" sz="16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19"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9"/>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0"/>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405204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5"/>
          <p:cNvGraphicFramePr>
            <a:graphicFrameLocks noChangeAspect="1"/>
          </p:cNvGraphicFramePr>
          <p:nvPr/>
        </p:nvGraphicFramePr>
        <p:xfrm>
          <a:off x="4267200" y="3537111"/>
          <a:ext cx="1527909" cy="958689"/>
        </p:xfrm>
        <a:graphic>
          <a:graphicData uri="http://schemas.openxmlformats.org/presentationml/2006/ole">
            <mc:AlternateContent xmlns:mc="http://schemas.openxmlformats.org/markup-compatibility/2006">
              <mc:Choice xmlns:v="urn:schemas-microsoft-com:vml" Requires="v">
                <p:oleObj name="Equation" r:id="rId2" imgW="647640" imgH="406080" progId="Equation.DSMT4">
                  <p:embed/>
                </p:oleObj>
              </mc:Choice>
              <mc:Fallback>
                <p:oleObj name="Equation" r:id="rId2" imgW="647640" imgH="406080" progId="Equation.DSMT4">
                  <p:embed/>
                  <p:pic>
                    <p:nvPicPr>
                      <p:cNvPr id="7" name="Object 5"/>
                      <p:cNvPicPr>
                        <a:picLocks noChangeAspect="1" noChangeArrowheads="1"/>
                      </p:cNvPicPr>
                      <p:nvPr/>
                    </p:nvPicPr>
                    <p:blipFill>
                      <a:blip r:embed="rId3"/>
                      <a:srcRect/>
                      <a:stretch>
                        <a:fillRect/>
                      </a:stretch>
                    </p:blipFill>
                    <p:spPr bwMode="auto">
                      <a:xfrm>
                        <a:off x="4267200" y="3537111"/>
                        <a:ext cx="1527909" cy="958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5"/>
          <p:cNvGraphicFramePr>
            <a:graphicFrameLocks noChangeAspect="1"/>
          </p:cNvGraphicFramePr>
          <p:nvPr/>
        </p:nvGraphicFramePr>
        <p:xfrm>
          <a:off x="6974079" y="3765711"/>
          <a:ext cx="1498600" cy="539750"/>
        </p:xfrm>
        <a:graphic>
          <a:graphicData uri="http://schemas.openxmlformats.org/presentationml/2006/ole">
            <mc:AlternateContent xmlns:mc="http://schemas.openxmlformats.org/markup-compatibility/2006">
              <mc:Choice xmlns:v="urn:schemas-microsoft-com:vml" Requires="v">
                <p:oleObj name="Equation" r:id="rId4" imgW="634680" imgH="228600" progId="Equation.DSMT4">
                  <p:embed/>
                </p:oleObj>
              </mc:Choice>
              <mc:Fallback>
                <p:oleObj name="Equation" r:id="rId4" imgW="634680" imgH="228600" progId="Equation.DSMT4">
                  <p:embed/>
                  <p:pic>
                    <p:nvPicPr>
                      <p:cNvPr id="8" name="Object 5"/>
                      <p:cNvPicPr>
                        <a:picLocks noChangeAspect="1" noChangeArrowheads="1"/>
                      </p:cNvPicPr>
                      <p:nvPr/>
                    </p:nvPicPr>
                    <p:blipFill>
                      <a:blip r:embed="rId5"/>
                      <a:srcRect/>
                      <a:stretch>
                        <a:fillRect/>
                      </a:stretch>
                    </p:blipFill>
                    <p:spPr bwMode="auto">
                      <a:xfrm>
                        <a:off x="6974079" y="3765711"/>
                        <a:ext cx="14986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4"/>
          <p:cNvGraphicFramePr>
            <a:graphicFrameLocks noChangeAspect="1"/>
          </p:cNvGraphicFramePr>
          <p:nvPr/>
        </p:nvGraphicFramePr>
        <p:xfrm>
          <a:off x="2457450" y="3726024"/>
          <a:ext cx="1352550" cy="496887"/>
        </p:xfrm>
        <a:graphic>
          <a:graphicData uri="http://schemas.openxmlformats.org/presentationml/2006/ole">
            <mc:AlternateContent xmlns:mc="http://schemas.openxmlformats.org/markup-compatibility/2006">
              <mc:Choice xmlns:v="urn:schemas-microsoft-com:vml" Requires="v">
                <p:oleObj name="Equation" r:id="rId6" imgW="520560" imgH="190440" progId="Equation.DSMT4">
                  <p:embed/>
                </p:oleObj>
              </mc:Choice>
              <mc:Fallback>
                <p:oleObj name="Equation" r:id="rId6" imgW="520560" imgH="190440" progId="Equation.DSMT4">
                  <p:embed/>
                  <p:pic>
                    <p:nvPicPr>
                      <p:cNvPr id="9" name="Object 4"/>
                      <p:cNvPicPr>
                        <a:picLocks noChangeAspect="1" noChangeArrowheads="1"/>
                      </p:cNvPicPr>
                      <p:nvPr/>
                    </p:nvPicPr>
                    <p:blipFill>
                      <a:blip r:embed="rId7"/>
                      <a:srcRect/>
                      <a:stretch>
                        <a:fillRect/>
                      </a:stretch>
                    </p:blipFill>
                    <p:spPr bwMode="auto">
                      <a:xfrm>
                        <a:off x="2457450" y="3726024"/>
                        <a:ext cx="1352550"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表格 9"/>
          <p:cNvGraphicFramePr>
            <a:graphicFrameLocks noGrp="1"/>
          </p:cNvGraphicFramePr>
          <p:nvPr/>
        </p:nvGraphicFramePr>
        <p:xfrm>
          <a:off x="533399" y="1784510"/>
          <a:ext cx="8281985" cy="2686050"/>
        </p:xfrm>
        <a:graphic>
          <a:graphicData uri="http://schemas.openxmlformats.org/drawingml/2006/table">
            <a:tbl>
              <a:tblPr firstRow="1" bandRow="1"/>
              <a:tblGrid>
                <a:gridCol w="3345189">
                  <a:extLst>
                    <a:ext uri="{9D8B030D-6E8A-4147-A177-3AD203B41FA5}">
                      <a16:colId xmlns:a16="http://schemas.microsoft.com/office/drawing/2014/main" val="20000"/>
                    </a:ext>
                  </a:extLst>
                </a:gridCol>
                <a:gridCol w="2516981">
                  <a:extLst>
                    <a:ext uri="{9D8B030D-6E8A-4147-A177-3AD203B41FA5}">
                      <a16:colId xmlns:a16="http://schemas.microsoft.com/office/drawing/2014/main" val="20001"/>
                    </a:ext>
                  </a:extLst>
                </a:gridCol>
                <a:gridCol w="2419815">
                  <a:extLst>
                    <a:ext uri="{9D8B030D-6E8A-4147-A177-3AD203B41FA5}">
                      <a16:colId xmlns:a16="http://schemas.microsoft.com/office/drawing/2014/main" val="20002"/>
                    </a:ext>
                  </a:extLst>
                </a:gridCol>
              </a:tblGrid>
              <a:tr h="923769">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800" b="1" dirty="0"/>
                        <a:t>复数乘法次数</a:t>
                      </a:r>
                      <a:endParaRPr lang="zh-CN" altLang="en-US" sz="2800" b="1" dirty="0">
                        <a:latin typeface="Times New Roman" panose="02020603050405020304" pitchFamily="18" charset="0"/>
                        <a:ea typeface="+mn-ea"/>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800" b="1" dirty="0"/>
                        <a:t>复数加法次数</a:t>
                      </a:r>
                      <a:endParaRPr lang="zh-CN" altLang="en-US" sz="2800" b="1" dirty="0">
                        <a:latin typeface="Times New Roman" panose="02020603050405020304" pitchFamily="18" charset="0"/>
                        <a:ea typeface="+mn-ea"/>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894122">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r>
                        <a:rPr lang="zh-CN" altLang="en-US" sz="2800" b="1" dirty="0">
                          <a:solidFill>
                            <a:srgbClr val="0000CC"/>
                          </a:solidFill>
                        </a:rPr>
                        <a:t>直接计算</a:t>
                      </a:r>
                      <a:r>
                        <a:rPr lang="en-US" altLang="zh-CN" sz="2800" b="1" i="1" dirty="0">
                          <a:solidFill>
                            <a:srgbClr val="0000CC"/>
                          </a:solidFill>
                        </a:rPr>
                        <a:t>N</a:t>
                      </a:r>
                      <a:r>
                        <a:rPr lang="zh-CN" altLang="en-US" sz="2800" b="1" dirty="0">
                          <a:solidFill>
                            <a:srgbClr val="0000CC"/>
                          </a:solidFill>
                        </a:rPr>
                        <a:t>点</a:t>
                      </a:r>
                      <a:r>
                        <a:rPr lang="en-US" altLang="zh-CN" sz="2800" b="1" dirty="0">
                          <a:solidFill>
                            <a:srgbClr val="0000CC"/>
                          </a:solidFill>
                        </a:rPr>
                        <a:t>DFT</a:t>
                      </a:r>
                      <a:endParaRPr lang="zh-CN" altLang="en-US" sz="2800" b="1" dirty="0">
                        <a:latin typeface="Times New Roman" panose="02020603050405020304" pitchFamily="18" charset="0"/>
                        <a:ea typeface="黑体" pitchFamily="2" charset="-122"/>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algn="ctr"/>
                      <a:endParaRPr lang="zh-CN" altLang="en-US" sz="2800" b="1" dirty="0">
                        <a:solidFill>
                          <a:schemeClr val="tx1"/>
                        </a:solidFill>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868159">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2800" b="1" kern="0" dirty="0">
                          <a:solidFill>
                            <a:prstClr val="black"/>
                          </a:solidFill>
                        </a:rPr>
                        <a:t>  </a:t>
                      </a:r>
                      <a:r>
                        <a:rPr lang="zh-CN" altLang="en-US" sz="2800" b="1" kern="0" dirty="0">
                          <a:solidFill>
                            <a:prstClr val="black"/>
                          </a:solidFill>
                        </a:rPr>
                        <a:t>基二</a:t>
                      </a:r>
                      <a:r>
                        <a:rPr lang="en-US" altLang="zh-CN" sz="2800" b="1" dirty="0">
                          <a:solidFill>
                            <a:srgbClr val="FF0000"/>
                          </a:solidFill>
                        </a:rPr>
                        <a:t>FFT</a:t>
                      </a:r>
                      <a:endParaRPr lang="zh-CN" altLang="en-US" sz="2800" b="1" dirty="0">
                        <a:solidFill>
                          <a:srgbClr val="FF0000"/>
                        </a:solidFill>
                        <a:latin typeface="Times New Roman" panose="02020603050405020304" pitchFamily="18" charset="0"/>
                        <a:ea typeface="黑体" pitchFamily="2" charset="-122"/>
                        <a:cs typeface="Times New Roman" panose="02020603050405020304" pitchFamily="18" charset="0"/>
                      </a:endParaRPr>
                    </a:p>
                  </a:txBody>
                  <a:tcPr marL="91427" marR="91427" marT="45723" marB="45723"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endParaRPr lang="zh-CN" altLang="en-US" sz="1800" b="1" dirty="0"/>
                    </a:p>
                  </a:txBody>
                  <a:tcPr marL="91427" marR="91427" marT="45723" marB="45723">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graphicFrame>
        <p:nvGraphicFramePr>
          <p:cNvPr id="11" name="Object 4"/>
          <p:cNvGraphicFramePr>
            <a:graphicFrameLocks noChangeAspect="1"/>
          </p:cNvGraphicFramePr>
          <p:nvPr/>
        </p:nvGraphicFramePr>
        <p:xfrm>
          <a:off x="4657907" y="2832260"/>
          <a:ext cx="601663" cy="476250"/>
        </p:xfrm>
        <a:graphic>
          <a:graphicData uri="http://schemas.openxmlformats.org/presentationml/2006/ole">
            <mc:AlternateContent xmlns:mc="http://schemas.openxmlformats.org/markup-compatibility/2006">
              <mc:Choice xmlns:v="urn:schemas-microsoft-com:vml" Requires="v">
                <p:oleObj name="Equation" r:id="rId8" imgW="241200" imgH="190440" progId="Equation.DSMT4">
                  <p:embed/>
                </p:oleObj>
              </mc:Choice>
              <mc:Fallback>
                <p:oleObj name="Equation" r:id="rId8" imgW="241200" imgH="190440" progId="Equation.DSMT4">
                  <p:embed/>
                  <p:pic>
                    <p:nvPicPr>
                      <p:cNvPr id="11" name="Object 4"/>
                      <p:cNvPicPr>
                        <a:picLocks noChangeAspect="1" noChangeArrowheads="1"/>
                      </p:cNvPicPr>
                      <p:nvPr/>
                    </p:nvPicPr>
                    <p:blipFill>
                      <a:blip r:embed="rId9"/>
                      <a:srcRect/>
                      <a:stretch>
                        <a:fillRect/>
                      </a:stretch>
                    </p:blipFill>
                    <p:spPr bwMode="auto">
                      <a:xfrm>
                        <a:off x="4657907" y="2832260"/>
                        <a:ext cx="601663"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2" name="矩形 11"/>
              <p:cNvSpPr/>
              <p:nvPr/>
            </p:nvSpPr>
            <p:spPr>
              <a:xfrm>
                <a:off x="6989319" y="2830712"/>
                <a:ext cx="1571264" cy="55399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N</a:t>
                </a:r>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3000" b="1" i="1"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N</a:t>
                </a:r>
                <a14:m>
                  <m:oMath xmlns:m="http://schemas.openxmlformats.org/officeDocument/2006/math">
                    <m:r>
                      <a:rPr kumimoji="0" lang="en-US" altLang="zh-CN" sz="3000" b="1" i="1" u="none" strike="noStrike" kern="1200" cap="none" spc="0" normalizeH="0" baseline="0" noProof="0" dirty="0" smtClean="0">
                        <a:ln>
                          <a:noFill/>
                        </a:ln>
                        <a:solidFill>
                          <a:srgbClr val="0000CC"/>
                        </a:solidFill>
                        <a:effectLst/>
                        <a:uLnTx/>
                        <a:uFillTx/>
                        <a:latin typeface="Cambria Math" panose="02040503050406030204" pitchFamily="18" charset="0"/>
                        <a:cs typeface="Times New Roman" panose="02020603050405020304" pitchFamily="18" charset="0"/>
                      </a:rPr>
                      <m:t>−</m:t>
                    </m:r>
                  </m:oMath>
                </a14:m>
                <a:r>
                  <a:rPr kumimoji="0" lang="en-US" altLang="zh-CN" sz="30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1)</a:t>
                </a:r>
                <a:r>
                  <a:rPr kumimoji="0" lang="en-US" altLang="zh-CN" sz="3000" b="1" i="1" u="none" strike="noStrike" kern="1200" cap="none" spc="0" normalizeH="0" baseline="0" noProof="0" dirty="0">
                    <a:ln>
                      <a:noFill/>
                    </a:ln>
                    <a:solidFill>
                      <a:srgbClr val="FF0000"/>
                    </a:solidFill>
                    <a:effectLst/>
                    <a:uLnTx/>
                    <a:uFillTx/>
                    <a:latin typeface="Times New Roman" panose="02020603050405020304" pitchFamily="18" charset="0"/>
                    <a:ea typeface="宋体" charset="-122"/>
                    <a:cs typeface="Times New Roman" panose="02020603050405020304" pitchFamily="18" charset="0"/>
                  </a:rPr>
                  <a:t> </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mc:Choice>
        <mc:Fallback xmlns="">
          <p:sp>
            <p:nvSpPr>
              <p:cNvPr id="12" name="矩形 11"/>
              <p:cNvSpPr>
                <a:spLocks noRot="1" noChangeAspect="1" noMove="1" noResize="1" noEditPoints="1" noAdjustHandles="1" noChangeArrowheads="1" noChangeShapeType="1" noTextEdit="1"/>
              </p:cNvSpPr>
              <p:nvPr/>
            </p:nvSpPr>
            <p:spPr>
              <a:xfrm>
                <a:off x="6989319" y="2830712"/>
                <a:ext cx="1571264" cy="553998"/>
              </a:xfrm>
              <a:prstGeom prst="rect">
                <a:avLst/>
              </a:prstGeom>
              <a:blipFill>
                <a:blip r:embed="rId13"/>
                <a:stretch>
                  <a:fillRect l="-9339" t="-14286" r="-2724" b="-32967"/>
                </a:stretch>
              </a:blipFill>
            </p:spPr>
            <p:txBody>
              <a:bodyPr/>
              <a:lstStyle/>
              <a:p>
                <a:r>
                  <a:rPr lang="zh-CN" altLang="en-US">
                    <a:noFill/>
                  </a:rPr>
                  <a:t> </a:t>
                </a:r>
              </a:p>
            </p:txBody>
          </p:sp>
        </mc:Fallback>
      </mc:AlternateContent>
      <p:sp>
        <p:nvSpPr>
          <p:cNvPr id="13" name="矩形 12"/>
          <p:cNvSpPr/>
          <p:nvPr/>
        </p:nvSpPr>
        <p:spPr>
          <a:xfrm>
            <a:off x="-10340" y="1784511"/>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673770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89E4D24-4BB9-4AFD-B6DF-6D367B462CC6}"/>
              </a:ext>
            </a:extLst>
          </p:cNvPr>
          <p:cNvSpPr>
            <a:spLocks noChangeArrowheads="1"/>
          </p:cNvSpPr>
          <p:nvPr/>
        </p:nvSpPr>
        <p:spPr bwMode="auto">
          <a:xfrm>
            <a:off x="539552" y="908720"/>
            <a:ext cx="83058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Times New Roman"/>
                <a:ea typeface="宋体"/>
                <a:cs typeface="+mn-cs"/>
              </a:rPr>
              <a:t>(2)</a:t>
            </a:r>
            <a:r>
              <a:rPr kumimoji="1" lang="zh-CN" altLang="en-US" sz="2800" b="1" i="0" u="none" strike="noStrike" kern="1200" cap="none" spc="0" normalizeH="0" baseline="0" noProof="0" dirty="0">
                <a:ln>
                  <a:noFill/>
                </a:ln>
                <a:solidFill>
                  <a:srgbClr val="0000FF"/>
                </a:solidFill>
                <a:effectLst/>
                <a:uLnTx/>
                <a:uFillTx/>
                <a:latin typeface="Times New Roman"/>
                <a:ea typeface="宋体"/>
                <a:cs typeface="+mn-cs"/>
              </a:rPr>
              <a:t>原位计算</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srgbClr val="000000"/>
                </a:solidFill>
                <a:effectLst/>
                <a:uLnTx/>
                <a:uFillTx/>
                <a:latin typeface="宋体"/>
                <a:ea typeface="宋体"/>
                <a:cs typeface="+mn-cs"/>
              </a:rPr>
              <a:t>    </a:t>
            </a:r>
            <a:r>
              <a:rPr kumimoji="1" lang="zh-CN" altLang="en-US" sz="2800" b="1" i="0" u="none" strike="noStrike" kern="1200" cap="none" spc="0" normalizeH="0" baseline="0" noProof="0" dirty="0">
                <a:ln>
                  <a:noFill/>
                </a:ln>
                <a:solidFill>
                  <a:srgbClr val="000000"/>
                </a:solidFill>
                <a:effectLst/>
                <a:uLnTx/>
                <a:uFillTx/>
                <a:latin typeface="宋体"/>
                <a:ea typeface="宋体"/>
                <a:cs typeface="+mn-cs"/>
              </a:rPr>
              <a:t>当数据输入到存储器中以后，每一级运算的结果仍然储存在同一组存储器中，直到最后输出，中间无需其它存储器，每一级运算均可在原位进行。这种原位运算结构可节省存储单元，降低设备成本，还可节省寻址的时间。</a:t>
            </a:r>
            <a:endParaRPr kumimoji="1" lang="zh-CN" altLang="en-US" sz="3200" b="1" i="0" u="none" strike="noStrike" kern="1200" cap="none" spc="0" normalizeH="0" baseline="0" noProof="0" dirty="0">
              <a:ln>
                <a:noFill/>
              </a:ln>
              <a:solidFill>
                <a:srgbClr val="000000"/>
              </a:solidFill>
              <a:effectLst/>
              <a:uLnTx/>
              <a:uFillTx/>
              <a:latin typeface="宋体"/>
              <a:ea typeface="宋体"/>
              <a:cs typeface="+mn-cs"/>
            </a:endParaRPr>
          </a:p>
        </p:txBody>
      </p:sp>
      <p:pic>
        <p:nvPicPr>
          <p:cNvPr id="6" name="图片 5">
            <a:extLst>
              <a:ext uri="{FF2B5EF4-FFF2-40B4-BE49-F238E27FC236}">
                <a16:creationId xmlns:a16="http://schemas.microsoft.com/office/drawing/2014/main" id="{1AA4F86A-29A9-49A5-8CF0-3CDF9F05CBE7}"/>
              </a:ext>
            </a:extLst>
          </p:cNvPr>
          <p:cNvPicPr>
            <a:picLocks noChangeAspect="1"/>
          </p:cNvPicPr>
          <p:nvPr/>
        </p:nvPicPr>
        <p:blipFill>
          <a:blip r:embed="rId2"/>
          <a:stretch>
            <a:fillRect/>
          </a:stretch>
        </p:blipFill>
        <p:spPr>
          <a:xfrm>
            <a:off x="1474887" y="3635125"/>
            <a:ext cx="6030416" cy="3152125"/>
          </a:xfrm>
          <a:prstGeom prst="rect">
            <a:avLst/>
          </a:prstGeom>
        </p:spPr>
      </p:pic>
      <p:sp>
        <p:nvSpPr>
          <p:cNvPr id="5"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421639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1AA4F86A-29A9-49A5-8CF0-3CDF9F05CBE7}"/>
              </a:ext>
            </a:extLst>
          </p:cNvPr>
          <p:cNvPicPr>
            <a:picLocks noChangeAspect="1"/>
          </p:cNvPicPr>
          <p:nvPr/>
        </p:nvPicPr>
        <p:blipFill>
          <a:blip r:embed="rId2"/>
          <a:stretch>
            <a:fillRect/>
          </a:stretch>
        </p:blipFill>
        <p:spPr>
          <a:xfrm>
            <a:off x="1066800" y="3172135"/>
            <a:ext cx="6607493" cy="3453765"/>
          </a:xfrm>
          <a:prstGeom prst="rect">
            <a:avLst/>
          </a:prstGeom>
        </p:spPr>
      </p:pic>
      <p:sp>
        <p:nvSpPr>
          <p:cNvPr id="27650" name="Rectangle 2">
            <a:extLst>
              <a:ext uri="{FF2B5EF4-FFF2-40B4-BE49-F238E27FC236}">
                <a16:creationId xmlns:a16="http://schemas.microsoft.com/office/drawing/2014/main" id="{7D7F5AE6-566A-4C39-84EB-462FD1839E41}"/>
              </a:ext>
            </a:extLst>
          </p:cNvPr>
          <p:cNvSpPr>
            <a:spLocks noChangeArrowheads="1"/>
          </p:cNvSpPr>
          <p:nvPr/>
        </p:nvSpPr>
        <p:spPr bwMode="auto">
          <a:xfrm>
            <a:off x="-76200" y="901411"/>
            <a:ext cx="9396413"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71463">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1200" cap="none" spc="0" normalizeH="0" baseline="0" noProof="0" dirty="0">
                <a:ln>
                  <a:noFill/>
                </a:ln>
                <a:solidFill>
                  <a:srgbClr val="0000FF"/>
                </a:solidFill>
                <a:effectLst/>
                <a:uLnTx/>
                <a:uFillTx/>
                <a:latin typeface="宋体"/>
                <a:ea typeface="宋体"/>
                <a:cs typeface="+mn-cs"/>
              </a:rPr>
              <a:t>(3)</a:t>
            </a:r>
            <a:r>
              <a:rPr kumimoji="1" lang="zh-CN" altLang="en-US" sz="2800" b="1" i="0" u="none" strike="noStrike" kern="1200" cap="none" spc="0" normalizeH="0" baseline="0" noProof="0" dirty="0">
                <a:ln>
                  <a:noFill/>
                </a:ln>
                <a:solidFill>
                  <a:srgbClr val="0000FF"/>
                </a:solidFill>
                <a:effectLst/>
                <a:uLnTx/>
                <a:uFillTx/>
                <a:latin typeface="宋体"/>
                <a:ea typeface="宋体"/>
                <a:cs typeface="+mn-cs"/>
              </a:rPr>
              <a:t>蝶形类型随迭代次数成倍增加</a:t>
            </a:r>
          </a:p>
          <a:p>
            <a:pPr marL="0" marR="0" lvl="0" indent="271463" algn="just" defTabSz="914400" rtl="0" eaLnBrk="0" fontAlgn="base" latinLnBrk="0" hangingPunct="0">
              <a:lnSpc>
                <a:spcPct val="100000"/>
              </a:lnSpc>
              <a:spcBef>
                <a:spcPct val="0"/>
              </a:spcBef>
              <a:spcAft>
                <a:spcPct val="0"/>
              </a:spcAft>
              <a:buClrTx/>
              <a:buSzTx/>
              <a:buFontTx/>
              <a:buNone/>
              <a:tabLst/>
              <a:defRPr/>
            </a:pPr>
            <a:r>
              <a:rPr kumimoji="1" lang="en-US" altLang="zh-CN" sz="800" b="1" i="0" u="none" strike="noStrike" kern="1200" cap="none" spc="0" normalizeH="0" baseline="0" noProof="0" dirty="0">
                <a:ln>
                  <a:noFill/>
                </a:ln>
                <a:solidFill>
                  <a:srgbClr val="800000"/>
                </a:solidFill>
                <a:effectLst/>
                <a:uLnTx/>
                <a:uFillTx/>
                <a:latin typeface="Times New Roman"/>
                <a:ea typeface="宋体"/>
                <a:cs typeface="+mn-cs"/>
              </a:rPr>
              <a:t>   </a:t>
            </a:r>
          </a:p>
          <a:p>
            <a:pPr marL="0" marR="0" lvl="0" indent="271463" algn="just"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800000"/>
                </a:solidFill>
                <a:effectLst/>
                <a:uLnTx/>
                <a:uFillTx/>
                <a:latin typeface="Times New Roman"/>
                <a:ea typeface="宋体"/>
                <a:cs typeface="+mn-cs"/>
              </a:rPr>
              <a:t>第一级，一种蝶形运算系数         ，数据点间隔为</a:t>
            </a:r>
            <a:r>
              <a:rPr kumimoji="1" lang="en-US" altLang="zh-CN" sz="2400" b="1" i="0" u="none" strike="noStrike" kern="1200" cap="none" spc="0" normalizeH="0" baseline="0" noProof="0" dirty="0">
                <a:ln>
                  <a:noFill/>
                </a:ln>
                <a:solidFill>
                  <a:srgbClr val="800000"/>
                </a:solidFill>
                <a:effectLst/>
                <a:uLnTx/>
                <a:uFillTx/>
                <a:latin typeface="Times New Roman"/>
                <a:ea typeface="宋体"/>
                <a:cs typeface="+mn-cs"/>
              </a:rPr>
              <a:t>1</a:t>
            </a:r>
            <a:r>
              <a:rPr kumimoji="1" lang="zh-CN" altLang="en-US" sz="2400" b="1" i="0" u="none" strike="noStrike" kern="1200" cap="none" spc="0" normalizeH="0" baseline="0" noProof="0" dirty="0">
                <a:ln>
                  <a:noFill/>
                </a:ln>
                <a:solidFill>
                  <a:srgbClr val="800000"/>
                </a:solidFill>
                <a:effectLst/>
                <a:uLnTx/>
                <a:uFillTx/>
                <a:latin typeface="Times New Roman"/>
                <a:ea typeface="宋体"/>
                <a:cs typeface="+mn-cs"/>
              </a:rPr>
              <a:t>。</a:t>
            </a:r>
          </a:p>
          <a:p>
            <a:pPr marL="0" marR="0" lvl="0" indent="271463" algn="just"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800000"/>
                </a:solidFill>
                <a:effectLst/>
                <a:uLnTx/>
                <a:uFillTx/>
                <a:latin typeface="Times New Roman"/>
                <a:ea typeface="宋体"/>
                <a:cs typeface="+mn-cs"/>
              </a:rPr>
              <a:t>第二级，二种蝶形运算系数               ，数据点间隔为</a:t>
            </a:r>
            <a:r>
              <a:rPr kumimoji="1" lang="en-US" altLang="zh-CN" sz="2400" b="1" i="0" u="none" strike="noStrike" kern="1200" cap="none" spc="0" normalizeH="0" baseline="0" noProof="0" dirty="0">
                <a:ln>
                  <a:noFill/>
                </a:ln>
                <a:solidFill>
                  <a:srgbClr val="800000"/>
                </a:solidFill>
                <a:effectLst/>
                <a:uLnTx/>
                <a:uFillTx/>
                <a:latin typeface="Times New Roman"/>
                <a:ea typeface="宋体"/>
                <a:cs typeface="+mn-cs"/>
              </a:rPr>
              <a:t>2</a:t>
            </a:r>
            <a:r>
              <a:rPr kumimoji="1" lang="zh-CN" altLang="en-US" sz="2400" b="1" i="0" u="none" strike="noStrike" kern="1200" cap="none" spc="0" normalizeH="0" baseline="0" noProof="0" dirty="0">
                <a:ln>
                  <a:noFill/>
                </a:ln>
                <a:solidFill>
                  <a:srgbClr val="800000"/>
                </a:solidFill>
                <a:effectLst/>
                <a:uLnTx/>
                <a:uFillTx/>
                <a:latin typeface="Times New Roman"/>
                <a:ea typeface="宋体"/>
                <a:cs typeface="+mn-cs"/>
              </a:rPr>
              <a:t>。</a:t>
            </a:r>
          </a:p>
          <a:p>
            <a:pPr marL="0" marR="0" lvl="0" indent="271463" algn="just"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800000"/>
                </a:solidFill>
                <a:effectLst/>
                <a:uLnTx/>
                <a:uFillTx/>
                <a:latin typeface="Times New Roman"/>
                <a:ea typeface="宋体"/>
                <a:cs typeface="+mn-cs"/>
              </a:rPr>
              <a:t>第三级，四种蝶形运算系数                              ，数据点间隔</a:t>
            </a:r>
            <a:r>
              <a:rPr kumimoji="1" lang="en-US" altLang="zh-CN" sz="2400" b="1" i="0" u="none" strike="noStrike" kern="1200" cap="none" spc="0" normalizeH="0" baseline="0" noProof="0" dirty="0">
                <a:ln>
                  <a:noFill/>
                </a:ln>
                <a:solidFill>
                  <a:srgbClr val="800000"/>
                </a:solidFill>
                <a:effectLst/>
                <a:uLnTx/>
                <a:uFillTx/>
                <a:latin typeface="Times New Roman"/>
                <a:ea typeface="宋体"/>
                <a:cs typeface="+mn-cs"/>
              </a:rPr>
              <a:t>4</a:t>
            </a:r>
            <a:r>
              <a:rPr kumimoji="1" lang="zh-CN" altLang="en-US" sz="2400" b="1" i="0" u="none" strike="noStrike" kern="1200" cap="none" spc="0" normalizeH="0" baseline="0" noProof="0" dirty="0">
                <a:ln>
                  <a:noFill/>
                </a:ln>
                <a:solidFill>
                  <a:srgbClr val="800000"/>
                </a:solidFill>
                <a:effectLst/>
                <a:uLnTx/>
                <a:uFillTx/>
                <a:latin typeface="Times New Roman"/>
                <a:ea typeface="宋体"/>
                <a:cs typeface="+mn-cs"/>
              </a:rPr>
              <a:t>。</a:t>
            </a:r>
            <a:r>
              <a:rPr kumimoji="1" lang="zh-CN" altLang="en-US" sz="3200" b="0" i="0" u="none" strike="noStrike" kern="1200" cap="none" spc="0" normalizeH="0" baseline="0" noProof="0" dirty="0">
                <a:ln>
                  <a:noFill/>
                </a:ln>
                <a:solidFill>
                  <a:srgbClr val="333300"/>
                </a:solidFill>
                <a:effectLst/>
                <a:uLnTx/>
                <a:uFillTx/>
                <a:latin typeface="Times New Roman"/>
                <a:ea typeface="宋体"/>
                <a:cs typeface="+mn-cs"/>
              </a:rPr>
              <a:t>  </a:t>
            </a:r>
          </a:p>
        </p:txBody>
      </p:sp>
      <p:sp>
        <p:nvSpPr>
          <p:cNvPr id="27652" name="Line 6">
            <a:extLst>
              <a:ext uri="{FF2B5EF4-FFF2-40B4-BE49-F238E27FC236}">
                <a16:creationId xmlns:a16="http://schemas.microsoft.com/office/drawing/2014/main" id="{1FA4249E-6A31-4D92-B6D3-888FBB22D2CB}"/>
              </a:ext>
            </a:extLst>
          </p:cNvPr>
          <p:cNvSpPr>
            <a:spLocks noChangeShapeType="1"/>
          </p:cNvSpPr>
          <p:nvPr/>
        </p:nvSpPr>
        <p:spPr bwMode="auto">
          <a:xfrm>
            <a:off x="1676400" y="3304130"/>
            <a:ext cx="0" cy="503238"/>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653" name="Line 7">
            <a:extLst>
              <a:ext uri="{FF2B5EF4-FFF2-40B4-BE49-F238E27FC236}">
                <a16:creationId xmlns:a16="http://schemas.microsoft.com/office/drawing/2014/main" id="{97626D04-783B-4DD3-8759-D7A922CE2C95}"/>
              </a:ext>
            </a:extLst>
          </p:cNvPr>
          <p:cNvSpPr>
            <a:spLocks noChangeShapeType="1"/>
          </p:cNvSpPr>
          <p:nvPr/>
        </p:nvSpPr>
        <p:spPr bwMode="auto">
          <a:xfrm>
            <a:off x="3657600" y="3304130"/>
            <a:ext cx="0" cy="935038"/>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654" name="Line 8">
            <a:extLst>
              <a:ext uri="{FF2B5EF4-FFF2-40B4-BE49-F238E27FC236}">
                <a16:creationId xmlns:a16="http://schemas.microsoft.com/office/drawing/2014/main" id="{80B748B3-1F3E-4F1A-8E6E-CE8B4D58569B}"/>
              </a:ext>
            </a:extLst>
          </p:cNvPr>
          <p:cNvSpPr>
            <a:spLocks noChangeShapeType="1"/>
          </p:cNvSpPr>
          <p:nvPr/>
        </p:nvSpPr>
        <p:spPr bwMode="auto">
          <a:xfrm>
            <a:off x="5410200" y="3304130"/>
            <a:ext cx="0" cy="1800225"/>
          </a:xfrm>
          <a:prstGeom prst="line">
            <a:avLst/>
          </a:prstGeom>
          <a:noFill/>
          <a:ln w="38100">
            <a:solidFill>
              <a:srgbClr val="FF33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 name="Line 11"/>
          <p:cNvSpPr>
            <a:spLocks noChangeShapeType="1"/>
          </p:cNvSpPr>
          <p:nvPr/>
        </p:nvSpPr>
        <p:spPr bwMode="auto">
          <a:xfrm flipH="1">
            <a:off x="3501712" y="3143870"/>
            <a:ext cx="29977" cy="3457265"/>
          </a:xfrm>
          <a:prstGeom prst="line">
            <a:avLst/>
          </a:prstGeom>
          <a:noFill/>
          <a:ln w="1905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sp>
        <p:nvSpPr>
          <p:cNvPr id="15" name="矩形 14"/>
          <p:cNvSpPr/>
          <p:nvPr/>
        </p:nvSpPr>
        <p:spPr>
          <a:xfrm>
            <a:off x="2183311" y="2880345"/>
            <a:ext cx="111280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第一级</a:t>
            </a:r>
            <a:endParaRPr kumimoji="0" lang="zh-CN" altLang="en-US" sz="16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16" name="矩形 15"/>
          <p:cNvSpPr/>
          <p:nvPr/>
        </p:nvSpPr>
        <p:spPr>
          <a:xfrm>
            <a:off x="3783511" y="2880345"/>
            <a:ext cx="111280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第二级</a:t>
            </a:r>
            <a:endParaRPr kumimoji="0" lang="zh-CN" altLang="en-US" sz="16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17" name="矩形 16"/>
          <p:cNvSpPr/>
          <p:nvPr/>
        </p:nvSpPr>
        <p:spPr>
          <a:xfrm>
            <a:off x="5287995" y="2899163"/>
            <a:ext cx="1112805"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CC"/>
                </a:solidFill>
                <a:effectLst/>
                <a:uLnTx/>
                <a:uFillTx/>
                <a:latin typeface="Times New Roman" panose="02020603050405020304" pitchFamily="18" charset="0"/>
                <a:ea typeface="宋体" panose="02010600030101010101" pitchFamily="2" charset="-122"/>
                <a:cs typeface="+mn-cs"/>
              </a:rPr>
              <a:t>第三级</a:t>
            </a:r>
            <a:endParaRPr kumimoji="0" lang="zh-CN" altLang="en-US" sz="1600" b="0" i="0" u="none" strike="noStrike" kern="1200" cap="none" spc="0" normalizeH="0" baseline="0" noProof="0" dirty="0">
              <a:ln>
                <a:noFill/>
              </a:ln>
              <a:solidFill>
                <a:srgbClr val="0000CC"/>
              </a:solidFill>
              <a:effectLst/>
              <a:uLnTx/>
              <a:uFillTx/>
              <a:latin typeface="Arial" charset="0"/>
              <a:ea typeface="宋体" charset="-122"/>
              <a:cs typeface="+mn-cs"/>
            </a:endParaRPr>
          </a:p>
        </p:txBody>
      </p:sp>
      <p:sp>
        <p:nvSpPr>
          <p:cNvPr id="18" name="Line 11"/>
          <p:cNvSpPr>
            <a:spLocks noChangeShapeType="1"/>
          </p:cNvSpPr>
          <p:nvPr/>
        </p:nvSpPr>
        <p:spPr bwMode="auto">
          <a:xfrm flipH="1">
            <a:off x="5319120" y="3172135"/>
            <a:ext cx="29977" cy="3457265"/>
          </a:xfrm>
          <a:prstGeom prst="line">
            <a:avLst/>
          </a:prstGeom>
          <a:noFill/>
          <a:ln w="19050">
            <a:solidFill>
              <a:srgbClr val="0000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charset="0"/>
              <a:ea typeface="宋体" charset="-122"/>
              <a:cs typeface="+mn-cs"/>
            </a:endParaRPr>
          </a:p>
        </p:txBody>
      </p:sp>
      <p:graphicFrame>
        <p:nvGraphicFramePr>
          <p:cNvPr id="19"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4037332" y="1406630"/>
          <a:ext cx="506520" cy="506520"/>
        </p:xfrm>
        <a:graphic>
          <a:graphicData uri="http://schemas.openxmlformats.org/presentationml/2006/ole">
            <mc:AlternateContent xmlns:mc="http://schemas.openxmlformats.org/markup-compatibility/2006">
              <mc:Choice xmlns:v="urn:schemas-microsoft-com:vml" Requires="v">
                <p:oleObj name="Equation" r:id="rId3" imgW="241200" imgH="241200" progId="Equation.DSMT4">
                  <p:embed/>
                </p:oleObj>
              </mc:Choice>
              <mc:Fallback>
                <p:oleObj name="Equation" r:id="rId3" imgW="241200" imgH="241200" progId="Equation.DSMT4">
                  <p:embed/>
                  <p:pic>
                    <p:nvPicPr>
                      <p:cNvPr id="19"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4"/>
                      <a:srcRect/>
                      <a:stretch>
                        <a:fillRect/>
                      </a:stretch>
                    </p:blipFill>
                    <p:spPr bwMode="auto">
                      <a:xfrm>
                        <a:off x="4037332" y="1406630"/>
                        <a:ext cx="506520" cy="50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4014895" y="1805785"/>
          <a:ext cx="1066800" cy="506413"/>
        </p:xfrm>
        <a:graphic>
          <a:graphicData uri="http://schemas.openxmlformats.org/presentationml/2006/ole">
            <mc:AlternateContent xmlns:mc="http://schemas.openxmlformats.org/markup-compatibility/2006">
              <mc:Choice xmlns:v="urn:schemas-microsoft-com:vml" Requires="v">
                <p:oleObj name="Equation" r:id="rId5" imgW="507960" imgH="241200" progId="Equation.DSMT4">
                  <p:embed/>
                </p:oleObj>
              </mc:Choice>
              <mc:Fallback>
                <p:oleObj name="Equation" r:id="rId5" imgW="507960" imgH="241200" progId="Equation.DSMT4">
                  <p:embed/>
                  <p:pic>
                    <p:nvPicPr>
                      <p:cNvPr id="20"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6"/>
                      <a:srcRect/>
                      <a:stretch>
                        <a:fillRect/>
                      </a:stretch>
                    </p:blipFill>
                    <p:spPr bwMode="auto">
                      <a:xfrm>
                        <a:off x="4014895" y="1805785"/>
                        <a:ext cx="10668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Object 4">
            <a:extLst>
              <a:ext uri="{FF2B5EF4-FFF2-40B4-BE49-F238E27FC236}">
                <a16:creationId xmlns:a16="http://schemas.microsoft.com/office/drawing/2014/main" id="{75163177-334C-4784-BC51-AAC7B953AF38}"/>
              </a:ext>
            </a:extLst>
          </p:cNvPr>
          <p:cNvGraphicFramePr>
            <a:graphicFrameLocks noChangeAspect="1"/>
          </p:cNvGraphicFramePr>
          <p:nvPr/>
        </p:nvGraphicFramePr>
        <p:xfrm>
          <a:off x="3987907" y="2276030"/>
          <a:ext cx="2187575" cy="506413"/>
        </p:xfrm>
        <a:graphic>
          <a:graphicData uri="http://schemas.openxmlformats.org/presentationml/2006/ole">
            <mc:AlternateContent xmlns:mc="http://schemas.openxmlformats.org/markup-compatibility/2006">
              <mc:Choice xmlns:v="urn:schemas-microsoft-com:vml" Requires="v">
                <p:oleObj name="Equation" r:id="rId7" imgW="1041120" imgH="241200" progId="Equation.DSMT4">
                  <p:embed/>
                </p:oleObj>
              </mc:Choice>
              <mc:Fallback>
                <p:oleObj name="Equation" r:id="rId7" imgW="1041120" imgH="241200" progId="Equation.DSMT4">
                  <p:embed/>
                  <p:pic>
                    <p:nvPicPr>
                      <p:cNvPr id="21" name="Object 4">
                        <a:extLst>
                          <a:ext uri="{FF2B5EF4-FFF2-40B4-BE49-F238E27FC236}">
                            <a16:creationId xmlns:a16="http://schemas.microsoft.com/office/drawing/2014/main" id="{75163177-334C-4784-BC51-AAC7B953AF38}"/>
                          </a:ext>
                        </a:extLst>
                      </p:cNvPr>
                      <p:cNvPicPr>
                        <a:picLocks noChangeAspect="1" noChangeArrowheads="1"/>
                      </p:cNvPicPr>
                      <p:nvPr/>
                    </p:nvPicPr>
                    <p:blipFill>
                      <a:blip r:embed="rId8"/>
                      <a:srcRect/>
                      <a:stretch>
                        <a:fillRect/>
                      </a:stretch>
                    </p:blipFill>
                    <p:spPr bwMode="auto">
                      <a:xfrm>
                        <a:off x="3987907" y="2276030"/>
                        <a:ext cx="2187575"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9"/>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0"/>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3202164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5A42D5DB-29D5-4424-B752-1D9F43403BA2}"/>
              </a:ext>
            </a:extLst>
          </p:cNvPr>
          <p:cNvSpPr>
            <a:spLocks noChangeArrowheads="1"/>
          </p:cNvSpPr>
          <p:nvPr/>
        </p:nvSpPr>
        <p:spPr bwMode="auto">
          <a:xfrm>
            <a:off x="857419" y="769324"/>
            <a:ext cx="26447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rPr>
              <a:t>序数重排</a:t>
            </a:r>
            <a:r>
              <a:rPr kumimoji="1" lang="zh-CN" altLang="en-US" sz="3200" b="1"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rPr>
              <a:t>    </a:t>
            </a:r>
          </a:p>
        </p:txBody>
      </p:sp>
      <p:grpSp>
        <p:nvGrpSpPr>
          <p:cNvPr id="4" name="Group 113">
            <a:extLst>
              <a:ext uri="{FF2B5EF4-FFF2-40B4-BE49-F238E27FC236}">
                <a16:creationId xmlns:a16="http://schemas.microsoft.com/office/drawing/2014/main" id="{430C1E32-070B-4E4B-B529-A89461157139}"/>
              </a:ext>
            </a:extLst>
          </p:cNvPr>
          <p:cNvGrpSpPr>
            <a:grpSpLocks/>
          </p:cNvGrpSpPr>
          <p:nvPr/>
        </p:nvGrpSpPr>
        <p:grpSpPr bwMode="auto">
          <a:xfrm>
            <a:off x="464576" y="2743200"/>
            <a:ext cx="8334365" cy="3803708"/>
            <a:chOff x="0" y="403"/>
            <a:chExt cx="3390" cy="3627"/>
          </a:xfrm>
        </p:grpSpPr>
        <p:grpSp>
          <p:nvGrpSpPr>
            <p:cNvPr id="6" name="Group 42">
              <a:extLst>
                <a:ext uri="{FF2B5EF4-FFF2-40B4-BE49-F238E27FC236}">
                  <a16:creationId xmlns:a16="http://schemas.microsoft.com/office/drawing/2014/main" id="{116473A8-19B2-4866-B1DF-8A3C9963F730}"/>
                </a:ext>
              </a:extLst>
            </p:cNvPr>
            <p:cNvGrpSpPr>
              <a:grpSpLocks/>
            </p:cNvGrpSpPr>
            <p:nvPr/>
          </p:nvGrpSpPr>
          <p:grpSpPr bwMode="auto">
            <a:xfrm>
              <a:off x="0" y="403"/>
              <a:ext cx="836" cy="403"/>
              <a:chOff x="0" y="403"/>
              <a:chExt cx="836" cy="403"/>
            </a:xfrm>
          </p:grpSpPr>
          <p:sp>
            <p:nvSpPr>
              <p:cNvPr id="112" name="Rectangle 5">
                <a:extLst>
                  <a:ext uri="{FF2B5EF4-FFF2-40B4-BE49-F238E27FC236}">
                    <a16:creationId xmlns:a16="http://schemas.microsoft.com/office/drawing/2014/main" id="{6E3BB598-41FE-45C9-BBD5-19149FB89AFD}"/>
                  </a:ext>
                </a:extLst>
              </p:cNvPr>
              <p:cNvSpPr>
                <a:spLocks noChangeArrowheads="1"/>
              </p:cNvSpPr>
              <p:nvPr/>
            </p:nvSpPr>
            <p:spPr bwMode="auto">
              <a:xfrm>
                <a:off x="43" y="403"/>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自然顺序</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2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113" name="Rectangle 41">
                <a:extLst>
                  <a:ext uri="{FF2B5EF4-FFF2-40B4-BE49-F238E27FC236}">
                    <a16:creationId xmlns:a16="http://schemas.microsoft.com/office/drawing/2014/main" id="{00D04F86-4A66-46E9-A67A-DCD542F751B9}"/>
                  </a:ext>
                </a:extLst>
              </p:cNvPr>
              <p:cNvSpPr>
                <a:spLocks noChangeArrowheads="1"/>
              </p:cNvSpPr>
              <p:nvPr/>
            </p:nvSpPr>
            <p:spPr bwMode="auto">
              <a:xfrm>
                <a:off x="0" y="403"/>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7" name="Group 44">
              <a:extLst>
                <a:ext uri="{FF2B5EF4-FFF2-40B4-BE49-F238E27FC236}">
                  <a16:creationId xmlns:a16="http://schemas.microsoft.com/office/drawing/2014/main" id="{BF1F84A8-C06D-41B1-A203-2ABD805F42B9}"/>
                </a:ext>
              </a:extLst>
            </p:cNvPr>
            <p:cNvGrpSpPr>
              <a:grpSpLocks/>
            </p:cNvGrpSpPr>
            <p:nvPr/>
          </p:nvGrpSpPr>
          <p:grpSpPr bwMode="auto">
            <a:xfrm>
              <a:off x="836" y="403"/>
              <a:ext cx="836" cy="403"/>
              <a:chOff x="836" y="403"/>
              <a:chExt cx="836" cy="403"/>
            </a:xfrm>
          </p:grpSpPr>
          <p:sp>
            <p:nvSpPr>
              <p:cNvPr id="110" name="Rectangle 6">
                <a:extLst>
                  <a:ext uri="{FF2B5EF4-FFF2-40B4-BE49-F238E27FC236}">
                    <a16:creationId xmlns:a16="http://schemas.microsoft.com/office/drawing/2014/main" id="{753551F6-61F3-4C15-9BAC-7A1A3113DAF0}"/>
                  </a:ext>
                </a:extLst>
              </p:cNvPr>
              <p:cNvSpPr>
                <a:spLocks noChangeArrowheads="1"/>
              </p:cNvSpPr>
              <p:nvPr/>
            </p:nvSpPr>
            <p:spPr bwMode="auto">
              <a:xfrm>
                <a:off x="879" y="403"/>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2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二进制数</a:t>
                </a:r>
                <a:endParaRPr kumimoji="1" lang="en-US" altLang="zh-CN" sz="22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111" name="Rectangle 43">
                <a:extLst>
                  <a:ext uri="{FF2B5EF4-FFF2-40B4-BE49-F238E27FC236}">
                    <a16:creationId xmlns:a16="http://schemas.microsoft.com/office/drawing/2014/main" id="{45E0C88C-B23D-4107-8E55-4420562E1147}"/>
                  </a:ext>
                </a:extLst>
              </p:cNvPr>
              <p:cNvSpPr>
                <a:spLocks noChangeArrowheads="1"/>
              </p:cNvSpPr>
              <p:nvPr/>
            </p:nvSpPr>
            <p:spPr bwMode="auto">
              <a:xfrm>
                <a:off x="836" y="403"/>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8" name="Group 46">
              <a:extLst>
                <a:ext uri="{FF2B5EF4-FFF2-40B4-BE49-F238E27FC236}">
                  <a16:creationId xmlns:a16="http://schemas.microsoft.com/office/drawing/2014/main" id="{45537F5C-37EE-470F-9861-AC30211BB2AB}"/>
                </a:ext>
              </a:extLst>
            </p:cNvPr>
            <p:cNvGrpSpPr>
              <a:grpSpLocks/>
            </p:cNvGrpSpPr>
            <p:nvPr/>
          </p:nvGrpSpPr>
          <p:grpSpPr bwMode="auto">
            <a:xfrm>
              <a:off x="1488" y="403"/>
              <a:ext cx="1209" cy="403"/>
              <a:chOff x="1488" y="403"/>
              <a:chExt cx="1209" cy="403"/>
            </a:xfrm>
          </p:grpSpPr>
          <p:sp>
            <p:nvSpPr>
              <p:cNvPr id="108" name="Rectangle 7">
                <a:extLst>
                  <a:ext uri="{FF2B5EF4-FFF2-40B4-BE49-F238E27FC236}">
                    <a16:creationId xmlns:a16="http://schemas.microsoft.com/office/drawing/2014/main" id="{60BD4034-607F-4BDE-BD28-A198848ECC81}"/>
                  </a:ext>
                </a:extLst>
              </p:cNvPr>
              <p:cNvSpPr>
                <a:spLocks noChangeArrowheads="1"/>
              </p:cNvSpPr>
              <p:nvPr/>
            </p:nvSpPr>
            <p:spPr bwMode="auto">
              <a:xfrm>
                <a:off x="1488" y="403"/>
                <a:ext cx="120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algn="ctr" eaLnBrk="1" hangingPunct="1">
                  <a:defRPr/>
                </a:pPr>
                <a:r>
                  <a:rPr lang="zh-CN" altLang="en-US" sz="2000" b="1" dirty="0">
                    <a:solidFill>
                      <a:srgbClr val="000000"/>
                    </a:solidFill>
                    <a:latin typeface="Times New Roman"/>
                  </a:rPr>
                  <a:t>二进制数</a:t>
                </a:r>
                <a:r>
                  <a:rPr lang="zh-CN" altLang="en-US" sz="2000" b="1" dirty="0">
                    <a:solidFill>
                      <a:srgbClr val="000000"/>
                    </a:solidFill>
                    <a:latin typeface="宋体"/>
                    <a:ea typeface="宋体"/>
                  </a:rPr>
                  <a:t>按位反转</a:t>
                </a:r>
                <a:endParaRPr kumimoji="1" lang="en-US" altLang="zh-CN"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109" name="Rectangle 45">
                <a:extLst>
                  <a:ext uri="{FF2B5EF4-FFF2-40B4-BE49-F238E27FC236}">
                    <a16:creationId xmlns:a16="http://schemas.microsoft.com/office/drawing/2014/main" id="{D5692DB6-CCD6-4F66-91AF-D2A5BD624B8B}"/>
                  </a:ext>
                </a:extLst>
              </p:cNvPr>
              <p:cNvSpPr>
                <a:spLocks noChangeArrowheads="1"/>
              </p:cNvSpPr>
              <p:nvPr/>
            </p:nvSpPr>
            <p:spPr bwMode="auto">
              <a:xfrm>
                <a:off x="1672" y="403"/>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9" name="Group 48">
              <a:extLst>
                <a:ext uri="{FF2B5EF4-FFF2-40B4-BE49-F238E27FC236}">
                  <a16:creationId xmlns:a16="http://schemas.microsoft.com/office/drawing/2014/main" id="{C8DBAC71-6551-45A1-968F-185398FF677C}"/>
                </a:ext>
              </a:extLst>
            </p:cNvPr>
            <p:cNvGrpSpPr>
              <a:grpSpLocks/>
            </p:cNvGrpSpPr>
            <p:nvPr/>
          </p:nvGrpSpPr>
          <p:grpSpPr bwMode="auto">
            <a:xfrm>
              <a:off x="2465" y="403"/>
              <a:ext cx="925" cy="403"/>
              <a:chOff x="2465" y="403"/>
              <a:chExt cx="925" cy="403"/>
            </a:xfrm>
          </p:grpSpPr>
          <p:sp>
            <p:nvSpPr>
              <p:cNvPr id="106" name="Rectangle 8">
                <a:extLst>
                  <a:ext uri="{FF2B5EF4-FFF2-40B4-BE49-F238E27FC236}">
                    <a16:creationId xmlns:a16="http://schemas.microsoft.com/office/drawing/2014/main" id="{1309923F-97EA-4FF6-9F92-DC63B5C78964}"/>
                  </a:ext>
                </a:extLst>
              </p:cNvPr>
              <p:cNvSpPr>
                <a:spLocks noChangeArrowheads="1"/>
              </p:cNvSpPr>
              <p:nvPr/>
            </p:nvSpPr>
            <p:spPr bwMode="auto">
              <a:xfrm>
                <a:off x="2465" y="403"/>
                <a:ext cx="925"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lvl="0" algn="ctr" eaLnBrk="1" hangingPunct="1">
                  <a:defRPr/>
                </a:pPr>
                <a:r>
                  <a:rPr lang="zh-CN" altLang="en-US" sz="2000" b="1" dirty="0">
                    <a:solidFill>
                      <a:srgbClr val="000000"/>
                    </a:solidFill>
                    <a:latin typeface="宋体"/>
                    <a:ea typeface="宋体"/>
                  </a:rPr>
                  <a:t>按位反转后的</a:t>
                </a:r>
                <a:r>
                  <a:rPr kumimoji="1" lang="zh-CN" altLang="en-US" sz="20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顺序</a:t>
                </a:r>
              </a:p>
            </p:txBody>
          </p:sp>
          <p:sp>
            <p:nvSpPr>
              <p:cNvPr id="107" name="Rectangle 47">
                <a:extLst>
                  <a:ext uri="{FF2B5EF4-FFF2-40B4-BE49-F238E27FC236}">
                    <a16:creationId xmlns:a16="http://schemas.microsoft.com/office/drawing/2014/main" id="{BA3E0315-5714-4E5D-AF0E-BA90A778989A}"/>
                  </a:ext>
                </a:extLst>
              </p:cNvPr>
              <p:cNvSpPr>
                <a:spLocks noChangeArrowheads="1"/>
              </p:cNvSpPr>
              <p:nvPr/>
            </p:nvSpPr>
            <p:spPr bwMode="auto">
              <a:xfrm>
                <a:off x="2508" y="403"/>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0" name="Group 50">
              <a:extLst>
                <a:ext uri="{FF2B5EF4-FFF2-40B4-BE49-F238E27FC236}">
                  <a16:creationId xmlns:a16="http://schemas.microsoft.com/office/drawing/2014/main" id="{CA3EF5D1-144E-47E3-952A-B4EA81FB9683}"/>
                </a:ext>
              </a:extLst>
            </p:cNvPr>
            <p:cNvGrpSpPr>
              <a:grpSpLocks/>
            </p:cNvGrpSpPr>
            <p:nvPr/>
          </p:nvGrpSpPr>
          <p:grpSpPr bwMode="auto">
            <a:xfrm>
              <a:off x="0" y="806"/>
              <a:ext cx="836" cy="403"/>
              <a:chOff x="0" y="806"/>
              <a:chExt cx="836" cy="403"/>
            </a:xfrm>
          </p:grpSpPr>
          <p:sp>
            <p:nvSpPr>
              <p:cNvPr id="104" name="Rectangle 9">
                <a:extLst>
                  <a:ext uri="{FF2B5EF4-FFF2-40B4-BE49-F238E27FC236}">
                    <a16:creationId xmlns:a16="http://schemas.microsoft.com/office/drawing/2014/main" id="{6E622D87-0B9E-4F78-B45B-7F736599EBCD}"/>
                  </a:ext>
                </a:extLst>
              </p:cNvPr>
              <p:cNvSpPr>
                <a:spLocks noChangeArrowheads="1"/>
              </p:cNvSpPr>
              <p:nvPr/>
            </p:nvSpPr>
            <p:spPr bwMode="auto">
              <a:xfrm>
                <a:off x="43" y="806"/>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105" name="Rectangle 49">
                <a:extLst>
                  <a:ext uri="{FF2B5EF4-FFF2-40B4-BE49-F238E27FC236}">
                    <a16:creationId xmlns:a16="http://schemas.microsoft.com/office/drawing/2014/main" id="{01EBBBC0-8FC3-4DEF-A325-72505F3E376A}"/>
                  </a:ext>
                </a:extLst>
              </p:cNvPr>
              <p:cNvSpPr>
                <a:spLocks noChangeArrowheads="1"/>
              </p:cNvSpPr>
              <p:nvPr/>
            </p:nvSpPr>
            <p:spPr bwMode="auto">
              <a:xfrm>
                <a:off x="0" y="806"/>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1" name="Group 52">
              <a:extLst>
                <a:ext uri="{FF2B5EF4-FFF2-40B4-BE49-F238E27FC236}">
                  <a16:creationId xmlns:a16="http://schemas.microsoft.com/office/drawing/2014/main" id="{2D446596-5518-46D5-A456-E1B3B4210C3E}"/>
                </a:ext>
              </a:extLst>
            </p:cNvPr>
            <p:cNvGrpSpPr>
              <a:grpSpLocks/>
            </p:cNvGrpSpPr>
            <p:nvPr/>
          </p:nvGrpSpPr>
          <p:grpSpPr bwMode="auto">
            <a:xfrm>
              <a:off x="836" y="806"/>
              <a:ext cx="836" cy="403"/>
              <a:chOff x="836" y="806"/>
              <a:chExt cx="836" cy="403"/>
            </a:xfrm>
          </p:grpSpPr>
          <p:sp>
            <p:nvSpPr>
              <p:cNvPr id="102" name="Rectangle 10">
                <a:extLst>
                  <a:ext uri="{FF2B5EF4-FFF2-40B4-BE49-F238E27FC236}">
                    <a16:creationId xmlns:a16="http://schemas.microsoft.com/office/drawing/2014/main" id="{C3A28099-03FA-4936-A277-D75C16170432}"/>
                  </a:ext>
                </a:extLst>
              </p:cNvPr>
              <p:cNvSpPr>
                <a:spLocks noChangeArrowheads="1"/>
              </p:cNvSpPr>
              <p:nvPr/>
            </p:nvSpPr>
            <p:spPr bwMode="auto">
              <a:xfrm>
                <a:off x="879" y="806"/>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000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103" name="Rectangle 51">
                <a:extLst>
                  <a:ext uri="{FF2B5EF4-FFF2-40B4-BE49-F238E27FC236}">
                    <a16:creationId xmlns:a16="http://schemas.microsoft.com/office/drawing/2014/main" id="{D2842576-151B-41BA-AF0F-1A38A7991ED9}"/>
                  </a:ext>
                </a:extLst>
              </p:cNvPr>
              <p:cNvSpPr>
                <a:spLocks noChangeArrowheads="1"/>
              </p:cNvSpPr>
              <p:nvPr/>
            </p:nvSpPr>
            <p:spPr bwMode="auto">
              <a:xfrm>
                <a:off x="836" y="806"/>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2" name="Group 54">
              <a:extLst>
                <a:ext uri="{FF2B5EF4-FFF2-40B4-BE49-F238E27FC236}">
                  <a16:creationId xmlns:a16="http://schemas.microsoft.com/office/drawing/2014/main" id="{DCF4DB6D-D348-462A-ADA7-E28EE803729A}"/>
                </a:ext>
              </a:extLst>
            </p:cNvPr>
            <p:cNvGrpSpPr>
              <a:grpSpLocks/>
            </p:cNvGrpSpPr>
            <p:nvPr/>
          </p:nvGrpSpPr>
          <p:grpSpPr bwMode="auto">
            <a:xfrm>
              <a:off x="1672" y="806"/>
              <a:ext cx="836" cy="403"/>
              <a:chOff x="1672" y="806"/>
              <a:chExt cx="836" cy="403"/>
            </a:xfrm>
          </p:grpSpPr>
          <p:sp>
            <p:nvSpPr>
              <p:cNvPr id="100" name="Rectangle 11">
                <a:extLst>
                  <a:ext uri="{FF2B5EF4-FFF2-40B4-BE49-F238E27FC236}">
                    <a16:creationId xmlns:a16="http://schemas.microsoft.com/office/drawing/2014/main" id="{4B1861A3-220A-45E2-9C35-D6A703EA077A}"/>
                  </a:ext>
                </a:extLst>
              </p:cNvPr>
              <p:cNvSpPr>
                <a:spLocks noChangeArrowheads="1"/>
              </p:cNvSpPr>
              <p:nvPr/>
            </p:nvSpPr>
            <p:spPr bwMode="auto">
              <a:xfrm>
                <a:off x="1715" y="806"/>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000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101" name="Rectangle 53">
                <a:extLst>
                  <a:ext uri="{FF2B5EF4-FFF2-40B4-BE49-F238E27FC236}">
                    <a16:creationId xmlns:a16="http://schemas.microsoft.com/office/drawing/2014/main" id="{E65AF9E8-6D12-4233-BB9B-3CC1E980D930}"/>
                  </a:ext>
                </a:extLst>
              </p:cNvPr>
              <p:cNvSpPr>
                <a:spLocks noChangeArrowheads="1"/>
              </p:cNvSpPr>
              <p:nvPr/>
            </p:nvSpPr>
            <p:spPr bwMode="auto">
              <a:xfrm>
                <a:off x="1672" y="806"/>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3" name="Group 56">
              <a:extLst>
                <a:ext uri="{FF2B5EF4-FFF2-40B4-BE49-F238E27FC236}">
                  <a16:creationId xmlns:a16="http://schemas.microsoft.com/office/drawing/2014/main" id="{2D6E0071-FE36-4741-82C4-7821C40DD782}"/>
                </a:ext>
              </a:extLst>
            </p:cNvPr>
            <p:cNvGrpSpPr>
              <a:grpSpLocks/>
            </p:cNvGrpSpPr>
            <p:nvPr/>
          </p:nvGrpSpPr>
          <p:grpSpPr bwMode="auto">
            <a:xfrm>
              <a:off x="2508" y="806"/>
              <a:ext cx="836" cy="403"/>
              <a:chOff x="2508" y="806"/>
              <a:chExt cx="836" cy="403"/>
            </a:xfrm>
          </p:grpSpPr>
          <p:sp>
            <p:nvSpPr>
              <p:cNvPr id="98" name="Rectangle 12">
                <a:extLst>
                  <a:ext uri="{FF2B5EF4-FFF2-40B4-BE49-F238E27FC236}">
                    <a16:creationId xmlns:a16="http://schemas.microsoft.com/office/drawing/2014/main" id="{F83CB003-0860-44C3-B510-B2A12CF8B4A8}"/>
                  </a:ext>
                </a:extLst>
              </p:cNvPr>
              <p:cNvSpPr>
                <a:spLocks noChangeArrowheads="1"/>
              </p:cNvSpPr>
              <p:nvPr/>
            </p:nvSpPr>
            <p:spPr bwMode="auto">
              <a:xfrm>
                <a:off x="2551" y="806"/>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99" name="Rectangle 55">
                <a:extLst>
                  <a:ext uri="{FF2B5EF4-FFF2-40B4-BE49-F238E27FC236}">
                    <a16:creationId xmlns:a16="http://schemas.microsoft.com/office/drawing/2014/main" id="{4F22B725-5580-46D7-A446-1B390D15652C}"/>
                  </a:ext>
                </a:extLst>
              </p:cNvPr>
              <p:cNvSpPr>
                <a:spLocks noChangeArrowheads="1"/>
              </p:cNvSpPr>
              <p:nvPr/>
            </p:nvSpPr>
            <p:spPr bwMode="auto">
              <a:xfrm>
                <a:off x="2508" y="806"/>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4" name="Group 58">
              <a:extLst>
                <a:ext uri="{FF2B5EF4-FFF2-40B4-BE49-F238E27FC236}">
                  <a16:creationId xmlns:a16="http://schemas.microsoft.com/office/drawing/2014/main" id="{AFFF3BB3-6D6A-4543-8EDA-02D704A31A8B}"/>
                </a:ext>
              </a:extLst>
            </p:cNvPr>
            <p:cNvGrpSpPr>
              <a:grpSpLocks/>
            </p:cNvGrpSpPr>
            <p:nvPr/>
          </p:nvGrpSpPr>
          <p:grpSpPr bwMode="auto">
            <a:xfrm>
              <a:off x="0" y="1209"/>
              <a:ext cx="836" cy="403"/>
              <a:chOff x="0" y="1209"/>
              <a:chExt cx="836" cy="403"/>
            </a:xfrm>
          </p:grpSpPr>
          <p:sp>
            <p:nvSpPr>
              <p:cNvPr id="96" name="Rectangle 13">
                <a:extLst>
                  <a:ext uri="{FF2B5EF4-FFF2-40B4-BE49-F238E27FC236}">
                    <a16:creationId xmlns:a16="http://schemas.microsoft.com/office/drawing/2014/main" id="{1B2B3055-04E1-4648-8532-19852B98BB12}"/>
                  </a:ext>
                </a:extLst>
              </p:cNvPr>
              <p:cNvSpPr>
                <a:spLocks noChangeArrowheads="1"/>
              </p:cNvSpPr>
              <p:nvPr/>
            </p:nvSpPr>
            <p:spPr bwMode="auto">
              <a:xfrm>
                <a:off x="43" y="1209"/>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97" name="Rectangle 57">
                <a:extLst>
                  <a:ext uri="{FF2B5EF4-FFF2-40B4-BE49-F238E27FC236}">
                    <a16:creationId xmlns:a16="http://schemas.microsoft.com/office/drawing/2014/main" id="{BA566936-B309-49D0-8FA8-7A52AFA41E79}"/>
                  </a:ext>
                </a:extLst>
              </p:cNvPr>
              <p:cNvSpPr>
                <a:spLocks noChangeArrowheads="1"/>
              </p:cNvSpPr>
              <p:nvPr/>
            </p:nvSpPr>
            <p:spPr bwMode="auto">
              <a:xfrm>
                <a:off x="0" y="1209"/>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5" name="Group 60">
              <a:extLst>
                <a:ext uri="{FF2B5EF4-FFF2-40B4-BE49-F238E27FC236}">
                  <a16:creationId xmlns:a16="http://schemas.microsoft.com/office/drawing/2014/main" id="{4C70EA31-DA90-46BA-A1C9-04FA216D14B5}"/>
                </a:ext>
              </a:extLst>
            </p:cNvPr>
            <p:cNvGrpSpPr>
              <a:grpSpLocks/>
            </p:cNvGrpSpPr>
            <p:nvPr/>
          </p:nvGrpSpPr>
          <p:grpSpPr bwMode="auto">
            <a:xfrm>
              <a:off x="836" y="1209"/>
              <a:ext cx="836" cy="403"/>
              <a:chOff x="836" y="1209"/>
              <a:chExt cx="836" cy="403"/>
            </a:xfrm>
          </p:grpSpPr>
          <p:sp>
            <p:nvSpPr>
              <p:cNvPr id="94" name="Rectangle 14">
                <a:extLst>
                  <a:ext uri="{FF2B5EF4-FFF2-40B4-BE49-F238E27FC236}">
                    <a16:creationId xmlns:a16="http://schemas.microsoft.com/office/drawing/2014/main" id="{FA3577A9-4A69-4937-A9BA-FB88D1F7557B}"/>
                  </a:ext>
                </a:extLst>
              </p:cNvPr>
              <p:cNvSpPr>
                <a:spLocks noChangeArrowheads="1"/>
              </p:cNvSpPr>
              <p:nvPr/>
            </p:nvSpPr>
            <p:spPr bwMode="auto">
              <a:xfrm>
                <a:off x="879" y="1209"/>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001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95" name="Rectangle 59">
                <a:extLst>
                  <a:ext uri="{FF2B5EF4-FFF2-40B4-BE49-F238E27FC236}">
                    <a16:creationId xmlns:a16="http://schemas.microsoft.com/office/drawing/2014/main" id="{3229BD3F-089E-4C76-90BC-4DDD29EA816E}"/>
                  </a:ext>
                </a:extLst>
              </p:cNvPr>
              <p:cNvSpPr>
                <a:spLocks noChangeArrowheads="1"/>
              </p:cNvSpPr>
              <p:nvPr/>
            </p:nvSpPr>
            <p:spPr bwMode="auto">
              <a:xfrm>
                <a:off x="836" y="1209"/>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6" name="Group 62">
              <a:extLst>
                <a:ext uri="{FF2B5EF4-FFF2-40B4-BE49-F238E27FC236}">
                  <a16:creationId xmlns:a16="http://schemas.microsoft.com/office/drawing/2014/main" id="{B0AFC5C7-CF03-4FB0-9466-19E4056077CE}"/>
                </a:ext>
              </a:extLst>
            </p:cNvPr>
            <p:cNvGrpSpPr>
              <a:grpSpLocks/>
            </p:cNvGrpSpPr>
            <p:nvPr/>
          </p:nvGrpSpPr>
          <p:grpSpPr bwMode="auto">
            <a:xfrm>
              <a:off x="1672" y="1209"/>
              <a:ext cx="836" cy="403"/>
              <a:chOff x="1672" y="1209"/>
              <a:chExt cx="836" cy="403"/>
            </a:xfrm>
          </p:grpSpPr>
          <p:sp>
            <p:nvSpPr>
              <p:cNvPr id="92" name="Rectangle 15">
                <a:extLst>
                  <a:ext uri="{FF2B5EF4-FFF2-40B4-BE49-F238E27FC236}">
                    <a16:creationId xmlns:a16="http://schemas.microsoft.com/office/drawing/2014/main" id="{E27FE688-71F0-4216-AE2E-C529F467CC20}"/>
                  </a:ext>
                </a:extLst>
              </p:cNvPr>
              <p:cNvSpPr>
                <a:spLocks noChangeArrowheads="1"/>
              </p:cNvSpPr>
              <p:nvPr/>
            </p:nvSpPr>
            <p:spPr bwMode="auto">
              <a:xfrm>
                <a:off x="1715" y="1209"/>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100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93" name="Rectangle 61">
                <a:extLst>
                  <a:ext uri="{FF2B5EF4-FFF2-40B4-BE49-F238E27FC236}">
                    <a16:creationId xmlns:a16="http://schemas.microsoft.com/office/drawing/2014/main" id="{A27061FF-760F-417A-922B-F7EA0A02ACEC}"/>
                  </a:ext>
                </a:extLst>
              </p:cNvPr>
              <p:cNvSpPr>
                <a:spLocks noChangeArrowheads="1"/>
              </p:cNvSpPr>
              <p:nvPr/>
            </p:nvSpPr>
            <p:spPr bwMode="auto">
              <a:xfrm>
                <a:off x="1672" y="1209"/>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7" name="Group 64">
              <a:extLst>
                <a:ext uri="{FF2B5EF4-FFF2-40B4-BE49-F238E27FC236}">
                  <a16:creationId xmlns:a16="http://schemas.microsoft.com/office/drawing/2014/main" id="{617494C1-F959-43A7-82DA-1313628FE4CA}"/>
                </a:ext>
              </a:extLst>
            </p:cNvPr>
            <p:cNvGrpSpPr>
              <a:grpSpLocks/>
            </p:cNvGrpSpPr>
            <p:nvPr/>
          </p:nvGrpSpPr>
          <p:grpSpPr bwMode="auto">
            <a:xfrm>
              <a:off x="2508" y="1209"/>
              <a:ext cx="836" cy="403"/>
              <a:chOff x="2508" y="1209"/>
              <a:chExt cx="836" cy="403"/>
            </a:xfrm>
          </p:grpSpPr>
          <p:sp>
            <p:nvSpPr>
              <p:cNvPr id="90" name="Rectangle 16">
                <a:extLst>
                  <a:ext uri="{FF2B5EF4-FFF2-40B4-BE49-F238E27FC236}">
                    <a16:creationId xmlns:a16="http://schemas.microsoft.com/office/drawing/2014/main" id="{0663596D-5507-4580-A682-00A70AE256B1}"/>
                  </a:ext>
                </a:extLst>
              </p:cNvPr>
              <p:cNvSpPr>
                <a:spLocks noChangeArrowheads="1"/>
              </p:cNvSpPr>
              <p:nvPr/>
            </p:nvSpPr>
            <p:spPr bwMode="auto">
              <a:xfrm>
                <a:off x="2551" y="1209"/>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4</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91" name="Rectangle 63">
                <a:extLst>
                  <a:ext uri="{FF2B5EF4-FFF2-40B4-BE49-F238E27FC236}">
                    <a16:creationId xmlns:a16="http://schemas.microsoft.com/office/drawing/2014/main" id="{AC5DBA09-5F8A-461C-AFFB-F7EB434BD3B2}"/>
                  </a:ext>
                </a:extLst>
              </p:cNvPr>
              <p:cNvSpPr>
                <a:spLocks noChangeArrowheads="1"/>
              </p:cNvSpPr>
              <p:nvPr/>
            </p:nvSpPr>
            <p:spPr bwMode="auto">
              <a:xfrm>
                <a:off x="2508" y="1209"/>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8" name="Group 66">
              <a:extLst>
                <a:ext uri="{FF2B5EF4-FFF2-40B4-BE49-F238E27FC236}">
                  <a16:creationId xmlns:a16="http://schemas.microsoft.com/office/drawing/2014/main" id="{F50639F9-1C92-49A4-A24E-B8233A04F979}"/>
                </a:ext>
              </a:extLst>
            </p:cNvPr>
            <p:cNvGrpSpPr>
              <a:grpSpLocks/>
            </p:cNvGrpSpPr>
            <p:nvPr/>
          </p:nvGrpSpPr>
          <p:grpSpPr bwMode="auto">
            <a:xfrm>
              <a:off x="0" y="1612"/>
              <a:ext cx="836" cy="403"/>
              <a:chOff x="0" y="1612"/>
              <a:chExt cx="836" cy="403"/>
            </a:xfrm>
          </p:grpSpPr>
          <p:sp>
            <p:nvSpPr>
              <p:cNvPr id="88" name="Rectangle 17">
                <a:extLst>
                  <a:ext uri="{FF2B5EF4-FFF2-40B4-BE49-F238E27FC236}">
                    <a16:creationId xmlns:a16="http://schemas.microsoft.com/office/drawing/2014/main" id="{C15457C4-30F5-4865-A05A-9241D4BA75BD}"/>
                  </a:ext>
                </a:extLst>
              </p:cNvPr>
              <p:cNvSpPr>
                <a:spLocks noChangeArrowheads="1"/>
              </p:cNvSpPr>
              <p:nvPr/>
            </p:nvSpPr>
            <p:spPr bwMode="auto">
              <a:xfrm>
                <a:off x="43" y="1612"/>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2</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89" name="Rectangle 65">
                <a:extLst>
                  <a:ext uri="{FF2B5EF4-FFF2-40B4-BE49-F238E27FC236}">
                    <a16:creationId xmlns:a16="http://schemas.microsoft.com/office/drawing/2014/main" id="{B238C3F0-C3C4-4333-A007-EC2F99248F58}"/>
                  </a:ext>
                </a:extLst>
              </p:cNvPr>
              <p:cNvSpPr>
                <a:spLocks noChangeArrowheads="1"/>
              </p:cNvSpPr>
              <p:nvPr/>
            </p:nvSpPr>
            <p:spPr bwMode="auto">
              <a:xfrm>
                <a:off x="0" y="1612"/>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19" name="Group 68">
              <a:extLst>
                <a:ext uri="{FF2B5EF4-FFF2-40B4-BE49-F238E27FC236}">
                  <a16:creationId xmlns:a16="http://schemas.microsoft.com/office/drawing/2014/main" id="{5CB4BFD5-0495-4FF3-9E73-D6BD2D614552}"/>
                </a:ext>
              </a:extLst>
            </p:cNvPr>
            <p:cNvGrpSpPr>
              <a:grpSpLocks/>
            </p:cNvGrpSpPr>
            <p:nvPr/>
          </p:nvGrpSpPr>
          <p:grpSpPr bwMode="auto">
            <a:xfrm>
              <a:off x="836" y="1612"/>
              <a:ext cx="836" cy="403"/>
              <a:chOff x="836" y="1612"/>
              <a:chExt cx="836" cy="403"/>
            </a:xfrm>
          </p:grpSpPr>
          <p:sp>
            <p:nvSpPr>
              <p:cNvPr id="86" name="Rectangle 18">
                <a:extLst>
                  <a:ext uri="{FF2B5EF4-FFF2-40B4-BE49-F238E27FC236}">
                    <a16:creationId xmlns:a16="http://schemas.microsoft.com/office/drawing/2014/main" id="{80AED137-FE78-4494-96EC-EB4BFEEAAA6D}"/>
                  </a:ext>
                </a:extLst>
              </p:cNvPr>
              <p:cNvSpPr>
                <a:spLocks noChangeArrowheads="1"/>
              </p:cNvSpPr>
              <p:nvPr/>
            </p:nvSpPr>
            <p:spPr bwMode="auto">
              <a:xfrm>
                <a:off x="879" y="1612"/>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010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87" name="Rectangle 67">
                <a:extLst>
                  <a:ext uri="{FF2B5EF4-FFF2-40B4-BE49-F238E27FC236}">
                    <a16:creationId xmlns:a16="http://schemas.microsoft.com/office/drawing/2014/main" id="{EE454723-0EE4-4D16-8227-380CE7D4646F}"/>
                  </a:ext>
                </a:extLst>
              </p:cNvPr>
              <p:cNvSpPr>
                <a:spLocks noChangeArrowheads="1"/>
              </p:cNvSpPr>
              <p:nvPr/>
            </p:nvSpPr>
            <p:spPr bwMode="auto">
              <a:xfrm>
                <a:off x="836" y="1612"/>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0" name="Group 70">
              <a:extLst>
                <a:ext uri="{FF2B5EF4-FFF2-40B4-BE49-F238E27FC236}">
                  <a16:creationId xmlns:a16="http://schemas.microsoft.com/office/drawing/2014/main" id="{F878974A-2FC5-4C12-B349-01DEFFC81123}"/>
                </a:ext>
              </a:extLst>
            </p:cNvPr>
            <p:cNvGrpSpPr>
              <a:grpSpLocks/>
            </p:cNvGrpSpPr>
            <p:nvPr/>
          </p:nvGrpSpPr>
          <p:grpSpPr bwMode="auto">
            <a:xfrm>
              <a:off x="1672" y="1612"/>
              <a:ext cx="836" cy="403"/>
              <a:chOff x="1672" y="1612"/>
              <a:chExt cx="836" cy="403"/>
            </a:xfrm>
          </p:grpSpPr>
          <p:sp>
            <p:nvSpPr>
              <p:cNvPr id="84" name="Rectangle 19">
                <a:extLst>
                  <a:ext uri="{FF2B5EF4-FFF2-40B4-BE49-F238E27FC236}">
                    <a16:creationId xmlns:a16="http://schemas.microsoft.com/office/drawing/2014/main" id="{2E1F6E61-B216-4037-88D4-89064149A19D}"/>
                  </a:ext>
                </a:extLst>
              </p:cNvPr>
              <p:cNvSpPr>
                <a:spLocks noChangeArrowheads="1"/>
              </p:cNvSpPr>
              <p:nvPr/>
            </p:nvSpPr>
            <p:spPr bwMode="auto">
              <a:xfrm>
                <a:off x="1715" y="1612"/>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010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85" name="Rectangle 69">
                <a:extLst>
                  <a:ext uri="{FF2B5EF4-FFF2-40B4-BE49-F238E27FC236}">
                    <a16:creationId xmlns:a16="http://schemas.microsoft.com/office/drawing/2014/main" id="{03EB32CC-31AD-4748-A566-B80F4DBA2B49}"/>
                  </a:ext>
                </a:extLst>
              </p:cNvPr>
              <p:cNvSpPr>
                <a:spLocks noChangeArrowheads="1"/>
              </p:cNvSpPr>
              <p:nvPr/>
            </p:nvSpPr>
            <p:spPr bwMode="auto">
              <a:xfrm>
                <a:off x="1672" y="1612"/>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1" name="Group 72">
              <a:extLst>
                <a:ext uri="{FF2B5EF4-FFF2-40B4-BE49-F238E27FC236}">
                  <a16:creationId xmlns:a16="http://schemas.microsoft.com/office/drawing/2014/main" id="{02818A1D-23B9-4CC9-8E6A-46E4F92BF09C}"/>
                </a:ext>
              </a:extLst>
            </p:cNvPr>
            <p:cNvGrpSpPr>
              <a:grpSpLocks/>
            </p:cNvGrpSpPr>
            <p:nvPr/>
          </p:nvGrpSpPr>
          <p:grpSpPr bwMode="auto">
            <a:xfrm>
              <a:off x="2508" y="1612"/>
              <a:ext cx="836" cy="403"/>
              <a:chOff x="2508" y="1612"/>
              <a:chExt cx="836" cy="403"/>
            </a:xfrm>
          </p:grpSpPr>
          <p:sp>
            <p:nvSpPr>
              <p:cNvPr id="82" name="Rectangle 20">
                <a:extLst>
                  <a:ext uri="{FF2B5EF4-FFF2-40B4-BE49-F238E27FC236}">
                    <a16:creationId xmlns:a16="http://schemas.microsoft.com/office/drawing/2014/main" id="{B981C36E-052C-4CE5-8290-834285E03442}"/>
                  </a:ext>
                </a:extLst>
              </p:cNvPr>
              <p:cNvSpPr>
                <a:spLocks noChangeArrowheads="1"/>
              </p:cNvSpPr>
              <p:nvPr/>
            </p:nvSpPr>
            <p:spPr bwMode="auto">
              <a:xfrm>
                <a:off x="2551" y="1612"/>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2</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83" name="Rectangle 71">
                <a:extLst>
                  <a:ext uri="{FF2B5EF4-FFF2-40B4-BE49-F238E27FC236}">
                    <a16:creationId xmlns:a16="http://schemas.microsoft.com/office/drawing/2014/main" id="{92165350-7BE4-478B-8107-840813E36320}"/>
                  </a:ext>
                </a:extLst>
              </p:cNvPr>
              <p:cNvSpPr>
                <a:spLocks noChangeArrowheads="1"/>
              </p:cNvSpPr>
              <p:nvPr/>
            </p:nvSpPr>
            <p:spPr bwMode="auto">
              <a:xfrm>
                <a:off x="2508" y="1612"/>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2" name="Group 74">
              <a:extLst>
                <a:ext uri="{FF2B5EF4-FFF2-40B4-BE49-F238E27FC236}">
                  <a16:creationId xmlns:a16="http://schemas.microsoft.com/office/drawing/2014/main" id="{8D6418A1-5D23-455B-9BFF-7A43B059022B}"/>
                </a:ext>
              </a:extLst>
            </p:cNvPr>
            <p:cNvGrpSpPr>
              <a:grpSpLocks/>
            </p:cNvGrpSpPr>
            <p:nvPr/>
          </p:nvGrpSpPr>
          <p:grpSpPr bwMode="auto">
            <a:xfrm>
              <a:off x="0" y="2015"/>
              <a:ext cx="836" cy="403"/>
              <a:chOff x="0" y="2015"/>
              <a:chExt cx="836" cy="403"/>
            </a:xfrm>
          </p:grpSpPr>
          <p:sp>
            <p:nvSpPr>
              <p:cNvPr id="80" name="Rectangle 21">
                <a:extLst>
                  <a:ext uri="{FF2B5EF4-FFF2-40B4-BE49-F238E27FC236}">
                    <a16:creationId xmlns:a16="http://schemas.microsoft.com/office/drawing/2014/main" id="{2511593E-1388-425F-B791-C6F5975C6FC7}"/>
                  </a:ext>
                </a:extLst>
              </p:cNvPr>
              <p:cNvSpPr>
                <a:spLocks noChangeArrowheads="1"/>
              </p:cNvSpPr>
              <p:nvPr/>
            </p:nvSpPr>
            <p:spPr bwMode="auto">
              <a:xfrm>
                <a:off x="43" y="2015"/>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3</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81" name="Rectangle 73">
                <a:extLst>
                  <a:ext uri="{FF2B5EF4-FFF2-40B4-BE49-F238E27FC236}">
                    <a16:creationId xmlns:a16="http://schemas.microsoft.com/office/drawing/2014/main" id="{B79A8683-A225-4055-8A32-B7F2E95CCFE8}"/>
                  </a:ext>
                </a:extLst>
              </p:cNvPr>
              <p:cNvSpPr>
                <a:spLocks noChangeArrowheads="1"/>
              </p:cNvSpPr>
              <p:nvPr/>
            </p:nvSpPr>
            <p:spPr bwMode="auto">
              <a:xfrm>
                <a:off x="0" y="2015"/>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3" name="Group 76">
              <a:extLst>
                <a:ext uri="{FF2B5EF4-FFF2-40B4-BE49-F238E27FC236}">
                  <a16:creationId xmlns:a16="http://schemas.microsoft.com/office/drawing/2014/main" id="{345FAAE9-DACB-421E-95D3-DA65130A1C4E}"/>
                </a:ext>
              </a:extLst>
            </p:cNvPr>
            <p:cNvGrpSpPr>
              <a:grpSpLocks/>
            </p:cNvGrpSpPr>
            <p:nvPr/>
          </p:nvGrpSpPr>
          <p:grpSpPr bwMode="auto">
            <a:xfrm>
              <a:off x="836" y="2015"/>
              <a:ext cx="836" cy="403"/>
              <a:chOff x="836" y="2015"/>
              <a:chExt cx="836" cy="403"/>
            </a:xfrm>
          </p:grpSpPr>
          <p:sp>
            <p:nvSpPr>
              <p:cNvPr id="78" name="Rectangle 22">
                <a:extLst>
                  <a:ext uri="{FF2B5EF4-FFF2-40B4-BE49-F238E27FC236}">
                    <a16:creationId xmlns:a16="http://schemas.microsoft.com/office/drawing/2014/main" id="{09CCCBE7-98EC-41FD-8749-ED825A2CD65A}"/>
                  </a:ext>
                </a:extLst>
              </p:cNvPr>
              <p:cNvSpPr>
                <a:spLocks noChangeArrowheads="1"/>
              </p:cNvSpPr>
              <p:nvPr/>
            </p:nvSpPr>
            <p:spPr bwMode="auto">
              <a:xfrm>
                <a:off x="879" y="2015"/>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011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79" name="Rectangle 75">
                <a:extLst>
                  <a:ext uri="{FF2B5EF4-FFF2-40B4-BE49-F238E27FC236}">
                    <a16:creationId xmlns:a16="http://schemas.microsoft.com/office/drawing/2014/main" id="{83B71912-CB47-41C2-BA1A-AC3E8E86993C}"/>
                  </a:ext>
                </a:extLst>
              </p:cNvPr>
              <p:cNvSpPr>
                <a:spLocks noChangeArrowheads="1"/>
              </p:cNvSpPr>
              <p:nvPr/>
            </p:nvSpPr>
            <p:spPr bwMode="auto">
              <a:xfrm>
                <a:off x="836" y="2015"/>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4" name="Group 78">
              <a:extLst>
                <a:ext uri="{FF2B5EF4-FFF2-40B4-BE49-F238E27FC236}">
                  <a16:creationId xmlns:a16="http://schemas.microsoft.com/office/drawing/2014/main" id="{9A3F80C4-A598-4041-88CE-97CA699D0E74}"/>
                </a:ext>
              </a:extLst>
            </p:cNvPr>
            <p:cNvGrpSpPr>
              <a:grpSpLocks/>
            </p:cNvGrpSpPr>
            <p:nvPr/>
          </p:nvGrpSpPr>
          <p:grpSpPr bwMode="auto">
            <a:xfrm>
              <a:off x="1672" y="2015"/>
              <a:ext cx="836" cy="403"/>
              <a:chOff x="1672" y="2015"/>
              <a:chExt cx="836" cy="403"/>
            </a:xfrm>
          </p:grpSpPr>
          <p:sp>
            <p:nvSpPr>
              <p:cNvPr id="76" name="Rectangle 23">
                <a:extLst>
                  <a:ext uri="{FF2B5EF4-FFF2-40B4-BE49-F238E27FC236}">
                    <a16:creationId xmlns:a16="http://schemas.microsoft.com/office/drawing/2014/main" id="{0ADBA0EB-E4E9-4849-9075-4F1762EBDF56}"/>
                  </a:ext>
                </a:extLst>
              </p:cNvPr>
              <p:cNvSpPr>
                <a:spLocks noChangeArrowheads="1"/>
              </p:cNvSpPr>
              <p:nvPr/>
            </p:nvSpPr>
            <p:spPr bwMode="auto">
              <a:xfrm>
                <a:off x="1715" y="2015"/>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110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77" name="Rectangle 77">
                <a:extLst>
                  <a:ext uri="{FF2B5EF4-FFF2-40B4-BE49-F238E27FC236}">
                    <a16:creationId xmlns:a16="http://schemas.microsoft.com/office/drawing/2014/main" id="{36E41E80-F345-4269-9780-941ED2E4B53F}"/>
                  </a:ext>
                </a:extLst>
              </p:cNvPr>
              <p:cNvSpPr>
                <a:spLocks noChangeArrowheads="1"/>
              </p:cNvSpPr>
              <p:nvPr/>
            </p:nvSpPr>
            <p:spPr bwMode="auto">
              <a:xfrm>
                <a:off x="1672" y="2015"/>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5" name="Group 80">
              <a:extLst>
                <a:ext uri="{FF2B5EF4-FFF2-40B4-BE49-F238E27FC236}">
                  <a16:creationId xmlns:a16="http://schemas.microsoft.com/office/drawing/2014/main" id="{EDFD4EF6-2220-4C01-BA84-34BB116C0F95}"/>
                </a:ext>
              </a:extLst>
            </p:cNvPr>
            <p:cNvGrpSpPr>
              <a:grpSpLocks/>
            </p:cNvGrpSpPr>
            <p:nvPr/>
          </p:nvGrpSpPr>
          <p:grpSpPr bwMode="auto">
            <a:xfrm>
              <a:off x="2508" y="2015"/>
              <a:ext cx="836" cy="403"/>
              <a:chOff x="2508" y="2015"/>
              <a:chExt cx="836" cy="403"/>
            </a:xfrm>
          </p:grpSpPr>
          <p:sp>
            <p:nvSpPr>
              <p:cNvPr id="74" name="Rectangle 24">
                <a:extLst>
                  <a:ext uri="{FF2B5EF4-FFF2-40B4-BE49-F238E27FC236}">
                    <a16:creationId xmlns:a16="http://schemas.microsoft.com/office/drawing/2014/main" id="{4264652C-257A-40C3-BD3F-D276A3E6AEFF}"/>
                  </a:ext>
                </a:extLst>
              </p:cNvPr>
              <p:cNvSpPr>
                <a:spLocks noChangeArrowheads="1"/>
              </p:cNvSpPr>
              <p:nvPr/>
            </p:nvSpPr>
            <p:spPr bwMode="auto">
              <a:xfrm>
                <a:off x="2551" y="2015"/>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6</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75" name="Rectangle 79">
                <a:extLst>
                  <a:ext uri="{FF2B5EF4-FFF2-40B4-BE49-F238E27FC236}">
                    <a16:creationId xmlns:a16="http://schemas.microsoft.com/office/drawing/2014/main" id="{FD9322F3-6FFB-434B-B852-DF29F8B709DD}"/>
                  </a:ext>
                </a:extLst>
              </p:cNvPr>
              <p:cNvSpPr>
                <a:spLocks noChangeArrowheads="1"/>
              </p:cNvSpPr>
              <p:nvPr/>
            </p:nvSpPr>
            <p:spPr bwMode="auto">
              <a:xfrm>
                <a:off x="2508" y="2015"/>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6" name="Group 82">
              <a:extLst>
                <a:ext uri="{FF2B5EF4-FFF2-40B4-BE49-F238E27FC236}">
                  <a16:creationId xmlns:a16="http://schemas.microsoft.com/office/drawing/2014/main" id="{02529D44-F838-43B9-A3F3-BB951BB0D915}"/>
                </a:ext>
              </a:extLst>
            </p:cNvPr>
            <p:cNvGrpSpPr>
              <a:grpSpLocks/>
            </p:cNvGrpSpPr>
            <p:nvPr/>
          </p:nvGrpSpPr>
          <p:grpSpPr bwMode="auto">
            <a:xfrm>
              <a:off x="0" y="2418"/>
              <a:ext cx="836" cy="403"/>
              <a:chOff x="0" y="2418"/>
              <a:chExt cx="836" cy="403"/>
            </a:xfrm>
          </p:grpSpPr>
          <p:sp>
            <p:nvSpPr>
              <p:cNvPr id="72" name="Rectangle 25">
                <a:extLst>
                  <a:ext uri="{FF2B5EF4-FFF2-40B4-BE49-F238E27FC236}">
                    <a16:creationId xmlns:a16="http://schemas.microsoft.com/office/drawing/2014/main" id="{DE29A1DD-F838-4563-A899-0D14220C5403}"/>
                  </a:ext>
                </a:extLst>
              </p:cNvPr>
              <p:cNvSpPr>
                <a:spLocks noChangeArrowheads="1"/>
              </p:cNvSpPr>
              <p:nvPr/>
            </p:nvSpPr>
            <p:spPr bwMode="auto">
              <a:xfrm>
                <a:off x="43" y="2418"/>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4</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73" name="Rectangle 81">
                <a:extLst>
                  <a:ext uri="{FF2B5EF4-FFF2-40B4-BE49-F238E27FC236}">
                    <a16:creationId xmlns:a16="http://schemas.microsoft.com/office/drawing/2014/main" id="{73C71874-1528-43A9-BC49-02D579B66DD0}"/>
                  </a:ext>
                </a:extLst>
              </p:cNvPr>
              <p:cNvSpPr>
                <a:spLocks noChangeArrowheads="1"/>
              </p:cNvSpPr>
              <p:nvPr/>
            </p:nvSpPr>
            <p:spPr bwMode="auto">
              <a:xfrm>
                <a:off x="0" y="2418"/>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7" name="Group 84">
              <a:extLst>
                <a:ext uri="{FF2B5EF4-FFF2-40B4-BE49-F238E27FC236}">
                  <a16:creationId xmlns:a16="http://schemas.microsoft.com/office/drawing/2014/main" id="{5B20127F-5FEE-4163-8B44-15C96A5168AE}"/>
                </a:ext>
              </a:extLst>
            </p:cNvPr>
            <p:cNvGrpSpPr>
              <a:grpSpLocks/>
            </p:cNvGrpSpPr>
            <p:nvPr/>
          </p:nvGrpSpPr>
          <p:grpSpPr bwMode="auto">
            <a:xfrm>
              <a:off x="836" y="2418"/>
              <a:ext cx="836" cy="403"/>
              <a:chOff x="836" y="2418"/>
              <a:chExt cx="836" cy="403"/>
            </a:xfrm>
          </p:grpSpPr>
          <p:sp>
            <p:nvSpPr>
              <p:cNvPr id="70" name="Rectangle 26">
                <a:extLst>
                  <a:ext uri="{FF2B5EF4-FFF2-40B4-BE49-F238E27FC236}">
                    <a16:creationId xmlns:a16="http://schemas.microsoft.com/office/drawing/2014/main" id="{B69B99D0-93BC-420D-B765-94C2D0BB07E0}"/>
                  </a:ext>
                </a:extLst>
              </p:cNvPr>
              <p:cNvSpPr>
                <a:spLocks noChangeArrowheads="1"/>
              </p:cNvSpPr>
              <p:nvPr/>
            </p:nvSpPr>
            <p:spPr bwMode="auto">
              <a:xfrm>
                <a:off x="879" y="2418"/>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100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71" name="Rectangle 83">
                <a:extLst>
                  <a:ext uri="{FF2B5EF4-FFF2-40B4-BE49-F238E27FC236}">
                    <a16:creationId xmlns:a16="http://schemas.microsoft.com/office/drawing/2014/main" id="{5CA2BC19-ADD8-4D20-8064-30DB66E88BCD}"/>
                  </a:ext>
                </a:extLst>
              </p:cNvPr>
              <p:cNvSpPr>
                <a:spLocks noChangeArrowheads="1"/>
              </p:cNvSpPr>
              <p:nvPr/>
            </p:nvSpPr>
            <p:spPr bwMode="auto">
              <a:xfrm>
                <a:off x="836" y="2418"/>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8" name="Group 86">
              <a:extLst>
                <a:ext uri="{FF2B5EF4-FFF2-40B4-BE49-F238E27FC236}">
                  <a16:creationId xmlns:a16="http://schemas.microsoft.com/office/drawing/2014/main" id="{DE696EF4-04C4-446C-BC9C-199D9AF87DCB}"/>
                </a:ext>
              </a:extLst>
            </p:cNvPr>
            <p:cNvGrpSpPr>
              <a:grpSpLocks/>
            </p:cNvGrpSpPr>
            <p:nvPr/>
          </p:nvGrpSpPr>
          <p:grpSpPr bwMode="auto">
            <a:xfrm>
              <a:off x="1672" y="2418"/>
              <a:ext cx="836" cy="403"/>
              <a:chOff x="1672" y="2418"/>
              <a:chExt cx="836" cy="403"/>
            </a:xfrm>
          </p:grpSpPr>
          <p:sp>
            <p:nvSpPr>
              <p:cNvPr id="68" name="Rectangle 27">
                <a:extLst>
                  <a:ext uri="{FF2B5EF4-FFF2-40B4-BE49-F238E27FC236}">
                    <a16:creationId xmlns:a16="http://schemas.microsoft.com/office/drawing/2014/main" id="{4AAB0E0E-EF9B-4222-95EC-1CE5F3D8E62C}"/>
                  </a:ext>
                </a:extLst>
              </p:cNvPr>
              <p:cNvSpPr>
                <a:spLocks noChangeArrowheads="1"/>
              </p:cNvSpPr>
              <p:nvPr/>
            </p:nvSpPr>
            <p:spPr bwMode="auto">
              <a:xfrm>
                <a:off x="1715" y="2418"/>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001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69" name="Rectangle 85">
                <a:extLst>
                  <a:ext uri="{FF2B5EF4-FFF2-40B4-BE49-F238E27FC236}">
                    <a16:creationId xmlns:a16="http://schemas.microsoft.com/office/drawing/2014/main" id="{F095FF28-2405-4E60-A965-BDEE189E5906}"/>
                  </a:ext>
                </a:extLst>
              </p:cNvPr>
              <p:cNvSpPr>
                <a:spLocks noChangeArrowheads="1"/>
              </p:cNvSpPr>
              <p:nvPr/>
            </p:nvSpPr>
            <p:spPr bwMode="auto">
              <a:xfrm>
                <a:off x="1672" y="2418"/>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29" name="Group 88">
              <a:extLst>
                <a:ext uri="{FF2B5EF4-FFF2-40B4-BE49-F238E27FC236}">
                  <a16:creationId xmlns:a16="http://schemas.microsoft.com/office/drawing/2014/main" id="{DDEF9829-69BF-4035-A87F-038B70310668}"/>
                </a:ext>
              </a:extLst>
            </p:cNvPr>
            <p:cNvGrpSpPr>
              <a:grpSpLocks/>
            </p:cNvGrpSpPr>
            <p:nvPr/>
          </p:nvGrpSpPr>
          <p:grpSpPr bwMode="auto">
            <a:xfrm>
              <a:off x="2508" y="2418"/>
              <a:ext cx="836" cy="403"/>
              <a:chOff x="2508" y="2418"/>
              <a:chExt cx="836" cy="403"/>
            </a:xfrm>
          </p:grpSpPr>
          <p:sp>
            <p:nvSpPr>
              <p:cNvPr id="66" name="Rectangle 28">
                <a:extLst>
                  <a:ext uri="{FF2B5EF4-FFF2-40B4-BE49-F238E27FC236}">
                    <a16:creationId xmlns:a16="http://schemas.microsoft.com/office/drawing/2014/main" id="{9819A300-D11B-4F87-852A-DE80AAAC8A9D}"/>
                  </a:ext>
                </a:extLst>
              </p:cNvPr>
              <p:cNvSpPr>
                <a:spLocks noChangeArrowheads="1"/>
              </p:cNvSpPr>
              <p:nvPr/>
            </p:nvSpPr>
            <p:spPr bwMode="auto">
              <a:xfrm>
                <a:off x="2551" y="2418"/>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67" name="Rectangle 87">
                <a:extLst>
                  <a:ext uri="{FF2B5EF4-FFF2-40B4-BE49-F238E27FC236}">
                    <a16:creationId xmlns:a16="http://schemas.microsoft.com/office/drawing/2014/main" id="{EAB7C19F-54B6-4C46-8E7B-0A44069C24FB}"/>
                  </a:ext>
                </a:extLst>
              </p:cNvPr>
              <p:cNvSpPr>
                <a:spLocks noChangeArrowheads="1"/>
              </p:cNvSpPr>
              <p:nvPr/>
            </p:nvSpPr>
            <p:spPr bwMode="auto">
              <a:xfrm>
                <a:off x="2508" y="2418"/>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0" name="Group 90">
              <a:extLst>
                <a:ext uri="{FF2B5EF4-FFF2-40B4-BE49-F238E27FC236}">
                  <a16:creationId xmlns:a16="http://schemas.microsoft.com/office/drawing/2014/main" id="{A69109EC-0658-43D3-BFCD-79686ED05429}"/>
                </a:ext>
              </a:extLst>
            </p:cNvPr>
            <p:cNvGrpSpPr>
              <a:grpSpLocks/>
            </p:cNvGrpSpPr>
            <p:nvPr/>
          </p:nvGrpSpPr>
          <p:grpSpPr bwMode="auto">
            <a:xfrm>
              <a:off x="0" y="2821"/>
              <a:ext cx="836" cy="403"/>
              <a:chOff x="0" y="2821"/>
              <a:chExt cx="836" cy="403"/>
            </a:xfrm>
          </p:grpSpPr>
          <p:sp>
            <p:nvSpPr>
              <p:cNvPr id="64" name="Rectangle 29">
                <a:extLst>
                  <a:ext uri="{FF2B5EF4-FFF2-40B4-BE49-F238E27FC236}">
                    <a16:creationId xmlns:a16="http://schemas.microsoft.com/office/drawing/2014/main" id="{779E686F-C389-4A89-B06D-42A6AF85C258}"/>
                  </a:ext>
                </a:extLst>
              </p:cNvPr>
              <p:cNvSpPr>
                <a:spLocks noChangeArrowheads="1"/>
              </p:cNvSpPr>
              <p:nvPr/>
            </p:nvSpPr>
            <p:spPr bwMode="auto">
              <a:xfrm>
                <a:off x="43" y="2821"/>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5</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65" name="Rectangle 89">
                <a:extLst>
                  <a:ext uri="{FF2B5EF4-FFF2-40B4-BE49-F238E27FC236}">
                    <a16:creationId xmlns:a16="http://schemas.microsoft.com/office/drawing/2014/main" id="{7FFEDE51-0EC2-4EB0-AC8A-210173FFB4CA}"/>
                  </a:ext>
                </a:extLst>
              </p:cNvPr>
              <p:cNvSpPr>
                <a:spLocks noChangeArrowheads="1"/>
              </p:cNvSpPr>
              <p:nvPr/>
            </p:nvSpPr>
            <p:spPr bwMode="auto">
              <a:xfrm>
                <a:off x="0" y="2821"/>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1" name="Group 92">
              <a:extLst>
                <a:ext uri="{FF2B5EF4-FFF2-40B4-BE49-F238E27FC236}">
                  <a16:creationId xmlns:a16="http://schemas.microsoft.com/office/drawing/2014/main" id="{6171D217-F94A-4B77-BBE0-C929979A2B4D}"/>
                </a:ext>
              </a:extLst>
            </p:cNvPr>
            <p:cNvGrpSpPr>
              <a:grpSpLocks/>
            </p:cNvGrpSpPr>
            <p:nvPr/>
          </p:nvGrpSpPr>
          <p:grpSpPr bwMode="auto">
            <a:xfrm>
              <a:off x="836" y="2821"/>
              <a:ext cx="836" cy="403"/>
              <a:chOff x="836" y="2821"/>
              <a:chExt cx="836" cy="403"/>
            </a:xfrm>
          </p:grpSpPr>
          <p:sp>
            <p:nvSpPr>
              <p:cNvPr id="62" name="Rectangle 30">
                <a:extLst>
                  <a:ext uri="{FF2B5EF4-FFF2-40B4-BE49-F238E27FC236}">
                    <a16:creationId xmlns:a16="http://schemas.microsoft.com/office/drawing/2014/main" id="{DA9310E1-FD97-4F3D-95E6-6FE94595738B}"/>
                  </a:ext>
                </a:extLst>
              </p:cNvPr>
              <p:cNvSpPr>
                <a:spLocks noChangeArrowheads="1"/>
              </p:cNvSpPr>
              <p:nvPr/>
            </p:nvSpPr>
            <p:spPr bwMode="auto">
              <a:xfrm>
                <a:off x="879" y="2821"/>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101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63" name="Rectangle 91">
                <a:extLst>
                  <a:ext uri="{FF2B5EF4-FFF2-40B4-BE49-F238E27FC236}">
                    <a16:creationId xmlns:a16="http://schemas.microsoft.com/office/drawing/2014/main" id="{935B7CFC-5F81-4F22-9EBD-7F126C63FD7F}"/>
                  </a:ext>
                </a:extLst>
              </p:cNvPr>
              <p:cNvSpPr>
                <a:spLocks noChangeArrowheads="1"/>
              </p:cNvSpPr>
              <p:nvPr/>
            </p:nvSpPr>
            <p:spPr bwMode="auto">
              <a:xfrm>
                <a:off x="836" y="2821"/>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2" name="Group 94">
              <a:extLst>
                <a:ext uri="{FF2B5EF4-FFF2-40B4-BE49-F238E27FC236}">
                  <a16:creationId xmlns:a16="http://schemas.microsoft.com/office/drawing/2014/main" id="{EDCFB4C9-9387-4F50-8615-9032C1CC6F56}"/>
                </a:ext>
              </a:extLst>
            </p:cNvPr>
            <p:cNvGrpSpPr>
              <a:grpSpLocks/>
            </p:cNvGrpSpPr>
            <p:nvPr/>
          </p:nvGrpSpPr>
          <p:grpSpPr bwMode="auto">
            <a:xfrm>
              <a:off x="1672" y="2821"/>
              <a:ext cx="836" cy="403"/>
              <a:chOff x="1672" y="2821"/>
              <a:chExt cx="836" cy="403"/>
            </a:xfrm>
          </p:grpSpPr>
          <p:sp>
            <p:nvSpPr>
              <p:cNvPr id="60" name="Rectangle 31">
                <a:extLst>
                  <a:ext uri="{FF2B5EF4-FFF2-40B4-BE49-F238E27FC236}">
                    <a16:creationId xmlns:a16="http://schemas.microsoft.com/office/drawing/2014/main" id="{0517B3DC-2901-4296-B0B6-C4625705D793}"/>
                  </a:ext>
                </a:extLst>
              </p:cNvPr>
              <p:cNvSpPr>
                <a:spLocks noChangeArrowheads="1"/>
              </p:cNvSpPr>
              <p:nvPr/>
            </p:nvSpPr>
            <p:spPr bwMode="auto">
              <a:xfrm>
                <a:off x="1715" y="2821"/>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101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61" name="Rectangle 93">
                <a:extLst>
                  <a:ext uri="{FF2B5EF4-FFF2-40B4-BE49-F238E27FC236}">
                    <a16:creationId xmlns:a16="http://schemas.microsoft.com/office/drawing/2014/main" id="{E6A11A9E-252B-460B-B745-00639C819C77}"/>
                  </a:ext>
                </a:extLst>
              </p:cNvPr>
              <p:cNvSpPr>
                <a:spLocks noChangeArrowheads="1"/>
              </p:cNvSpPr>
              <p:nvPr/>
            </p:nvSpPr>
            <p:spPr bwMode="auto">
              <a:xfrm>
                <a:off x="1672" y="2821"/>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3" name="Group 96">
              <a:extLst>
                <a:ext uri="{FF2B5EF4-FFF2-40B4-BE49-F238E27FC236}">
                  <a16:creationId xmlns:a16="http://schemas.microsoft.com/office/drawing/2014/main" id="{EF225A7B-CE45-444F-8629-5E129A42914A}"/>
                </a:ext>
              </a:extLst>
            </p:cNvPr>
            <p:cNvGrpSpPr>
              <a:grpSpLocks/>
            </p:cNvGrpSpPr>
            <p:nvPr/>
          </p:nvGrpSpPr>
          <p:grpSpPr bwMode="auto">
            <a:xfrm>
              <a:off x="2508" y="2821"/>
              <a:ext cx="836" cy="403"/>
              <a:chOff x="2508" y="2821"/>
              <a:chExt cx="836" cy="403"/>
            </a:xfrm>
          </p:grpSpPr>
          <p:sp>
            <p:nvSpPr>
              <p:cNvPr id="58" name="Rectangle 32">
                <a:extLst>
                  <a:ext uri="{FF2B5EF4-FFF2-40B4-BE49-F238E27FC236}">
                    <a16:creationId xmlns:a16="http://schemas.microsoft.com/office/drawing/2014/main" id="{553E54F1-24A8-48F2-8628-A1681199DF7C}"/>
                  </a:ext>
                </a:extLst>
              </p:cNvPr>
              <p:cNvSpPr>
                <a:spLocks noChangeArrowheads="1"/>
              </p:cNvSpPr>
              <p:nvPr/>
            </p:nvSpPr>
            <p:spPr bwMode="auto">
              <a:xfrm>
                <a:off x="2551" y="2821"/>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5</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59" name="Rectangle 95">
                <a:extLst>
                  <a:ext uri="{FF2B5EF4-FFF2-40B4-BE49-F238E27FC236}">
                    <a16:creationId xmlns:a16="http://schemas.microsoft.com/office/drawing/2014/main" id="{65527130-556C-42C2-ABC1-FE8642DE3085}"/>
                  </a:ext>
                </a:extLst>
              </p:cNvPr>
              <p:cNvSpPr>
                <a:spLocks noChangeArrowheads="1"/>
              </p:cNvSpPr>
              <p:nvPr/>
            </p:nvSpPr>
            <p:spPr bwMode="auto">
              <a:xfrm>
                <a:off x="2508" y="2821"/>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4" name="Group 98">
              <a:extLst>
                <a:ext uri="{FF2B5EF4-FFF2-40B4-BE49-F238E27FC236}">
                  <a16:creationId xmlns:a16="http://schemas.microsoft.com/office/drawing/2014/main" id="{06778CC1-67C6-4E5E-A309-0767A9470558}"/>
                </a:ext>
              </a:extLst>
            </p:cNvPr>
            <p:cNvGrpSpPr>
              <a:grpSpLocks/>
            </p:cNvGrpSpPr>
            <p:nvPr/>
          </p:nvGrpSpPr>
          <p:grpSpPr bwMode="auto">
            <a:xfrm>
              <a:off x="0" y="3224"/>
              <a:ext cx="836" cy="403"/>
              <a:chOff x="0" y="3224"/>
              <a:chExt cx="836" cy="403"/>
            </a:xfrm>
          </p:grpSpPr>
          <p:sp>
            <p:nvSpPr>
              <p:cNvPr id="56" name="Rectangle 33">
                <a:extLst>
                  <a:ext uri="{FF2B5EF4-FFF2-40B4-BE49-F238E27FC236}">
                    <a16:creationId xmlns:a16="http://schemas.microsoft.com/office/drawing/2014/main" id="{0BE0FA58-71A9-4B68-9F8B-A3777A59FA68}"/>
                  </a:ext>
                </a:extLst>
              </p:cNvPr>
              <p:cNvSpPr>
                <a:spLocks noChangeArrowheads="1"/>
              </p:cNvSpPr>
              <p:nvPr/>
            </p:nvSpPr>
            <p:spPr bwMode="auto">
              <a:xfrm>
                <a:off x="43" y="3224"/>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6</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57" name="Rectangle 97">
                <a:extLst>
                  <a:ext uri="{FF2B5EF4-FFF2-40B4-BE49-F238E27FC236}">
                    <a16:creationId xmlns:a16="http://schemas.microsoft.com/office/drawing/2014/main" id="{2F6EB635-6CCA-4641-9F36-9C86478EB781}"/>
                  </a:ext>
                </a:extLst>
              </p:cNvPr>
              <p:cNvSpPr>
                <a:spLocks noChangeArrowheads="1"/>
              </p:cNvSpPr>
              <p:nvPr/>
            </p:nvSpPr>
            <p:spPr bwMode="auto">
              <a:xfrm>
                <a:off x="0" y="3224"/>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5" name="Group 100">
              <a:extLst>
                <a:ext uri="{FF2B5EF4-FFF2-40B4-BE49-F238E27FC236}">
                  <a16:creationId xmlns:a16="http://schemas.microsoft.com/office/drawing/2014/main" id="{34254851-1E54-46C3-AA32-D7136D2698F5}"/>
                </a:ext>
              </a:extLst>
            </p:cNvPr>
            <p:cNvGrpSpPr>
              <a:grpSpLocks/>
            </p:cNvGrpSpPr>
            <p:nvPr/>
          </p:nvGrpSpPr>
          <p:grpSpPr bwMode="auto">
            <a:xfrm>
              <a:off x="836" y="3224"/>
              <a:ext cx="836" cy="403"/>
              <a:chOff x="836" y="3224"/>
              <a:chExt cx="836" cy="403"/>
            </a:xfrm>
          </p:grpSpPr>
          <p:sp>
            <p:nvSpPr>
              <p:cNvPr id="54" name="Rectangle 34">
                <a:extLst>
                  <a:ext uri="{FF2B5EF4-FFF2-40B4-BE49-F238E27FC236}">
                    <a16:creationId xmlns:a16="http://schemas.microsoft.com/office/drawing/2014/main" id="{3A64C217-08EC-403E-AD0C-923D38EBEAE1}"/>
                  </a:ext>
                </a:extLst>
              </p:cNvPr>
              <p:cNvSpPr>
                <a:spLocks noChangeArrowheads="1"/>
              </p:cNvSpPr>
              <p:nvPr/>
            </p:nvSpPr>
            <p:spPr bwMode="auto">
              <a:xfrm>
                <a:off x="879" y="3224"/>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110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55" name="Rectangle 99">
                <a:extLst>
                  <a:ext uri="{FF2B5EF4-FFF2-40B4-BE49-F238E27FC236}">
                    <a16:creationId xmlns:a16="http://schemas.microsoft.com/office/drawing/2014/main" id="{F7898E10-98BB-4783-B710-B857EDF386C0}"/>
                  </a:ext>
                </a:extLst>
              </p:cNvPr>
              <p:cNvSpPr>
                <a:spLocks noChangeArrowheads="1"/>
              </p:cNvSpPr>
              <p:nvPr/>
            </p:nvSpPr>
            <p:spPr bwMode="auto">
              <a:xfrm>
                <a:off x="836" y="3224"/>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6" name="Group 102">
              <a:extLst>
                <a:ext uri="{FF2B5EF4-FFF2-40B4-BE49-F238E27FC236}">
                  <a16:creationId xmlns:a16="http://schemas.microsoft.com/office/drawing/2014/main" id="{5835D598-B712-459F-A2DB-DBA89F9DDF1B}"/>
                </a:ext>
              </a:extLst>
            </p:cNvPr>
            <p:cNvGrpSpPr>
              <a:grpSpLocks/>
            </p:cNvGrpSpPr>
            <p:nvPr/>
          </p:nvGrpSpPr>
          <p:grpSpPr bwMode="auto">
            <a:xfrm>
              <a:off x="1672" y="3224"/>
              <a:ext cx="836" cy="403"/>
              <a:chOff x="1672" y="3224"/>
              <a:chExt cx="836" cy="403"/>
            </a:xfrm>
          </p:grpSpPr>
          <p:sp>
            <p:nvSpPr>
              <p:cNvPr id="52" name="Rectangle 35">
                <a:extLst>
                  <a:ext uri="{FF2B5EF4-FFF2-40B4-BE49-F238E27FC236}">
                    <a16:creationId xmlns:a16="http://schemas.microsoft.com/office/drawing/2014/main" id="{1B9D7439-894C-40C8-8D6D-CABAAC231AC1}"/>
                  </a:ext>
                </a:extLst>
              </p:cNvPr>
              <p:cNvSpPr>
                <a:spLocks noChangeArrowheads="1"/>
              </p:cNvSpPr>
              <p:nvPr/>
            </p:nvSpPr>
            <p:spPr bwMode="auto">
              <a:xfrm>
                <a:off x="1715" y="3224"/>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010</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53" name="Rectangle 101">
                <a:extLst>
                  <a:ext uri="{FF2B5EF4-FFF2-40B4-BE49-F238E27FC236}">
                    <a16:creationId xmlns:a16="http://schemas.microsoft.com/office/drawing/2014/main" id="{890DB614-151A-45DE-9DDC-079B97441FA2}"/>
                  </a:ext>
                </a:extLst>
              </p:cNvPr>
              <p:cNvSpPr>
                <a:spLocks noChangeArrowheads="1"/>
              </p:cNvSpPr>
              <p:nvPr/>
            </p:nvSpPr>
            <p:spPr bwMode="auto">
              <a:xfrm>
                <a:off x="1672" y="3224"/>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7" name="Group 104">
              <a:extLst>
                <a:ext uri="{FF2B5EF4-FFF2-40B4-BE49-F238E27FC236}">
                  <a16:creationId xmlns:a16="http://schemas.microsoft.com/office/drawing/2014/main" id="{56942D7F-EBB0-4D2A-8233-4AB5C2FCBC6D}"/>
                </a:ext>
              </a:extLst>
            </p:cNvPr>
            <p:cNvGrpSpPr>
              <a:grpSpLocks/>
            </p:cNvGrpSpPr>
            <p:nvPr/>
          </p:nvGrpSpPr>
          <p:grpSpPr bwMode="auto">
            <a:xfrm>
              <a:off x="2508" y="3224"/>
              <a:ext cx="836" cy="403"/>
              <a:chOff x="2508" y="3224"/>
              <a:chExt cx="836" cy="403"/>
            </a:xfrm>
          </p:grpSpPr>
          <p:sp>
            <p:nvSpPr>
              <p:cNvPr id="50" name="Rectangle 36">
                <a:extLst>
                  <a:ext uri="{FF2B5EF4-FFF2-40B4-BE49-F238E27FC236}">
                    <a16:creationId xmlns:a16="http://schemas.microsoft.com/office/drawing/2014/main" id="{83262E11-8B23-4CB5-B924-02380D93AF1A}"/>
                  </a:ext>
                </a:extLst>
              </p:cNvPr>
              <p:cNvSpPr>
                <a:spLocks noChangeArrowheads="1"/>
              </p:cNvSpPr>
              <p:nvPr/>
            </p:nvSpPr>
            <p:spPr bwMode="auto">
              <a:xfrm>
                <a:off x="2551" y="3224"/>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3</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51" name="Rectangle 103">
                <a:extLst>
                  <a:ext uri="{FF2B5EF4-FFF2-40B4-BE49-F238E27FC236}">
                    <a16:creationId xmlns:a16="http://schemas.microsoft.com/office/drawing/2014/main" id="{809B60FD-44A5-4B9B-BED8-180F79026847}"/>
                  </a:ext>
                </a:extLst>
              </p:cNvPr>
              <p:cNvSpPr>
                <a:spLocks noChangeArrowheads="1"/>
              </p:cNvSpPr>
              <p:nvPr/>
            </p:nvSpPr>
            <p:spPr bwMode="auto">
              <a:xfrm>
                <a:off x="2508" y="3224"/>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8" name="Group 106">
              <a:extLst>
                <a:ext uri="{FF2B5EF4-FFF2-40B4-BE49-F238E27FC236}">
                  <a16:creationId xmlns:a16="http://schemas.microsoft.com/office/drawing/2014/main" id="{2938BC5F-F490-4753-92EF-832D6189E76D}"/>
                </a:ext>
              </a:extLst>
            </p:cNvPr>
            <p:cNvGrpSpPr>
              <a:grpSpLocks/>
            </p:cNvGrpSpPr>
            <p:nvPr/>
          </p:nvGrpSpPr>
          <p:grpSpPr bwMode="auto">
            <a:xfrm>
              <a:off x="0" y="3627"/>
              <a:ext cx="836" cy="403"/>
              <a:chOff x="0" y="3627"/>
              <a:chExt cx="836" cy="403"/>
            </a:xfrm>
          </p:grpSpPr>
          <p:sp>
            <p:nvSpPr>
              <p:cNvPr id="48" name="Rectangle 37">
                <a:extLst>
                  <a:ext uri="{FF2B5EF4-FFF2-40B4-BE49-F238E27FC236}">
                    <a16:creationId xmlns:a16="http://schemas.microsoft.com/office/drawing/2014/main" id="{10D31B92-8989-4858-83DD-E4482D531ABE}"/>
                  </a:ext>
                </a:extLst>
              </p:cNvPr>
              <p:cNvSpPr>
                <a:spLocks noChangeArrowheads="1"/>
              </p:cNvSpPr>
              <p:nvPr/>
            </p:nvSpPr>
            <p:spPr bwMode="auto">
              <a:xfrm>
                <a:off x="43" y="3627"/>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7</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49" name="Rectangle 105">
                <a:extLst>
                  <a:ext uri="{FF2B5EF4-FFF2-40B4-BE49-F238E27FC236}">
                    <a16:creationId xmlns:a16="http://schemas.microsoft.com/office/drawing/2014/main" id="{821B416D-7C11-413E-B1D3-4330E80C5BFB}"/>
                  </a:ext>
                </a:extLst>
              </p:cNvPr>
              <p:cNvSpPr>
                <a:spLocks noChangeArrowheads="1"/>
              </p:cNvSpPr>
              <p:nvPr/>
            </p:nvSpPr>
            <p:spPr bwMode="auto">
              <a:xfrm>
                <a:off x="0" y="3627"/>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39" name="Group 108">
              <a:extLst>
                <a:ext uri="{FF2B5EF4-FFF2-40B4-BE49-F238E27FC236}">
                  <a16:creationId xmlns:a16="http://schemas.microsoft.com/office/drawing/2014/main" id="{860C2CBB-0929-46EC-9D4F-2A22EDB805E2}"/>
                </a:ext>
              </a:extLst>
            </p:cNvPr>
            <p:cNvGrpSpPr>
              <a:grpSpLocks/>
            </p:cNvGrpSpPr>
            <p:nvPr/>
          </p:nvGrpSpPr>
          <p:grpSpPr bwMode="auto">
            <a:xfrm>
              <a:off x="836" y="3627"/>
              <a:ext cx="836" cy="403"/>
              <a:chOff x="836" y="3627"/>
              <a:chExt cx="836" cy="403"/>
            </a:xfrm>
          </p:grpSpPr>
          <p:sp>
            <p:nvSpPr>
              <p:cNvPr id="46" name="Rectangle 38">
                <a:extLst>
                  <a:ext uri="{FF2B5EF4-FFF2-40B4-BE49-F238E27FC236}">
                    <a16:creationId xmlns:a16="http://schemas.microsoft.com/office/drawing/2014/main" id="{1E003A9C-19FA-48D8-895D-AE1013810A07}"/>
                  </a:ext>
                </a:extLst>
              </p:cNvPr>
              <p:cNvSpPr>
                <a:spLocks noChangeArrowheads="1"/>
              </p:cNvSpPr>
              <p:nvPr/>
            </p:nvSpPr>
            <p:spPr bwMode="auto">
              <a:xfrm>
                <a:off x="879" y="3627"/>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111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47" name="Rectangle 107">
                <a:extLst>
                  <a:ext uri="{FF2B5EF4-FFF2-40B4-BE49-F238E27FC236}">
                    <a16:creationId xmlns:a16="http://schemas.microsoft.com/office/drawing/2014/main" id="{44558F3D-1B5D-42BB-8652-41EE08297485}"/>
                  </a:ext>
                </a:extLst>
              </p:cNvPr>
              <p:cNvSpPr>
                <a:spLocks noChangeArrowheads="1"/>
              </p:cNvSpPr>
              <p:nvPr/>
            </p:nvSpPr>
            <p:spPr bwMode="auto">
              <a:xfrm>
                <a:off x="836" y="3627"/>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40" name="Group 110">
              <a:extLst>
                <a:ext uri="{FF2B5EF4-FFF2-40B4-BE49-F238E27FC236}">
                  <a16:creationId xmlns:a16="http://schemas.microsoft.com/office/drawing/2014/main" id="{5CA0504B-DC67-48E0-BA4C-0F82C3971A35}"/>
                </a:ext>
              </a:extLst>
            </p:cNvPr>
            <p:cNvGrpSpPr>
              <a:grpSpLocks/>
            </p:cNvGrpSpPr>
            <p:nvPr/>
          </p:nvGrpSpPr>
          <p:grpSpPr bwMode="auto">
            <a:xfrm>
              <a:off x="1672" y="3627"/>
              <a:ext cx="836" cy="403"/>
              <a:chOff x="1672" y="3627"/>
              <a:chExt cx="836" cy="403"/>
            </a:xfrm>
          </p:grpSpPr>
          <p:sp>
            <p:nvSpPr>
              <p:cNvPr id="44" name="Rectangle 39">
                <a:extLst>
                  <a:ext uri="{FF2B5EF4-FFF2-40B4-BE49-F238E27FC236}">
                    <a16:creationId xmlns:a16="http://schemas.microsoft.com/office/drawing/2014/main" id="{8AAEBD66-3157-47B1-88D8-79EC9AA6EFEB}"/>
                  </a:ext>
                </a:extLst>
              </p:cNvPr>
              <p:cNvSpPr>
                <a:spLocks noChangeArrowheads="1"/>
              </p:cNvSpPr>
              <p:nvPr/>
            </p:nvSpPr>
            <p:spPr bwMode="auto">
              <a:xfrm>
                <a:off x="1715" y="3627"/>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111</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45" name="Rectangle 109">
                <a:extLst>
                  <a:ext uri="{FF2B5EF4-FFF2-40B4-BE49-F238E27FC236}">
                    <a16:creationId xmlns:a16="http://schemas.microsoft.com/office/drawing/2014/main" id="{3396C001-DCE4-401E-A10D-8E553755DC16}"/>
                  </a:ext>
                </a:extLst>
              </p:cNvPr>
              <p:cNvSpPr>
                <a:spLocks noChangeArrowheads="1"/>
              </p:cNvSpPr>
              <p:nvPr/>
            </p:nvSpPr>
            <p:spPr bwMode="auto">
              <a:xfrm>
                <a:off x="1672" y="3627"/>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nvGrpSpPr>
            <p:cNvPr id="41" name="Group 112">
              <a:extLst>
                <a:ext uri="{FF2B5EF4-FFF2-40B4-BE49-F238E27FC236}">
                  <a16:creationId xmlns:a16="http://schemas.microsoft.com/office/drawing/2014/main" id="{BAF27978-CBD1-4FA9-A1FA-13A91401F903}"/>
                </a:ext>
              </a:extLst>
            </p:cNvPr>
            <p:cNvGrpSpPr>
              <a:grpSpLocks/>
            </p:cNvGrpSpPr>
            <p:nvPr/>
          </p:nvGrpSpPr>
          <p:grpSpPr bwMode="auto">
            <a:xfrm>
              <a:off x="2508" y="3627"/>
              <a:ext cx="836" cy="403"/>
              <a:chOff x="2508" y="3627"/>
              <a:chExt cx="836" cy="403"/>
            </a:xfrm>
          </p:grpSpPr>
          <p:sp>
            <p:nvSpPr>
              <p:cNvPr id="42" name="Rectangle 40">
                <a:extLst>
                  <a:ext uri="{FF2B5EF4-FFF2-40B4-BE49-F238E27FC236}">
                    <a16:creationId xmlns:a16="http://schemas.microsoft.com/office/drawing/2014/main" id="{DBCBA9C6-DFAB-4B31-A76D-84B9EE4837FC}"/>
                  </a:ext>
                </a:extLst>
              </p:cNvPr>
              <p:cNvSpPr>
                <a:spLocks noChangeArrowheads="1"/>
              </p:cNvSpPr>
              <p:nvPr/>
            </p:nvSpPr>
            <p:spPr bwMode="auto">
              <a:xfrm>
                <a:off x="2551" y="3627"/>
                <a:ext cx="7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rPr>
                  <a:t>7</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1" lang="en-US" altLang="zh-CN" sz="2800" b="1" i="0" u="none" strike="noStrike" kern="1200" cap="none" spc="0" normalizeH="0" baseline="0" noProof="0">
                  <a:ln>
                    <a:noFill/>
                  </a:ln>
                  <a:solidFill>
                    <a:srgbClr val="000000"/>
                  </a:solidFill>
                  <a:effectLst/>
                  <a:uLnTx/>
                  <a:uFillTx/>
                  <a:latin typeface="Times New Roman"/>
                  <a:ea typeface="宋体" panose="02010600030101010101" pitchFamily="2" charset="-122"/>
                  <a:cs typeface="+mn-cs"/>
                </a:endParaRPr>
              </a:p>
            </p:txBody>
          </p:sp>
          <p:sp>
            <p:nvSpPr>
              <p:cNvPr id="43" name="Rectangle 111">
                <a:extLst>
                  <a:ext uri="{FF2B5EF4-FFF2-40B4-BE49-F238E27FC236}">
                    <a16:creationId xmlns:a16="http://schemas.microsoft.com/office/drawing/2014/main" id="{2573C208-27EB-4F95-9E12-8002BEA07458}"/>
                  </a:ext>
                </a:extLst>
              </p:cNvPr>
              <p:cNvSpPr>
                <a:spLocks noChangeArrowheads="1"/>
              </p:cNvSpPr>
              <p:nvPr/>
            </p:nvSpPr>
            <p:spPr bwMode="auto">
              <a:xfrm>
                <a:off x="2508" y="3627"/>
                <a:ext cx="836" cy="403"/>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grpSp>
      </p:grpSp>
      <p:sp>
        <p:nvSpPr>
          <p:cNvPr id="5" name="Rectangle 114">
            <a:extLst>
              <a:ext uri="{FF2B5EF4-FFF2-40B4-BE49-F238E27FC236}">
                <a16:creationId xmlns:a16="http://schemas.microsoft.com/office/drawing/2014/main" id="{FD911039-4E24-4B7B-A72F-B6994F1ED6CA}"/>
              </a:ext>
            </a:extLst>
          </p:cNvPr>
          <p:cNvSpPr>
            <a:spLocks noChangeArrowheads="1"/>
          </p:cNvSpPr>
          <p:nvPr/>
        </p:nvSpPr>
        <p:spPr bwMode="auto">
          <a:xfrm>
            <a:off x="457200" y="2740054"/>
            <a:ext cx="8236024" cy="3810000"/>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1" i="0" u="none" strike="noStrike" kern="1200" cap="none" spc="0" normalizeH="0" baseline="0" noProof="0">
              <a:ln>
                <a:noFill/>
              </a:ln>
              <a:solidFill>
                <a:srgbClr val="333300"/>
              </a:solidFill>
              <a:effectLst/>
              <a:uLnTx/>
              <a:uFillTx/>
              <a:latin typeface="Times New Roman"/>
              <a:ea typeface="宋体" panose="02010600030101010101" pitchFamily="2" charset="-122"/>
              <a:cs typeface="+mn-cs"/>
            </a:endParaRPr>
          </a:p>
        </p:txBody>
      </p:sp>
      <p:sp>
        <p:nvSpPr>
          <p:cNvPr id="114" name="Text Box 11">
            <a:extLst>
              <a:ext uri="{FF2B5EF4-FFF2-40B4-BE49-F238E27FC236}">
                <a16:creationId xmlns:a16="http://schemas.microsoft.com/office/drawing/2014/main" id="{F7260C4E-290A-461D-9614-4DB91109DC4A}"/>
              </a:ext>
            </a:extLst>
          </p:cNvPr>
          <p:cNvSpPr txBox="1">
            <a:spLocks noChangeArrowheads="1"/>
          </p:cNvSpPr>
          <p:nvPr/>
        </p:nvSpPr>
        <p:spPr bwMode="auto">
          <a:xfrm>
            <a:off x="755575" y="1295400"/>
            <a:ext cx="796958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宋体"/>
                <a:ea typeface="宋体"/>
                <a:cs typeface="+mn-cs"/>
              </a:rPr>
              <a:t>    </a:t>
            </a:r>
            <a:r>
              <a:rPr kumimoji="1" lang="zh-CN" altLang="en-US" sz="2800" b="1" i="0" u="none" strike="noStrike" kern="1200" cap="none" spc="0" normalizeH="0" baseline="0" noProof="0" dirty="0">
                <a:ln>
                  <a:noFill/>
                </a:ln>
                <a:solidFill>
                  <a:srgbClr val="000000"/>
                </a:solidFill>
                <a:effectLst/>
                <a:uLnTx/>
                <a:uFillTx/>
                <a:latin typeface="宋体"/>
                <a:ea typeface="宋体"/>
                <a:cs typeface="+mn-cs"/>
              </a:rPr>
              <a:t>通过序号的二进制码按位反转（码位倒置）完成时间序号重排。以</a:t>
            </a:r>
            <a:r>
              <a:rPr kumimoji="1" lang="en-US" altLang="zh-CN" sz="2800" b="1" i="1" u="none" strike="noStrike" kern="1200" cap="none" spc="0" normalizeH="0" baseline="0" noProof="0" dirty="0">
                <a:ln>
                  <a:noFill/>
                </a:ln>
                <a:solidFill>
                  <a:srgbClr val="000000"/>
                </a:solidFill>
                <a:effectLst/>
                <a:uLnTx/>
                <a:uFillTx/>
                <a:latin typeface="Times New Roman"/>
                <a:ea typeface="宋体"/>
                <a:cs typeface="+mn-cs"/>
              </a:rPr>
              <a:t>N</a:t>
            </a:r>
            <a:r>
              <a:rPr kumimoji="1" lang="zh-CN" altLang="en-US" sz="1400" b="1" i="1" u="none" strike="noStrike" kern="1200" cap="none" spc="0" normalizeH="0" baseline="0" noProof="0" dirty="0">
                <a:ln>
                  <a:noFill/>
                </a:ln>
                <a:solidFill>
                  <a:srgbClr val="000000"/>
                </a:solidFill>
                <a:effectLst/>
                <a:uLnTx/>
                <a:uFillTx/>
                <a:latin typeface="Times New Roman"/>
                <a:ea typeface="宋体"/>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a:t>
            </a:r>
            <a:r>
              <a:rPr kumimoji="1" lang="zh-CN" altLang="en-US" sz="1400" b="1" i="0" u="none" strike="noStrike" kern="1200" cap="none" spc="0" normalizeH="0" baseline="0" noProof="0" dirty="0">
                <a:ln>
                  <a:noFill/>
                </a:ln>
                <a:solidFill>
                  <a:srgbClr val="000000"/>
                </a:solidFill>
                <a:effectLst/>
                <a:uLnTx/>
                <a:uFillTx/>
                <a:latin typeface="Times New Roman"/>
                <a:ea typeface="宋体"/>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8</a:t>
            </a:r>
            <a:r>
              <a:rPr kumimoji="1" lang="zh-CN" altLang="en-US" sz="2800" b="1" i="0" u="none" strike="noStrike" kern="1200" cap="none" spc="0" normalizeH="0" baseline="0" noProof="0" dirty="0">
                <a:ln>
                  <a:noFill/>
                </a:ln>
                <a:solidFill>
                  <a:srgbClr val="000000"/>
                </a:solidFill>
                <a:effectLst/>
                <a:uLnTx/>
                <a:uFillTx/>
                <a:latin typeface="宋体"/>
                <a:ea typeface="宋体"/>
                <a:cs typeface="+mn-cs"/>
              </a:rPr>
              <a:t>为例，能看出按位反转后的顺序刚好是数据送入计算机内的顺序。</a:t>
            </a:r>
          </a:p>
        </p:txBody>
      </p:sp>
      <p:sp>
        <p:nvSpPr>
          <p:cNvPr id="116"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37149240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823720" y="3515380"/>
            <a:ext cx="5638800" cy="52322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的按时间抽取</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运算流图</a:t>
            </a: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1271652"/>
            <a:ext cx="4724810" cy="2067104"/>
          </a:xfrm>
          <a:prstGeom prst="rect">
            <a:avLst/>
          </a:prstGeom>
        </p:spPr>
      </p:pic>
      <p:graphicFrame>
        <p:nvGraphicFramePr>
          <p:cNvPr id="8" name="对象 7"/>
          <p:cNvGraphicFramePr>
            <a:graphicFrameLocks noChangeAspect="1"/>
          </p:cNvGraphicFramePr>
          <p:nvPr/>
        </p:nvGraphicFramePr>
        <p:xfrm>
          <a:off x="1173163" y="1162957"/>
          <a:ext cx="725487" cy="446088"/>
        </p:xfrm>
        <a:graphic>
          <a:graphicData uri="http://schemas.openxmlformats.org/presentationml/2006/ole">
            <mc:AlternateContent xmlns:mc="http://schemas.openxmlformats.org/markup-compatibility/2006">
              <mc:Choice xmlns:v="urn:schemas-microsoft-com:vml" Requires="v">
                <p:oleObj name="Equation" r:id="rId3" imgW="330120" imgH="203040" progId="Equation.DSMT4">
                  <p:embed/>
                </p:oleObj>
              </mc:Choice>
              <mc:Fallback>
                <p:oleObj name="Equation" r:id="rId3" imgW="330120" imgH="203040" progId="Equation.DSMT4">
                  <p:embed/>
                  <p:pic>
                    <p:nvPicPr>
                      <p:cNvPr id="8" name="对象 7"/>
                      <p:cNvPicPr>
                        <a:picLocks noChangeAspect="1" noChangeArrowheads="1"/>
                      </p:cNvPicPr>
                      <p:nvPr/>
                    </p:nvPicPr>
                    <p:blipFill>
                      <a:blip r:embed="rId4"/>
                      <a:srcRect/>
                      <a:stretch>
                        <a:fillRect/>
                      </a:stretch>
                    </p:blipFill>
                    <p:spPr bwMode="auto">
                      <a:xfrm>
                        <a:off x="1173163" y="1162957"/>
                        <a:ext cx="725487"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4"/>
          <p:cNvGraphicFramePr>
            <a:graphicFrameLocks noChangeAspect="1"/>
          </p:cNvGraphicFramePr>
          <p:nvPr/>
        </p:nvGraphicFramePr>
        <p:xfrm>
          <a:off x="1158875" y="1739220"/>
          <a:ext cx="725488" cy="446087"/>
        </p:xfrm>
        <a:graphic>
          <a:graphicData uri="http://schemas.openxmlformats.org/presentationml/2006/ole">
            <mc:AlternateContent xmlns:mc="http://schemas.openxmlformats.org/markup-compatibility/2006">
              <mc:Choice xmlns:v="urn:schemas-microsoft-com:vml" Requires="v">
                <p:oleObj name="Equation" r:id="rId5" imgW="330120" imgH="203040" progId="Equation.DSMT4">
                  <p:embed/>
                </p:oleObj>
              </mc:Choice>
              <mc:Fallback>
                <p:oleObj name="Equation" r:id="rId5" imgW="330120" imgH="203040" progId="Equation.DSMT4">
                  <p:embed/>
                  <p:pic>
                    <p:nvPicPr>
                      <p:cNvPr id="9" name="对象 4"/>
                      <p:cNvPicPr>
                        <a:picLocks noChangeAspect="1" noChangeArrowheads="1"/>
                      </p:cNvPicPr>
                      <p:nvPr/>
                    </p:nvPicPr>
                    <p:blipFill>
                      <a:blip r:embed="rId6"/>
                      <a:srcRect/>
                      <a:stretch>
                        <a:fillRect/>
                      </a:stretch>
                    </p:blipFill>
                    <p:spPr bwMode="auto">
                      <a:xfrm>
                        <a:off x="1158875" y="1739220"/>
                        <a:ext cx="7254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4"/>
          <p:cNvGraphicFramePr>
            <a:graphicFrameLocks noChangeAspect="1"/>
          </p:cNvGraphicFramePr>
          <p:nvPr/>
        </p:nvGraphicFramePr>
        <p:xfrm>
          <a:off x="1154113" y="2269445"/>
          <a:ext cx="696912" cy="447675"/>
        </p:xfrm>
        <a:graphic>
          <a:graphicData uri="http://schemas.openxmlformats.org/presentationml/2006/ole">
            <mc:AlternateContent xmlns:mc="http://schemas.openxmlformats.org/markup-compatibility/2006">
              <mc:Choice xmlns:v="urn:schemas-microsoft-com:vml" Requires="v">
                <p:oleObj name="Equation" r:id="rId7" imgW="317160" imgH="203040" progId="Equation.DSMT4">
                  <p:embed/>
                </p:oleObj>
              </mc:Choice>
              <mc:Fallback>
                <p:oleObj name="Equation" r:id="rId7" imgW="317160" imgH="203040" progId="Equation.DSMT4">
                  <p:embed/>
                  <p:pic>
                    <p:nvPicPr>
                      <p:cNvPr id="10" name="对象 4"/>
                      <p:cNvPicPr>
                        <a:picLocks noChangeAspect="1" noChangeArrowheads="1"/>
                      </p:cNvPicPr>
                      <p:nvPr/>
                    </p:nvPicPr>
                    <p:blipFill>
                      <a:blip r:embed="rId8"/>
                      <a:srcRect/>
                      <a:stretch>
                        <a:fillRect/>
                      </a:stretch>
                    </p:blipFill>
                    <p:spPr bwMode="auto">
                      <a:xfrm>
                        <a:off x="1154113" y="2269445"/>
                        <a:ext cx="6969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4"/>
          <p:cNvGraphicFramePr>
            <a:graphicFrameLocks noChangeAspect="1"/>
          </p:cNvGraphicFramePr>
          <p:nvPr/>
        </p:nvGraphicFramePr>
        <p:xfrm>
          <a:off x="1143000" y="2825070"/>
          <a:ext cx="725488" cy="446087"/>
        </p:xfrm>
        <a:graphic>
          <a:graphicData uri="http://schemas.openxmlformats.org/presentationml/2006/ole">
            <mc:AlternateContent xmlns:mc="http://schemas.openxmlformats.org/markup-compatibility/2006">
              <mc:Choice xmlns:v="urn:schemas-microsoft-com:vml" Requires="v">
                <p:oleObj name="Equation" r:id="rId9" imgW="330120" imgH="203040" progId="Equation.DSMT4">
                  <p:embed/>
                </p:oleObj>
              </mc:Choice>
              <mc:Fallback>
                <p:oleObj name="Equation" r:id="rId9" imgW="330120" imgH="203040" progId="Equation.DSMT4">
                  <p:embed/>
                  <p:pic>
                    <p:nvPicPr>
                      <p:cNvPr id="11" name="对象 4"/>
                      <p:cNvPicPr>
                        <a:picLocks noChangeAspect="1" noChangeArrowheads="1"/>
                      </p:cNvPicPr>
                      <p:nvPr/>
                    </p:nvPicPr>
                    <p:blipFill>
                      <a:blip r:embed="rId10"/>
                      <a:srcRect/>
                      <a:stretch>
                        <a:fillRect/>
                      </a:stretch>
                    </p:blipFill>
                    <p:spPr bwMode="auto">
                      <a:xfrm>
                        <a:off x="1143000" y="2825070"/>
                        <a:ext cx="7254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4"/>
          <p:cNvGraphicFramePr>
            <a:graphicFrameLocks noChangeAspect="1"/>
          </p:cNvGraphicFramePr>
          <p:nvPr/>
        </p:nvGraphicFramePr>
        <p:xfrm>
          <a:off x="6788560" y="1231468"/>
          <a:ext cx="811212" cy="446088"/>
        </p:xfrm>
        <a:graphic>
          <a:graphicData uri="http://schemas.openxmlformats.org/presentationml/2006/ole">
            <mc:AlternateContent xmlns:mc="http://schemas.openxmlformats.org/markup-compatibility/2006">
              <mc:Choice xmlns:v="urn:schemas-microsoft-com:vml" Requires="v">
                <p:oleObj name="Equation" r:id="rId11" imgW="368280" imgH="203040" progId="Equation.DSMT4">
                  <p:embed/>
                </p:oleObj>
              </mc:Choice>
              <mc:Fallback>
                <p:oleObj name="Equation" r:id="rId11" imgW="368280" imgH="203040" progId="Equation.DSMT4">
                  <p:embed/>
                  <p:pic>
                    <p:nvPicPr>
                      <p:cNvPr id="12" name="对象 4"/>
                      <p:cNvPicPr>
                        <a:picLocks noChangeAspect="1" noChangeArrowheads="1"/>
                      </p:cNvPicPr>
                      <p:nvPr/>
                    </p:nvPicPr>
                    <p:blipFill>
                      <a:blip r:embed="rId12"/>
                      <a:srcRect/>
                      <a:stretch>
                        <a:fillRect/>
                      </a:stretch>
                    </p:blipFill>
                    <p:spPr bwMode="auto">
                      <a:xfrm>
                        <a:off x="6788560" y="1231468"/>
                        <a:ext cx="8112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4"/>
          <p:cNvGraphicFramePr>
            <a:graphicFrameLocks noChangeAspect="1"/>
          </p:cNvGraphicFramePr>
          <p:nvPr/>
        </p:nvGraphicFramePr>
        <p:xfrm>
          <a:off x="6793322" y="1812493"/>
          <a:ext cx="781050" cy="446088"/>
        </p:xfrm>
        <a:graphic>
          <a:graphicData uri="http://schemas.openxmlformats.org/presentationml/2006/ole">
            <mc:AlternateContent xmlns:mc="http://schemas.openxmlformats.org/markup-compatibility/2006">
              <mc:Choice xmlns:v="urn:schemas-microsoft-com:vml" Requires="v">
                <p:oleObj name="Equation" r:id="rId13" imgW="355320" imgH="203040" progId="Equation.DSMT4">
                  <p:embed/>
                </p:oleObj>
              </mc:Choice>
              <mc:Fallback>
                <p:oleObj name="Equation" r:id="rId13" imgW="355320" imgH="203040" progId="Equation.DSMT4">
                  <p:embed/>
                  <p:pic>
                    <p:nvPicPr>
                      <p:cNvPr id="13" name="对象 4"/>
                      <p:cNvPicPr>
                        <a:picLocks noChangeAspect="1" noChangeArrowheads="1"/>
                      </p:cNvPicPr>
                      <p:nvPr/>
                    </p:nvPicPr>
                    <p:blipFill>
                      <a:blip r:embed="rId14"/>
                      <a:srcRect/>
                      <a:stretch>
                        <a:fillRect/>
                      </a:stretch>
                    </p:blipFill>
                    <p:spPr bwMode="auto">
                      <a:xfrm>
                        <a:off x="6793322" y="1812493"/>
                        <a:ext cx="78105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4"/>
          <p:cNvGraphicFramePr>
            <a:graphicFrameLocks noChangeAspect="1"/>
          </p:cNvGraphicFramePr>
          <p:nvPr/>
        </p:nvGraphicFramePr>
        <p:xfrm>
          <a:off x="6793322" y="2360181"/>
          <a:ext cx="809625" cy="447675"/>
        </p:xfrm>
        <a:graphic>
          <a:graphicData uri="http://schemas.openxmlformats.org/presentationml/2006/ole">
            <mc:AlternateContent xmlns:mc="http://schemas.openxmlformats.org/markup-compatibility/2006">
              <mc:Choice xmlns:v="urn:schemas-microsoft-com:vml" Requires="v">
                <p:oleObj name="Equation" r:id="rId15" imgW="368280" imgH="203040" progId="Equation.DSMT4">
                  <p:embed/>
                </p:oleObj>
              </mc:Choice>
              <mc:Fallback>
                <p:oleObj name="Equation" r:id="rId15" imgW="368280" imgH="203040" progId="Equation.DSMT4">
                  <p:embed/>
                  <p:pic>
                    <p:nvPicPr>
                      <p:cNvPr id="14" name="对象 4"/>
                      <p:cNvPicPr>
                        <a:picLocks noChangeAspect="1" noChangeArrowheads="1"/>
                      </p:cNvPicPr>
                      <p:nvPr/>
                    </p:nvPicPr>
                    <p:blipFill>
                      <a:blip r:embed="rId16"/>
                      <a:srcRect/>
                      <a:stretch>
                        <a:fillRect/>
                      </a:stretch>
                    </p:blipFill>
                    <p:spPr bwMode="auto">
                      <a:xfrm>
                        <a:off x="6793322" y="2360181"/>
                        <a:ext cx="8096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4"/>
          <p:cNvGraphicFramePr>
            <a:graphicFrameLocks noChangeAspect="1"/>
          </p:cNvGraphicFramePr>
          <p:nvPr/>
        </p:nvGraphicFramePr>
        <p:xfrm>
          <a:off x="6799672" y="2901518"/>
          <a:ext cx="809625" cy="447675"/>
        </p:xfrm>
        <a:graphic>
          <a:graphicData uri="http://schemas.openxmlformats.org/presentationml/2006/ole">
            <mc:AlternateContent xmlns:mc="http://schemas.openxmlformats.org/markup-compatibility/2006">
              <mc:Choice xmlns:v="urn:schemas-microsoft-com:vml" Requires="v">
                <p:oleObj name="Equation" r:id="rId17" imgW="368280" imgH="203040" progId="Equation.DSMT4">
                  <p:embed/>
                </p:oleObj>
              </mc:Choice>
              <mc:Fallback>
                <p:oleObj name="Equation" r:id="rId17" imgW="368280" imgH="203040" progId="Equation.DSMT4">
                  <p:embed/>
                  <p:pic>
                    <p:nvPicPr>
                      <p:cNvPr id="15" name="对象 4"/>
                      <p:cNvPicPr>
                        <a:picLocks noChangeAspect="1" noChangeArrowheads="1"/>
                      </p:cNvPicPr>
                      <p:nvPr/>
                    </p:nvPicPr>
                    <p:blipFill>
                      <a:blip r:embed="rId18"/>
                      <a:srcRect/>
                      <a:stretch>
                        <a:fillRect/>
                      </a:stretch>
                    </p:blipFill>
                    <p:spPr bwMode="auto">
                      <a:xfrm>
                        <a:off x="6799672" y="2901518"/>
                        <a:ext cx="8096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1305064" y="3515380"/>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Rectangle 4">
            <a:extLst>
              <a:ext uri="{FF2B5EF4-FFF2-40B4-BE49-F238E27FC236}">
                <a16:creationId xmlns:a16="http://schemas.microsoft.com/office/drawing/2014/main" id="{9D551619-32F5-40BE-A16A-B9E14CF9E3E5}"/>
              </a:ext>
            </a:extLst>
          </p:cNvPr>
          <p:cNvSpPr>
            <a:spLocks noChangeArrowheads="1"/>
          </p:cNvSpPr>
          <p:nvPr/>
        </p:nvSpPr>
        <p:spPr bwMode="auto">
          <a:xfrm>
            <a:off x="762000" y="228600"/>
            <a:ext cx="45854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9"/>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0"/>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3.3.1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按时间抽取的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169387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graphicFrame>
        <p:nvGraphicFramePr>
          <p:cNvPr id="5" name="Object 1036">
            <a:extLst>
              <a:ext uri="{FF2B5EF4-FFF2-40B4-BE49-F238E27FC236}">
                <a16:creationId xmlns:a16="http://schemas.microsoft.com/office/drawing/2014/main" id="{D72609F0-996A-44A4-931F-22B8332DD134}"/>
              </a:ext>
            </a:extLst>
          </p:cNvPr>
          <p:cNvGraphicFramePr>
            <a:graphicFrameLocks noChangeAspect="1"/>
          </p:cNvGraphicFramePr>
          <p:nvPr/>
        </p:nvGraphicFramePr>
        <p:xfrm>
          <a:off x="1285188" y="3636725"/>
          <a:ext cx="2832588" cy="1518552"/>
        </p:xfrm>
        <a:graphic>
          <a:graphicData uri="http://schemas.openxmlformats.org/presentationml/2006/ole">
            <mc:AlternateContent xmlns:mc="http://schemas.openxmlformats.org/markup-compatibility/2006">
              <mc:Choice xmlns:v="urn:schemas-microsoft-com:vml" Requires="v">
                <p:oleObj name="Equation" r:id="rId4" imgW="1231560" imgH="660240" progId="Equation.DSMT4">
                  <p:embed/>
                </p:oleObj>
              </mc:Choice>
              <mc:Fallback>
                <p:oleObj name="Equation" r:id="rId4" imgW="1231560" imgH="660240" progId="Equation.DSMT4">
                  <p:embed/>
                  <p:pic>
                    <p:nvPicPr>
                      <p:cNvPr id="5" name="Object 1036">
                        <a:extLst>
                          <a:ext uri="{FF2B5EF4-FFF2-40B4-BE49-F238E27FC236}">
                            <a16:creationId xmlns:a16="http://schemas.microsoft.com/office/drawing/2014/main" id="{D72609F0-996A-44A4-931F-22B8332DD134}"/>
                          </a:ext>
                        </a:extLst>
                      </p:cNvPr>
                      <p:cNvPicPr>
                        <a:picLocks noChangeAspect="1" noChangeArrowheads="1"/>
                      </p:cNvPicPr>
                      <p:nvPr/>
                    </p:nvPicPr>
                    <p:blipFill>
                      <a:blip r:embed="rId5"/>
                      <a:srcRect/>
                      <a:stretch>
                        <a:fillRect/>
                      </a:stretch>
                    </p:blipFill>
                    <p:spPr bwMode="auto">
                      <a:xfrm>
                        <a:off x="1285188" y="3636725"/>
                        <a:ext cx="2832588" cy="1518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矩形 2"/>
          <p:cNvSpPr/>
          <p:nvPr/>
        </p:nvSpPr>
        <p:spPr>
          <a:xfrm>
            <a:off x="914400" y="938609"/>
            <a:ext cx="7848600" cy="2505301"/>
          </a:xfrm>
          <a:prstGeom prst="rect">
            <a:avLst/>
          </a:prstGeom>
        </p:spPr>
        <p:txBody>
          <a:bodyPr wrap="square">
            <a:spAutoFit/>
          </a:bodyPr>
          <a:lstStyle/>
          <a:p>
            <a:pPr marL="0" marR="0" lvl="0" indent="0" algn="just" defTabSz="914400" rtl="0" eaLnBrk="1" fontAlgn="auto" latinLnBrk="0" hangingPunct="1">
              <a:lnSpc>
                <a:spcPct val="125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对于</a:t>
            </a:r>
            <a:r>
              <a:rPr kumimoji="1" lang="en-US" altLang="zh-CN" sz="2800" b="1" i="1"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=2</a:t>
            </a:r>
            <a:r>
              <a:rPr kumimoji="1" lang="en-US" altLang="zh-CN" sz="2800" b="1" i="1" u="none" strike="noStrike" kern="0" cap="none" spc="0" normalizeH="0" baseline="30000" noProof="0" dirty="0">
                <a:ln>
                  <a:noFill/>
                </a:ln>
                <a:solidFill>
                  <a:srgbClr val="000000"/>
                </a:solidFill>
                <a:effectLst/>
                <a:uLnTx/>
                <a:uFillTx/>
                <a:latin typeface="Times New Roman"/>
                <a:ea typeface="宋体" panose="02010600030101010101" pitchFamily="2" charset="-122"/>
                <a:cs typeface="+mn-cs"/>
              </a:rPr>
              <a:t>M</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情况下的另外一种普遍使用的</a:t>
            </a:r>
            <a:r>
              <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FFT</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结构是频率抽取法。</a:t>
            </a:r>
          </a:p>
          <a:p>
            <a:pPr marL="0" marR="0" lvl="0" indent="0" algn="just" defTabSz="914400" rtl="0" eaLnBrk="1" fontAlgn="auto" latinLnBrk="0" hangingPunct="1">
              <a:lnSpc>
                <a:spcPct val="60000"/>
              </a:lnSpc>
              <a:spcBef>
                <a:spcPts val="0"/>
              </a:spcBef>
              <a:spcAft>
                <a:spcPts val="0"/>
              </a:spcAft>
              <a:buClrTx/>
              <a:buSzTx/>
              <a:buFontTx/>
              <a:buNone/>
              <a:tabLst/>
              <a:defRPr/>
            </a:pPr>
            <a:endParaRPr kumimoji="1" lang="en-US" altLang="zh-CN"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0" marR="0" lvl="0" indent="0" algn="just" defTabSz="914400" rtl="0" eaLnBrk="1" fontAlgn="auto" latinLnBrk="0" hangingPunct="1">
              <a:lnSpc>
                <a:spcPct val="125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对于频率抽取法，输入序列不是按偶</a:t>
            </a:r>
            <a:r>
              <a:rPr kumimoji="1" lang="zh-CN" altLang="en-US" sz="2800" b="1" i="0" u="none" strike="noStrike" kern="0" cap="none" spc="0" normalizeH="0" baseline="0" noProof="0" dirty="0">
                <a:ln>
                  <a:noFill/>
                </a:ln>
                <a:solidFill>
                  <a:srgbClr val="000000"/>
                </a:solidFill>
                <a:effectLst/>
                <a:uLnTx/>
                <a:uFillTx/>
                <a:latin typeface="Arial" charset="0"/>
                <a:ea typeface="宋体" panose="02010600030101010101" pitchFamily="2" charset="-122"/>
                <a:cs typeface="+mn-cs"/>
              </a:rPr>
              <a:t>数、</a:t>
            </a:r>
            <a:r>
              <a:rPr kumimoji="1" lang="zh-CN" altLang="en-US" sz="28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奇数，而是按前、后对半分开</a:t>
            </a:r>
            <a:endParaRPr kumimoji="0" lang="zh-CN" altLang="en-US" sz="1800" b="1" i="0" u="none" strike="noStrike" kern="0" cap="none" spc="0" normalizeH="0" baseline="0" noProof="0" dirty="0">
              <a:ln>
                <a:noFill/>
              </a:ln>
              <a:solidFill>
                <a:srgbClr val="000000"/>
              </a:solidFill>
              <a:effectLst/>
              <a:uLnTx/>
              <a:uFillTx/>
              <a:latin typeface="Times New Roman"/>
              <a:ea typeface="宋体" charset="-122"/>
              <a:cs typeface="+mn-cs"/>
            </a:endParaRPr>
          </a:p>
        </p:txBody>
      </p:sp>
      <p:graphicFrame>
        <p:nvGraphicFramePr>
          <p:cNvPr id="9"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5308862" y="3810000"/>
          <a:ext cx="2430463" cy="865188"/>
        </p:xfrm>
        <a:graphic>
          <a:graphicData uri="http://schemas.openxmlformats.org/presentationml/2006/ole">
            <mc:AlternateContent xmlns:mc="http://schemas.openxmlformats.org/markup-compatibility/2006">
              <mc:Choice xmlns:v="urn:schemas-microsoft-com:vml" Requires="v">
                <p:oleObj name="Equation" r:id="rId6" imgW="1104840" imgH="393480" progId="Equation.DSMT4">
                  <p:embed/>
                </p:oleObj>
              </mc:Choice>
              <mc:Fallback>
                <p:oleObj name="Equation" r:id="rId6" imgW="1104840" imgH="393480" progId="Equation.DSMT4">
                  <p:embed/>
                  <p:pic>
                    <p:nvPicPr>
                      <p:cNvPr id="9"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7"/>
                      <a:srcRect/>
                      <a:stretch>
                        <a:fillRect/>
                      </a:stretch>
                    </p:blipFill>
                    <p:spPr bwMode="auto">
                      <a:xfrm>
                        <a:off x="5308862" y="3810000"/>
                        <a:ext cx="2430463" cy="86518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142524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5">
            <a:extLst>
              <a:ext uri="{FF2B5EF4-FFF2-40B4-BE49-F238E27FC236}">
                <a16:creationId xmlns:a16="http://schemas.microsoft.com/office/drawing/2014/main" id="{29B62E84-4BB3-4559-B066-4E7FBF999D04}"/>
              </a:ext>
            </a:extLst>
          </p:cNvPr>
          <p:cNvGraphicFramePr>
            <a:graphicFrameLocks noChangeAspect="1"/>
          </p:cNvGraphicFramePr>
          <p:nvPr/>
        </p:nvGraphicFramePr>
        <p:xfrm>
          <a:off x="914400" y="914400"/>
          <a:ext cx="5402262" cy="992187"/>
        </p:xfrm>
        <a:graphic>
          <a:graphicData uri="http://schemas.openxmlformats.org/presentationml/2006/ole">
            <mc:AlternateContent xmlns:mc="http://schemas.openxmlformats.org/markup-compatibility/2006">
              <mc:Choice xmlns:v="urn:schemas-microsoft-com:vml" Requires="v">
                <p:oleObj name="Equation" r:id="rId2" imgW="2349360" imgH="431640" progId="Equation.DSMT4">
                  <p:embed/>
                </p:oleObj>
              </mc:Choice>
              <mc:Fallback>
                <p:oleObj name="Equation" r:id="rId2" imgW="2349360" imgH="431640" progId="Equation.DSMT4">
                  <p:embed/>
                  <p:pic>
                    <p:nvPicPr>
                      <p:cNvPr id="30722" name="Object 5">
                        <a:extLst>
                          <a:ext uri="{FF2B5EF4-FFF2-40B4-BE49-F238E27FC236}">
                            <a16:creationId xmlns:a16="http://schemas.microsoft.com/office/drawing/2014/main" id="{29B62E84-4BB3-4559-B066-4E7FBF999D04}"/>
                          </a:ext>
                        </a:extLst>
                      </p:cNvPr>
                      <p:cNvPicPr>
                        <a:picLocks noChangeAspect="1" noChangeArrowheads="1"/>
                      </p:cNvPicPr>
                      <p:nvPr/>
                    </p:nvPicPr>
                    <p:blipFill>
                      <a:blip r:embed="rId3"/>
                      <a:srcRect/>
                      <a:stretch>
                        <a:fillRect/>
                      </a:stretch>
                    </p:blipFill>
                    <p:spPr bwMode="auto">
                      <a:xfrm>
                        <a:off x="914400" y="914400"/>
                        <a:ext cx="5402262"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6774" name="Object 6">
            <a:extLst>
              <a:ext uri="{FF2B5EF4-FFF2-40B4-BE49-F238E27FC236}">
                <a16:creationId xmlns:a16="http://schemas.microsoft.com/office/drawing/2014/main" id="{78C3A160-FC2B-48CA-A6A6-148AAD07B096}"/>
              </a:ext>
            </a:extLst>
          </p:cNvPr>
          <p:cNvGraphicFramePr>
            <a:graphicFrameLocks noChangeAspect="1"/>
          </p:cNvGraphicFramePr>
          <p:nvPr/>
        </p:nvGraphicFramePr>
        <p:xfrm>
          <a:off x="1743740" y="1995653"/>
          <a:ext cx="5753100" cy="1022350"/>
        </p:xfrm>
        <a:graphic>
          <a:graphicData uri="http://schemas.openxmlformats.org/presentationml/2006/ole">
            <mc:AlternateContent xmlns:mc="http://schemas.openxmlformats.org/markup-compatibility/2006">
              <mc:Choice xmlns:v="urn:schemas-microsoft-com:vml" Requires="v">
                <p:oleObj name="Equation" r:id="rId4" imgW="2501640" imgH="444240" progId="Equation.DSMT4">
                  <p:embed/>
                </p:oleObj>
              </mc:Choice>
              <mc:Fallback>
                <p:oleObj name="Equation" r:id="rId4" imgW="2501640" imgH="444240" progId="Equation.DSMT4">
                  <p:embed/>
                  <p:pic>
                    <p:nvPicPr>
                      <p:cNvPr id="416774" name="Object 6">
                        <a:extLst>
                          <a:ext uri="{FF2B5EF4-FFF2-40B4-BE49-F238E27FC236}">
                            <a16:creationId xmlns:a16="http://schemas.microsoft.com/office/drawing/2014/main" id="{78C3A160-FC2B-48CA-A6A6-148AAD07B096}"/>
                          </a:ext>
                        </a:extLst>
                      </p:cNvPr>
                      <p:cNvPicPr>
                        <a:picLocks noChangeAspect="1" noChangeArrowheads="1"/>
                      </p:cNvPicPr>
                      <p:nvPr/>
                    </p:nvPicPr>
                    <p:blipFill>
                      <a:blip r:embed="rId5"/>
                      <a:srcRect/>
                      <a:stretch>
                        <a:fillRect/>
                      </a:stretch>
                    </p:blipFill>
                    <p:spPr bwMode="auto">
                      <a:xfrm>
                        <a:off x="1743740" y="1995653"/>
                        <a:ext cx="5753100"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6775" name="Object 7">
            <a:extLst>
              <a:ext uri="{FF2B5EF4-FFF2-40B4-BE49-F238E27FC236}">
                <a16:creationId xmlns:a16="http://schemas.microsoft.com/office/drawing/2014/main" id="{57E66937-8345-46E2-8463-04429D355D1B}"/>
              </a:ext>
            </a:extLst>
          </p:cNvPr>
          <p:cNvGraphicFramePr>
            <a:graphicFrameLocks noChangeAspect="1"/>
          </p:cNvGraphicFramePr>
          <p:nvPr/>
        </p:nvGraphicFramePr>
        <p:xfrm>
          <a:off x="1743740" y="4721225"/>
          <a:ext cx="4497388" cy="993775"/>
        </p:xfrm>
        <a:graphic>
          <a:graphicData uri="http://schemas.openxmlformats.org/presentationml/2006/ole">
            <mc:AlternateContent xmlns:mc="http://schemas.openxmlformats.org/markup-compatibility/2006">
              <mc:Choice xmlns:v="urn:schemas-microsoft-com:vml" Requires="v">
                <p:oleObj name="Equation" r:id="rId6" imgW="1955520" imgH="431640" progId="Equation.DSMT4">
                  <p:embed/>
                </p:oleObj>
              </mc:Choice>
              <mc:Fallback>
                <p:oleObj name="Equation" r:id="rId6" imgW="1955520" imgH="431640" progId="Equation.DSMT4">
                  <p:embed/>
                  <p:pic>
                    <p:nvPicPr>
                      <p:cNvPr id="416775" name="Object 7">
                        <a:extLst>
                          <a:ext uri="{FF2B5EF4-FFF2-40B4-BE49-F238E27FC236}">
                            <a16:creationId xmlns:a16="http://schemas.microsoft.com/office/drawing/2014/main" id="{57E66937-8345-46E2-8463-04429D355D1B}"/>
                          </a:ext>
                        </a:extLst>
                      </p:cNvPr>
                      <p:cNvPicPr>
                        <a:picLocks noChangeAspect="1" noChangeArrowheads="1"/>
                      </p:cNvPicPr>
                      <p:nvPr/>
                    </p:nvPicPr>
                    <p:blipFill>
                      <a:blip r:embed="rId7"/>
                      <a:srcRect/>
                      <a:stretch>
                        <a:fillRect/>
                      </a:stretch>
                    </p:blipFill>
                    <p:spPr bwMode="auto">
                      <a:xfrm>
                        <a:off x="1743740" y="4721225"/>
                        <a:ext cx="4497388"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6">
            <a:extLst>
              <a:ext uri="{FF2B5EF4-FFF2-40B4-BE49-F238E27FC236}">
                <a16:creationId xmlns:a16="http://schemas.microsoft.com/office/drawing/2014/main" id="{78C3A160-FC2B-48CA-A6A6-148AAD07B096}"/>
              </a:ext>
            </a:extLst>
          </p:cNvPr>
          <p:cNvGraphicFramePr>
            <a:graphicFrameLocks noChangeAspect="1"/>
          </p:cNvGraphicFramePr>
          <p:nvPr/>
        </p:nvGraphicFramePr>
        <p:xfrm>
          <a:off x="1733528" y="3280369"/>
          <a:ext cx="5751513" cy="993775"/>
        </p:xfrm>
        <a:graphic>
          <a:graphicData uri="http://schemas.openxmlformats.org/presentationml/2006/ole">
            <mc:AlternateContent xmlns:mc="http://schemas.openxmlformats.org/markup-compatibility/2006">
              <mc:Choice xmlns:v="urn:schemas-microsoft-com:vml" Requires="v">
                <p:oleObj name="Equation" r:id="rId8" imgW="2501640" imgH="431640" progId="Equation.DSMT4">
                  <p:embed/>
                </p:oleObj>
              </mc:Choice>
              <mc:Fallback>
                <p:oleObj name="Equation" r:id="rId8" imgW="2501640" imgH="431640" progId="Equation.DSMT4">
                  <p:embed/>
                  <p:pic>
                    <p:nvPicPr>
                      <p:cNvPr id="10" name="Object 6">
                        <a:extLst>
                          <a:ext uri="{FF2B5EF4-FFF2-40B4-BE49-F238E27FC236}">
                            <a16:creationId xmlns:a16="http://schemas.microsoft.com/office/drawing/2014/main" id="{78C3A160-FC2B-48CA-A6A6-148AAD07B096}"/>
                          </a:ext>
                        </a:extLst>
                      </p:cNvPr>
                      <p:cNvPicPr>
                        <a:picLocks noChangeAspect="1" noChangeArrowheads="1"/>
                      </p:cNvPicPr>
                      <p:nvPr/>
                    </p:nvPicPr>
                    <p:blipFill>
                      <a:blip r:embed="rId9"/>
                      <a:srcRect/>
                      <a:stretch>
                        <a:fillRect/>
                      </a:stretch>
                    </p:blipFill>
                    <p:spPr bwMode="auto">
                      <a:xfrm>
                        <a:off x="1733528" y="3280369"/>
                        <a:ext cx="5751513"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9"/>
          <p:cNvGraphicFramePr>
            <a:graphicFrameLocks noChangeAspect="1"/>
          </p:cNvGraphicFramePr>
          <p:nvPr/>
        </p:nvGraphicFramePr>
        <p:xfrm>
          <a:off x="7239000" y="4243507"/>
          <a:ext cx="1577340" cy="554760"/>
        </p:xfrm>
        <a:graphic>
          <a:graphicData uri="http://schemas.openxmlformats.org/presentationml/2006/ole">
            <mc:AlternateContent xmlns:mc="http://schemas.openxmlformats.org/markup-compatibility/2006">
              <mc:Choice xmlns:v="urn:schemas-microsoft-com:vml" Requires="v">
                <p:oleObj name="Equation" r:id="rId10" imgW="685800" imgH="241200" progId="Equation.DSMT4">
                  <p:embed/>
                </p:oleObj>
              </mc:Choice>
              <mc:Fallback>
                <p:oleObj name="Equation" r:id="rId10" imgW="685800" imgH="241200" progId="Equation.DSMT4">
                  <p:embed/>
                  <p:pic>
                    <p:nvPicPr>
                      <p:cNvPr id="11" name="Object 59"/>
                      <p:cNvPicPr>
                        <a:picLocks noChangeAspect="1" noChangeArrowheads="1"/>
                      </p:cNvPicPr>
                      <p:nvPr/>
                    </p:nvPicPr>
                    <p:blipFill>
                      <a:blip r:embed="rId11"/>
                      <a:srcRect/>
                      <a:stretch>
                        <a:fillRect/>
                      </a:stretch>
                    </p:blipFill>
                    <p:spPr bwMode="auto">
                      <a:xfrm>
                        <a:off x="7239000" y="4243507"/>
                        <a:ext cx="1577340" cy="554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51485759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6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
            <a:extLst>
              <a:ext uri="{FF2B5EF4-FFF2-40B4-BE49-F238E27FC236}">
                <a16:creationId xmlns:a16="http://schemas.microsoft.com/office/drawing/2014/main" id="{19A8F20C-6095-4482-AB0E-87D1693A8928}"/>
              </a:ext>
            </a:extLst>
          </p:cNvPr>
          <p:cNvSpPr>
            <a:spLocks noChangeArrowheads="1"/>
          </p:cNvSpPr>
          <p:nvPr/>
        </p:nvSpPr>
        <p:spPr bwMode="auto">
          <a:xfrm>
            <a:off x="609600" y="1821792"/>
            <a:ext cx="83981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对频率序列</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抽取，分解为偶序号组和奇序号组                        </a:t>
            </a:r>
          </a:p>
        </p:txBody>
      </p:sp>
      <p:graphicFrame>
        <p:nvGraphicFramePr>
          <p:cNvPr id="31747" name="Object 8">
            <a:extLst>
              <a:ext uri="{FF2B5EF4-FFF2-40B4-BE49-F238E27FC236}">
                <a16:creationId xmlns:a16="http://schemas.microsoft.com/office/drawing/2014/main" id="{49723FBA-AF87-40CA-9249-4D89EBAA2D54}"/>
              </a:ext>
            </a:extLst>
          </p:cNvPr>
          <p:cNvGraphicFramePr>
            <a:graphicFrameLocks noChangeAspect="1"/>
          </p:cNvGraphicFramePr>
          <p:nvPr/>
        </p:nvGraphicFramePr>
        <p:xfrm>
          <a:off x="1331640" y="838200"/>
          <a:ext cx="5345430" cy="993140"/>
        </p:xfrm>
        <a:graphic>
          <a:graphicData uri="http://schemas.openxmlformats.org/presentationml/2006/ole">
            <mc:AlternateContent xmlns:mc="http://schemas.openxmlformats.org/markup-compatibility/2006">
              <mc:Choice xmlns:v="urn:schemas-microsoft-com:vml" Requires="v">
                <p:oleObj name="Equation" r:id="rId2" imgW="2324100" imgH="431800" progId="Equation.DSMT4">
                  <p:embed/>
                </p:oleObj>
              </mc:Choice>
              <mc:Fallback>
                <p:oleObj name="Equation" r:id="rId2" imgW="2324100" imgH="431800" progId="Equation.DSMT4">
                  <p:embed/>
                  <p:pic>
                    <p:nvPicPr>
                      <p:cNvPr id="31747" name="Object 8">
                        <a:extLst>
                          <a:ext uri="{FF2B5EF4-FFF2-40B4-BE49-F238E27FC236}">
                            <a16:creationId xmlns:a16="http://schemas.microsoft.com/office/drawing/2014/main" id="{49723FBA-AF87-40CA-9249-4D89EBAA2D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838200"/>
                        <a:ext cx="5345430" cy="99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8" name="Object 7">
            <a:extLst>
              <a:ext uri="{FF2B5EF4-FFF2-40B4-BE49-F238E27FC236}">
                <a16:creationId xmlns:a16="http://schemas.microsoft.com/office/drawing/2014/main" id="{04FAF28A-B521-4B9D-949B-38323FBC0904}"/>
              </a:ext>
            </a:extLst>
          </p:cNvPr>
          <p:cNvGraphicFramePr>
            <a:graphicFrameLocks noChangeAspect="1"/>
          </p:cNvGraphicFramePr>
          <p:nvPr/>
        </p:nvGraphicFramePr>
        <p:xfrm>
          <a:off x="1331640" y="2397670"/>
          <a:ext cx="4732020" cy="992772"/>
        </p:xfrm>
        <a:graphic>
          <a:graphicData uri="http://schemas.openxmlformats.org/presentationml/2006/ole">
            <mc:AlternateContent xmlns:mc="http://schemas.openxmlformats.org/markup-compatibility/2006">
              <mc:Choice xmlns:v="urn:schemas-microsoft-com:vml" Requires="v">
                <p:oleObj name="Equation" r:id="rId4" imgW="2057400" imgH="431640" progId="Equation.DSMT4">
                  <p:embed/>
                </p:oleObj>
              </mc:Choice>
              <mc:Fallback>
                <p:oleObj name="Equation" r:id="rId4" imgW="2057400" imgH="431640" progId="Equation.DSMT4">
                  <p:embed/>
                  <p:pic>
                    <p:nvPicPr>
                      <p:cNvPr id="31748" name="Object 7">
                        <a:extLst>
                          <a:ext uri="{FF2B5EF4-FFF2-40B4-BE49-F238E27FC236}">
                            <a16:creationId xmlns:a16="http://schemas.microsoft.com/office/drawing/2014/main" id="{04FAF28A-B521-4B9D-949B-38323FBC0904}"/>
                          </a:ext>
                        </a:extLst>
                      </p:cNvPr>
                      <p:cNvPicPr>
                        <a:picLocks noChangeAspect="1" noChangeArrowheads="1"/>
                      </p:cNvPicPr>
                      <p:nvPr/>
                    </p:nvPicPr>
                    <p:blipFill>
                      <a:blip r:embed="rId5"/>
                      <a:srcRect/>
                      <a:stretch>
                        <a:fillRect/>
                      </a:stretch>
                    </p:blipFill>
                    <p:spPr bwMode="auto">
                      <a:xfrm>
                        <a:off x="1331640" y="2397670"/>
                        <a:ext cx="473202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49" name="Object 6">
            <a:extLst>
              <a:ext uri="{FF2B5EF4-FFF2-40B4-BE49-F238E27FC236}">
                <a16:creationId xmlns:a16="http://schemas.microsoft.com/office/drawing/2014/main" id="{A6C07B86-905A-400F-96CA-800AA8CF6950}"/>
              </a:ext>
            </a:extLst>
          </p:cNvPr>
          <p:cNvGraphicFramePr>
            <a:graphicFrameLocks noChangeAspect="1"/>
          </p:cNvGraphicFramePr>
          <p:nvPr/>
        </p:nvGraphicFramePr>
        <p:xfrm>
          <a:off x="2362200" y="3390442"/>
          <a:ext cx="3767400" cy="992772"/>
        </p:xfrm>
        <a:graphic>
          <a:graphicData uri="http://schemas.openxmlformats.org/presentationml/2006/ole">
            <mc:AlternateContent xmlns:mc="http://schemas.openxmlformats.org/markup-compatibility/2006">
              <mc:Choice xmlns:v="urn:schemas-microsoft-com:vml" Requires="v">
                <p:oleObj name="Equation" r:id="rId6" imgW="1638000" imgH="431640" progId="Equation.DSMT4">
                  <p:embed/>
                </p:oleObj>
              </mc:Choice>
              <mc:Fallback>
                <p:oleObj name="Equation" r:id="rId6" imgW="1638000" imgH="431640" progId="Equation.DSMT4">
                  <p:embed/>
                  <p:pic>
                    <p:nvPicPr>
                      <p:cNvPr id="31749" name="Object 6">
                        <a:extLst>
                          <a:ext uri="{FF2B5EF4-FFF2-40B4-BE49-F238E27FC236}">
                            <a16:creationId xmlns:a16="http://schemas.microsoft.com/office/drawing/2014/main" id="{A6C07B86-905A-400F-96CA-800AA8CF6950}"/>
                          </a:ext>
                        </a:extLst>
                      </p:cNvPr>
                      <p:cNvPicPr>
                        <a:picLocks noChangeAspect="1" noChangeArrowheads="1"/>
                      </p:cNvPicPr>
                      <p:nvPr/>
                    </p:nvPicPr>
                    <p:blipFill>
                      <a:blip r:embed="rId7"/>
                      <a:srcRect/>
                      <a:stretch>
                        <a:fillRect/>
                      </a:stretch>
                    </p:blipFill>
                    <p:spPr bwMode="auto">
                      <a:xfrm>
                        <a:off x="2362200" y="3390442"/>
                        <a:ext cx="376740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0" name="Object 5">
            <a:extLst>
              <a:ext uri="{FF2B5EF4-FFF2-40B4-BE49-F238E27FC236}">
                <a16:creationId xmlns:a16="http://schemas.microsoft.com/office/drawing/2014/main" id="{F0B9F96B-C5C4-4CF3-827D-6E7BB7586BD1}"/>
              </a:ext>
            </a:extLst>
          </p:cNvPr>
          <p:cNvGraphicFramePr>
            <a:graphicFrameLocks noChangeAspect="1"/>
          </p:cNvGraphicFramePr>
          <p:nvPr/>
        </p:nvGraphicFramePr>
        <p:xfrm>
          <a:off x="990600" y="4457242"/>
          <a:ext cx="5724792" cy="992772"/>
        </p:xfrm>
        <a:graphic>
          <a:graphicData uri="http://schemas.openxmlformats.org/presentationml/2006/ole">
            <mc:AlternateContent xmlns:mc="http://schemas.openxmlformats.org/markup-compatibility/2006">
              <mc:Choice xmlns:v="urn:schemas-microsoft-com:vml" Requires="v">
                <p:oleObj name="Equation" r:id="rId8" imgW="2489040" imgH="431640" progId="Equation.DSMT4">
                  <p:embed/>
                </p:oleObj>
              </mc:Choice>
              <mc:Fallback>
                <p:oleObj name="Equation" r:id="rId8" imgW="2489040" imgH="431640" progId="Equation.DSMT4">
                  <p:embed/>
                  <p:pic>
                    <p:nvPicPr>
                      <p:cNvPr id="31750" name="Object 5">
                        <a:extLst>
                          <a:ext uri="{FF2B5EF4-FFF2-40B4-BE49-F238E27FC236}">
                            <a16:creationId xmlns:a16="http://schemas.microsoft.com/office/drawing/2014/main" id="{F0B9F96B-C5C4-4CF3-827D-6E7BB7586BD1}"/>
                          </a:ext>
                        </a:extLst>
                      </p:cNvPr>
                      <p:cNvPicPr>
                        <a:picLocks noChangeAspect="1" noChangeArrowheads="1"/>
                      </p:cNvPicPr>
                      <p:nvPr/>
                    </p:nvPicPr>
                    <p:blipFill>
                      <a:blip r:embed="rId9"/>
                      <a:srcRect/>
                      <a:stretch>
                        <a:fillRect/>
                      </a:stretch>
                    </p:blipFill>
                    <p:spPr bwMode="auto">
                      <a:xfrm>
                        <a:off x="990600" y="4457242"/>
                        <a:ext cx="5724792"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Object 4">
            <a:extLst>
              <a:ext uri="{FF2B5EF4-FFF2-40B4-BE49-F238E27FC236}">
                <a16:creationId xmlns:a16="http://schemas.microsoft.com/office/drawing/2014/main" id="{C0606ABA-80B2-465F-88A4-6C5532302E14}"/>
              </a:ext>
            </a:extLst>
          </p:cNvPr>
          <p:cNvGraphicFramePr>
            <a:graphicFrameLocks noChangeAspect="1"/>
          </p:cNvGraphicFramePr>
          <p:nvPr/>
        </p:nvGraphicFramePr>
        <p:xfrm>
          <a:off x="2438400" y="5600242"/>
          <a:ext cx="4235220" cy="992772"/>
        </p:xfrm>
        <a:graphic>
          <a:graphicData uri="http://schemas.openxmlformats.org/presentationml/2006/ole">
            <mc:AlternateContent xmlns:mc="http://schemas.openxmlformats.org/markup-compatibility/2006">
              <mc:Choice xmlns:v="urn:schemas-microsoft-com:vml" Requires="v">
                <p:oleObj name="Equation" r:id="rId10" imgW="1841400" imgH="431640" progId="Equation.DSMT4">
                  <p:embed/>
                </p:oleObj>
              </mc:Choice>
              <mc:Fallback>
                <p:oleObj name="Equation" r:id="rId10" imgW="1841400" imgH="431640" progId="Equation.DSMT4">
                  <p:embed/>
                  <p:pic>
                    <p:nvPicPr>
                      <p:cNvPr id="31751" name="Object 4">
                        <a:extLst>
                          <a:ext uri="{FF2B5EF4-FFF2-40B4-BE49-F238E27FC236}">
                            <a16:creationId xmlns:a16="http://schemas.microsoft.com/office/drawing/2014/main" id="{C0606ABA-80B2-465F-88A4-6C5532302E14}"/>
                          </a:ext>
                        </a:extLst>
                      </p:cNvPr>
                      <p:cNvPicPr>
                        <a:picLocks noChangeAspect="1" noChangeArrowheads="1"/>
                      </p:cNvPicPr>
                      <p:nvPr/>
                    </p:nvPicPr>
                    <p:blipFill>
                      <a:blip r:embed="rId11"/>
                      <a:srcRect/>
                      <a:stretch>
                        <a:fillRect/>
                      </a:stretch>
                    </p:blipFill>
                    <p:spPr bwMode="auto">
                      <a:xfrm>
                        <a:off x="2438400" y="5600242"/>
                        <a:ext cx="4235220" cy="992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Line 7"/>
          <p:cNvSpPr>
            <a:spLocks noChangeShapeType="1"/>
          </p:cNvSpPr>
          <p:nvPr/>
        </p:nvSpPr>
        <p:spPr bwMode="auto">
          <a:xfrm flipV="1">
            <a:off x="3352800" y="4152442"/>
            <a:ext cx="2034000" cy="6311"/>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0" name="Line 7"/>
          <p:cNvSpPr>
            <a:spLocks noChangeShapeType="1"/>
          </p:cNvSpPr>
          <p:nvPr/>
        </p:nvSpPr>
        <p:spPr bwMode="auto">
          <a:xfrm flipV="1">
            <a:off x="3352800" y="6362242"/>
            <a:ext cx="25908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3" name="矩形 2"/>
          <p:cNvSpPr/>
          <p:nvPr/>
        </p:nvSpPr>
        <p:spPr>
          <a:xfrm>
            <a:off x="6969848" y="5811527"/>
            <a:ext cx="2164375"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a:ea typeface="宋体" charset="-122"/>
                <a:cs typeface="+mn-cs"/>
              </a:rPr>
              <a:t>N</a:t>
            </a:r>
            <a:r>
              <a:rPr kumimoji="0" lang="en-US" altLang="zh-CN" sz="2800" b="1" i="0" u="none" strike="noStrike" kern="1200" cap="none" spc="0" normalizeH="0" baseline="0" noProof="0" dirty="0">
                <a:ln>
                  <a:noFill/>
                </a:ln>
                <a:solidFill>
                  <a:srgbClr val="000000"/>
                </a:solidFill>
                <a:effectLst/>
                <a:uLnTx/>
                <a:uFillTx/>
                <a:latin typeface="Times New Roman"/>
                <a:ea typeface="宋体" charset="-122"/>
                <a:cs typeface="+mn-cs"/>
              </a:rPr>
              <a:t>/2</a:t>
            </a:r>
            <a:r>
              <a:rPr kumimoji="0" lang="zh-CN" altLang="en-US" sz="2800" b="1" i="0" u="none" strike="noStrike" kern="1200" cap="none" spc="0" normalizeH="0" baseline="0" noProof="0" dirty="0">
                <a:ln>
                  <a:noFill/>
                </a:ln>
                <a:solidFill>
                  <a:srgbClr val="000000"/>
                </a:solidFill>
                <a:effectLst/>
                <a:uLnTx/>
                <a:uFillTx/>
                <a:latin typeface="Times New Roman"/>
                <a:ea typeface="宋体" charset="-122"/>
                <a:cs typeface="+mn-cs"/>
              </a:rPr>
              <a:t>点的</a:t>
            </a:r>
            <a:r>
              <a:rPr kumimoji="0" lang="en-US" altLang="zh-CN" sz="2800" b="1" i="0" u="none" strike="noStrike" kern="1200" cap="none" spc="0" normalizeH="0" baseline="0" noProof="0" dirty="0">
                <a:ln>
                  <a:noFill/>
                </a:ln>
                <a:solidFill>
                  <a:srgbClr val="000000"/>
                </a:solidFill>
                <a:effectLst/>
                <a:uLnTx/>
                <a:uFillTx/>
                <a:latin typeface="Times New Roman"/>
                <a:ea typeface="宋体" charset="-122"/>
                <a:cs typeface="+mn-cs"/>
              </a:rPr>
              <a:t>DFT</a:t>
            </a:r>
            <a:endParaRPr kumimoji="0" lang="zh-CN" altLang="en-US" sz="1800" b="0" i="0" u="none" strike="noStrike" kern="1200" cap="none" spc="0" normalizeH="0" baseline="0" noProof="0" dirty="0">
              <a:ln>
                <a:noFill/>
              </a:ln>
              <a:solidFill>
                <a:srgbClr val="000000"/>
              </a:solidFill>
              <a:effectLst/>
              <a:uLnTx/>
              <a:uFillTx/>
              <a:latin typeface="Times New Roman"/>
              <a:ea typeface="宋体" charset="-122"/>
              <a:cs typeface="+mn-cs"/>
            </a:endParaRPr>
          </a:p>
        </p:txBody>
      </p:sp>
      <p:sp>
        <p:nvSpPr>
          <p:cNvPr id="15" name="矩形 14"/>
          <p:cNvSpPr/>
          <p:nvPr/>
        </p:nvSpPr>
        <p:spPr>
          <a:xfrm>
            <a:off x="6969849" y="3695242"/>
            <a:ext cx="2164375"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a:ea typeface="宋体" charset="-122"/>
                <a:cs typeface="+mn-cs"/>
              </a:rPr>
              <a:t>N</a:t>
            </a:r>
            <a:r>
              <a:rPr kumimoji="0" lang="en-US" altLang="zh-CN" sz="2800" b="1" i="0" u="none" strike="noStrike" kern="1200" cap="none" spc="0" normalizeH="0" baseline="0" noProof="0" dirty="0">
                <a:ln>
                  <a:noFill/>
                </a:ln>
                <a:solidFill>
                  <a:srgbClr val="000000"/>
                </a:solidFill>
                <a:effectLst/>
                <a:uLnTx/>
                <a:uFillTx/>
                <a:latin typeface="Times New Roman"/>
                <a:ea typeface="宋体" charset="-122"/>
                <a:cs typeface="+mn-cs"/>
              </a:rPr>
              <a:t>/2</a:t>
            </a:r>
            <a:r>
              <a:rPr kumimoji="0" lang="zh-CN" altLang="en-US" sz="2800" b="1" i="0" u="none" strike="noStrike" kern="1200" cap="none" spc="0" normalizeH="0" baseline="0" noProof="0" dirty="0">
                <a:ln>
                  <a:noFill/>
                </a:ln>
                <a:solidFill>
                  <a:srgbClr val="000000"/>
                </a:solidFill>
                <a:effectLst/>
                <a:uLnTx/>
                <a:uFillTx/>
                <a:latin typeface="Times New Roman"/>
                <a:ea typeface="宋体" charset="-122"/>
                <a:cs typeface="+mn-cs"/>
              </a:rPr>
              <a:t>点的</a:t>
            </a:r>
            <a:r>
              <a:rPr kumimoji="0" lang="en-US" altLang="zh-CN" sz="2800" b="1" i="0" u="none" strike="noStrike" kern="1200" cap="none" spc="0" normalizeH="0" baseline="0" noProof="0" dirty="0">
                <a:ln>
                  <a:noFill/>
                </a:ln>
                <a:solidFill>
                  <a:srgbClr val="000000"/>
                </a:solidFill>
                <a:effectLst/>
                <a:uLnTx/>
                <a:uFillTx/>
                <a:latin typeface="Times New Roman"/>
                <a:ea typeface="宋体" charset="-122"/>
                <a:cs typeface="+mn-cs"/>
              </a:rPr>
              <a:t>DFT</a:t>
            </a:r>
            <a:endParaRPr kumimoji="0" lang="zh-CN" altLang="en-US" sz="1800" b="0" i="0" u="none" strike="noStrike" kern="1200" cap="none" spc="0" normalizeH="0" baseline="0" noProof="0" dirty="0">
              <a:ln>
                <a:noFill/>
              </a:ln>
              <a:solidFill>
                <a:srgbClr val="000000"/>
              </a:solidFill>
              <a:effectLst/>
              <a:uLnTx/>
              <a:uFillTx/>
              <a:latin typeface="Times New Roman"/>
              <a:ea typeface="宋体" charset="-122"/>
              <a:cs typeface="+mn-cs"/>
            </a:endParaRPr>
          </a:p>
        </p:txBody>
      </p:sp>
      <p:sp>
        <p:nvSpPr>
          <p:cNvPr id="4" name="圆角矩形 3"/>
          <p:cNvSpPr/>
          <p:nvPr/>
        </p:nvSpPr>
        <p:spPr bwMode="auto">
          <a:xfrm>
            <a:off x="2667000" y="3390442"/>
            <a:ext cx="3581400" cy="992772"/>
          </a:xfrm>
          <a:prstGeom prst="roundRect">
            <a:avLst/>
          </a:prstGeom>
          <a:noFill/>
          <a:ln w="15875" cap="flat" cmpd="sng" algn="ctr">
            <a:solidFill>
              <a:srgbClr val="0000CC"/>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圆角矩形 16"/>
          <p:cNvSpPr/>
          <p:nvPr/>
        </p:nvSpPr>
        <p:spPr bwMode="auto">
          <a:xfrm>
            <a:off x="2743200" y="5524042"/>
            <a:ext cx="3972192" cy="1068972"/>
          </a:xfrm>
          <a:prstGeom prst="roundRect">
            <a:avLst/>
          </a:prstGeom>
          <a:noFill/>
          <a:ln w="15875" cap="flat" cmpd="sng" algn="ctr">
            <a:solidFill>
              <a:srgbClr val="0000CC"/>
            </a:solidFill>
            <a:prstDash val="dash"/>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15364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1751"/>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3" grpId="0"/>
      <p:bldP spid="15" grpId="0"/>
      <p:bldP spid="4"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73" name="Object 10">
            <a:extLst>
              <a:ext uri="{FF2B5EF4-FFF2-40B4-BE49-F238E27FC236}">
                <a16:creationId xmlns:a16="http://schemas.microsoft.com/office/drawing/2014/main" id="{FB02AFB9-5B7E-4A2C-8409-B07FE629D1BA}"/>
              </a:ext>
            </a:extLst>
          </p:cNvPr>
          <p:cNvGraphicFramePr>
            <a:graphicFrameLocks noChangeAspect="1"/>
          </p:cNvGraphicFramePr>
          <p:nvPr/>
        </p:nvGraphicFramePr>
        <p:xfrm>
          <a:off x="1916113" y="1069975"/>
          <a:ext cx="3009900" cy="525463"/>
        </p:xfrm>
        <a:graphic>
          <a:graphicData uri="http://schemas.openxmlformats.org/presentationml/2006/ole">
            <mc:AlternateContent xmlns:mc="http://schemas.openxmlformats.org/markup-compatibility/2006">
              <mc:Choice xmlns:v="urn:schemas-microsoft-com:vml" Requires="v">
                <p:oleObj name="Equation" r:id="rId2" imgW="1307880" imgH="228600" progId="Equation.DSMT4">
                  <p:embed/>
                </p:oleObj>
              </mc:Choice>
              <mc:Fallback>
                <p:oleObj name="Equation" r:id="rId2" imgW="1307880" imgH="228600" progId="Equation.DSMT4">
                  <p:embed/>
                  <p:pic>
                    <p:nvPicPr>
                      <p:cNvPr id="32773" name="Object 10">
                        <a:extLst>
                          <a:ext uri="{FF2B5EF4-FFF2-40B4-BE49-F238E27FC236}">
                            <a16:creationId xmlns:a16="http://schemas.microsoft.com/office/drawing/2014/main" id="{FB02AFB9-5B7E-4A2C-8409-B07FE629D1BA}"/>
                          </a:ext>
                        </a:extLst>
                      </p:cNvPr>
                      <p:cNvPicPr>
                        <a:picLocks noChangeAspect="1" noChangeArrowheads="1"/>
                      </p:cNvPicPr>
                      <p:nvPr/>
                    </p:nvPicPr>
                    <p:blipFill>
                      <a:blip r:embed="rId3"/>
                      <a:srcRect/>
                      <a:stretch>
                        <a:fillRect/>
                      </a:stretch>
                    </p:blipFill>
                    <p:spPr bwMode="auto">
                      <a:xfrm>
                        <a:off x="1916113" y="1069975"/>
                        <a:ext cx="3009900"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774" name="Object 11">
            <a:extLst>
              <a:ext uri="{FF2B5EF4-FFF2-40B4-BE49-F238E27FC236}">
                <a16:creationId xmlns:a16="http://schemas.microsoft.com/office/drawing/2014/main" id="{07211ED4-1084-440B-BAA4-E880F2FBBF26}"/>
              </a:ext>
            </a:extLst>
          </p:cNvPr>
          <p:cNvGraphicFramePr>
            <a:graphicFrameLocks noChangeAspect="1"/>
          </p:cNvGraphicFramePr>
          <p:nvPr/>
        </p:nvGraphicFramePr>
        <p:xfrm>
          <a:off x="1908175" y="1693863"/>
          <a:ext cx="3649663" cy="554037"/>
        </p:xfrm>
        <a:graphic>
          <a:graphicData uri="http://schemas.openxmlformats.org/presentationml/2006/ole">
            <mc:AlternateContent xmlns:mc="http://schemas.openxmlformats.org/markup-compatibility/2006">
              <mc:Choice xmlns:v="urn:schemas-microsoft-com:vml" Requires="v">
                <p:oleObj name="Equation" r:id="rId4" imgW="1587240" imgH="241200" progId="Equation.DSMT4">
                  <p:embed/>
                </p:oleObj>
              </mc:Choice>
              <mc:Fallback>
                <p:oleObj name="Equation" r:id="rId4" imgW="1587240" imgH="241200" progId="Equation.DSMT4">
                  <p:embed/>
                  <p:pic>
                    <p:nvPicPr>
                      <p:cNvPr id="32774" name="Object 11">
                        <a:extLst>
                          <a:ext uri="{FF2B5EF4-FFF2-40B4-BE49-F238E27FC236}">
                            <a16:creationId xmlns:a16="http://schemas.microsoft.com/office/drawing/2014/main" id="{07211ED4-1084-440B-BAA4-E880F2FBBF26}"/>
                          </a:ext>
                        </a:extLst>
                      </p:cNvPr>
                      <p:cNvPicPr>
                        <a:picLocks noChangeAspect="1" noChangeArrowheads="1"/>
                      </p:cNvPicPr>
                      <p:nvPr/>
                    </p:nvPicPr>
                    <p:blipFill>
                      <a:blip r:embed="rId5"/>
                      <a:srcRect/>
                      <a:stretch>
                        <a:fillRect/>
                      </a:stretch>
                    </p:blipFill>
                    <p:spPr bwMode="auto">
                      <a:xfrm>
                        <a:off x="1908175" y="1693863"/>
                        <a:ext cx="3649663"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组合 1">
            <a:extLst>
              <a:ext uri="{FF2B5EF4-FFF2-40B4-BE49-F238E27FC236}">
                <a16:creationId xmlns:a16="http://schemas.microsoft.com/office/drawing/2014/main" id="{B02FB5E6-6368-4315-8010-D2C07F65109B}"/>
              </a:ext>
            </a:extLst>
          </p:cNvPr>
          <p:cNvGrpSpPr/>
          <p:nvPr/>
        </p:nvGrpSpPr>
        <p:grpSpPr>
          <a:xfrm>
            <a:off x="999996" y="2895600"/>
            <a:ext cx="7417425" cy="2125980"/>
            <a:chOff x="686682" y="4165639"/>
            <a:chExt cx="8042442" cy="2351639"/>
          </a:xfrm>
        </p:grpSpPr>
        <p:grpSp>
          <p:nvGrpSpPr>
            <p:cNvPr id="115725" name="Group 13">
              <a:extLst>
                <a:ext uri="{FF2B5EF4-FFF2-40B4-BE49-F238E27FC236}">
                  <a16:creationId xmlns:a16="http://schemas.microsoft.com/office/drawing/2014/main" id="{C98385D9-6BED-47A3-AC77-51035AA8FEFD}"/>
                </a:ext>
              </a:extLst>
            </p:cNvPr>
            <p:cNvGrpSpPr>
              <a:grpSpLocks/>
            </p:cNvGrpSpPr>
            <p:nvPr/>
          </p:nvGrpSpPr>
          <p:grpSpPr bwMode="auto">
            <a:xfrm>
              <a:off x="1849438" y="4437063"/>
              <a:ext cx="3816350" cy="1800225"/>
              <a:chOff x="1684" y="2892"/>
              <a:chExt cx="1758" cy="937"/>
            </a:xfrm>
          </p:grpSpPr>
          <p:sp>
            <p:nvSpPr>
              <p:cNvPr id="32782" name="Line 8">
                <a:extLst>
                  <a:ext uri="{FF2B5EF4-FFF2-40B4-BE49-F238E27FC236}">
                    <a16:creationId xmlns:a16="http://schemas.microsoft.com/office/drawing/2014/main" id="{D17E3600-5B3F-4BB6-B1E2-A0183CB71BC4}"/>
                  </a:ext>
                </a:extLst>
              </p:cNvPr>
              <p:cNvSpPr>
                <a:spLocks noChangeShapeType="1"/>
              </p:cNvSpPr>
              <p:nvPr/>
            </p:nvSpPr>
            <p:spPr bwMode="auto">
              <a:xfrm flipV="1">
                <a:off x="2123" y="2892"/>
                <a:ext cx="880" cy="937"/>
              </a:xfrm>
              <a:prstGeom prst="line">
                <a:avLst/>
              </a:prstGeom>
              <a:noFill/>
              <a:ln w="127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3" name="Line 9">
                <a:extLst>
                  <a:ext uri="{FF2B5EF4-FFF2-40B4-BE49-F238E27FC236}">
                    <a16:creationId xmlns:a16="http://schemas.microsoft.com/office/drawing/2014/main" id="{55BF8B62-6036-4468-983C-3991DE02FA6A}"/>
                  </a:ext>
                </a:extLst>
              </p:cNvPr>
              <p:cNvSpPr>
                <a:spLocks noChangeShapeType="1"/>
              </p:cNvSpPr>
              <p:nvPr/>
            </p:nvSpPr>
            <p:spPr bwMode="auto">
              <a:xfrm flipV="1">
                <a:off x="1684" y="3829"/>
                <a:ext cx="967" cy="0"/>
              </a:xfrm>
              <a:prstGeom prst="line">
                <a:avLst/>
              </a:prstGeom>
              <a:noFill/>
              <a:ln w="127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4" name="Line 10">
                <a:extLst>
                  <a:ext uri="{FF2B5EF4-FFF2-40B4-BE49-F238E27FC236}">
                    <a16:creationId xmlns:a16="http://schemas.microsoft.com/office/drawing/2014/main" id="{951A9F82-179D-49B5-8614-ECEC6ADDCBF1}"/>
                  </a:ext>
                </a:extLst>
              </p:cNvPr>
              <p:cNvSpPr>
                <a:spLocks noChangeShapeType="1"/>
              </p:cNvSpPr>
              <p:nvPr/>
            </p:nvSpPr>
            <p:spPr bwMode="auto">
              <a:xfrm flipV="1">
                <a:off x="2651" y="3829"/>
                <a:ext cx="791" cy="0"/>
              </a:xfrm>
              <a:prstGeom prst="line">
                <a:avLst/>
              </a:prstGeom>
              <a:noFill/>
              <a:ln w="127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5" name="Line 11">
                <a:extLst>
                  <a:ext uri="{FF2B5EF4-FFF2-40B4-BE49-F238E27FC236}">
                    <a16:creationId xmlns:a16="http://schemas.microsoft.com/office/drawing/2014/main" id="{2A1B6346-14D5-487A-A443-41C37EF3A0FF}"/>
                  </a:ext>
                </a:extLst>
              </p:cNvPr>
              <p:cNvSpPr>
                <a:spLocks noChangeShapeType="1"/>
              </p:cNvSpPr>
              <p:nvPr/>
            </p:nvSpPr>
            <p:spPr bwMode="auto">
              <a:xfrm flipH="1" flipV="1">
                <a:off x="1684" y="2892"/>
                <a:ext cx="615" cy="0"/>
              </a:xfrm>
              <a:prstGeom prst="line">
                <a:avLst/>
              </a:prstGeom>
              <a:noFill/>
              <a:ln w="952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6" name="Line 18">
                <a:extLst>
                  <a:ext uri="{FF2B5EF4-FFF2-40B4-BE49-F238E27FC236}">
                    <a16:creationId xmlns:a16="http://schemas.microsoft.com/office/drawing/2014/main" id="{39E22D7A-4EDF-4243-A153-F64708715A5C}"/>
                  </a:ext>
                </a:extLst>
              </p:cNvPr>
              <p:cNvSpPr>
                <a:spLocks noChangeShapeType="1"/>
              </p:cNvSpPr>
              <p:nvPr/>
            </p:nvSpPr>
            <p:spPr bwMode="auto">
              <a:xfrm flipV="1">
                <a:off x="2915" y="2892"/>
                <a:ext cx="352" cy="0"/>
              </a:xfrm>
              <a:prstGeom prst="line">
                <a:avLst/>
              </a:prstGeom>
              <a:noFill/>
              <a:ln w="952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7" name="Line 19">
                <a:extLst>
                  <a:ext uri="{FF2B5EF4-FFF2-40B4-BE49-F238E27FC236}">
                    <a16:creationId xmlns:a16="http://schemas.microsoft.com/office/drawing/2014/main" id="{FEE0D7B0-F122-41AF-A6C4-BF3A35A35630}"/>
                  </a:ext>
                </a:extLst>
              </p:cNvPr>
              <p:cNvSpPr>
                <a:spLocks noChangeShapeType="1"/>
              </p:cNvSpPr>
              <p:nvPr/>
            </p:nvSpPr>
            <p:spPr bwMode="auto">
              <a:xfrm>
                <a:off x="2123" y="2892"/>
                <a:ext cx="880" cy="0"/>
              </a:xfrm>
              <a:prstGeom prst="line">
                <a:avLst/>
              </a:prstGeom>
              <a:noFill/>
              <a:ln w="9525">
                <a:solidFill>
                  <a:srgbClr val="00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8" name="Line 20">
                <a:extLst>
                  <a:ext uri="{FF2B5EF4-FFF2-40B4-BE49-F238E27FC236}">
                    <a16:creationId xmlns:a16="http://schemas.microsoft.com/office/drawing/2014/main" id="{3F3DB787-BA4F-4F03-8DC0-8875EFF3404C}"/>
                  </a:ext>
                </a:extLst>
              </p:cNvPr>
              <p:cNvSpPr>
                <a:spLocks noChangeShapeType="1"/>
              </p:cNvSpPr>
              <p:nvPr/>
            </p:nvSpPr>
            <p:spPr bwMode="auto">
              <a:xfrm>
                <a:off x="1684" y="3829"/>
                <a:ext cx="2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89" name="Line 21">
                <a:extLst>
                  <a:ext uri="{FF2B5EF4-FFF2-40B4-BE49-F238E27FC236}">
                    <a16:creationId xmlns:a16="http://schemas.microsoft.com/office/drawing/2014/main" id="{607C7649-D2AA-4D71-83EE-3FF477334855}"/>
                  </a:ext>
                </a:extLst>
              </p:cNvPr>
              <p:cNvSpPr>
                <a:spLocks noChangeShapeType="1"/>
              </p:cNvSpPr>
              <p:nvPr/>
            </p:nvSpPr>
            <p:spPr bwMode="auto">
              <a:xfrm>
                <a:off x="1684" y="2892"/>
                <a:ext cx="263" cy="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90" name="Line 22">
                <a:extLst>
                  <a:ext uri="{FF2B5EF4-FFF2-40B4-BE49-F238E27FC236}">
                    <a16:creationId xmlns:a16="http://schemas.microsoft.com/office/drawing/2014/main" id="{050426D0-91EC-49CE-92B0-41C6C51708EA}"/>
                  </a:ext>
                </a:extLst>
              </p:cNvPr>
              <p:cNvSpPr>
                <a:spLocks noChangeShapeType="1"/>
              </p:cNvSpPr>
              <p:nvPr/>
            </p:nvSpPr>
            <p:spPr bwMode="auto">
              <a:xfrm>
                <a:off x="2915" y="3829"/>
                <a:ext cx="352" cy="0"/>
              </a:xfrm>
              <a:prstGeom prst="line">
                <a:avLst/>
              </a:prstGeom>
              <a:noFill/>
              <a:ln w="9525">
                <a:solidFill>
                  <a:srgbClr val="00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91" name="Line 23">
                <a:extLst>
                  <a:ext uri="{FF2B5EF4-FFF2-40B4-BE49-F238E27FC236}">
                    <a16:creationId xmlns:a16="http://schemas.microsoft.com/office/drawing/2014/main" id="{285C9E46-ADF5-4FAF-9D05-A42FA96C5954}"/>
                  </a:ext>
                </a:extLst>
              </p:cNvPr>
              <p:cNvSpPr>
                <a:spLocks noChangeShapeType="1"/>
              </p:cNvSpPr>
              <p:nvPr/>
            </p:nvSpPr>
            <p:spPr bwMode="auto">
              <a:xfrm flipV="1">
                <a:off x="2123" y="2892"/>
                <a:ext cx="880" cy="937"/>
              </a:xfrm>
              <a:prstGeom prst="line">
                <a:avLst/>
              </a:prstGeom>
              <a:noFill/>
              <a:ln w="9525">
                <a:solidFill>
                  <a:srgbClr val="000000"/>
                </a:solidFill>
                <a:round/>
                <a:headEnd type="oval" w="med" len="me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92" name="Line 24">
                <a:extLst>
                  <a:ext uri="{FF2B5EF4-FFF2-40B4-BE49-F238E27FC236}">
                    <a16:creationId xmlns:a16="http://schemas.microsoft.com/office/drawing/2014/main" id="{7468D0EE-83BA-492B-AE9C-988388BE9145}"/>
                  </a:ext>
                </a:extLst>
              </p:cNvPr>
              <p:cNvSpPr>
                <a:spLocks noChangeShapeType="1"/>
              </p:cNvSpPr>
              <p:nvPr/>
            </p:nvSpPr>
            <p:spPr bwMode="auto">
              <a:xfrm flipV="1">
                <a:off x="3003" y="2892"/>
                <a:ext cx="439" cy="0"/>
              </a:xfrm>
              <a:prstGeom prst="line">
                <a:avLst/>
              </a:prstGeom>
              <a:noFill/>
              <a:ln w="9525">
                <a:solidFill>
                  <a:srgbClr val="000000"/>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93" name="Line 25">
                <a:extLst>
                  <a:ext uri="{FF2B5EF4-FFF2-40B4-BE49-F238E27FC236}">
                    <a16:creationId xmlns:a16="http://schemas.microsoft.com/office/drawing/2014/main" id="{43A50343-9888-47C7-B82B-1D9FAED2C6DF}"/>
                  </a:ext>
                </a:extLst>
              </p:cNvPr>
              <p:cNvSpPr>
                <a:spLocks noChangeShapeType="1"/>
              </p:cNvSpPr>
              <p:nvPr/>
            </p:nvSpPr>
            <p:spPr bwMode="auto">
              <a:xfrm>
                <a:off x="2123" y="2892"/>
                <a:ext cx="792" cy="937"/>
              </a:xfrm>
              <a:prstGeom prst="line">
                <a:avLst/>
              </a:prstGeom>
              <a:noFill/>
              <a:ln w="952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94" name="Line 26">
                <a:extLst>
                  <a:ext uri="{FF2B5EF4-FFF2-40B4-BE49-F238E27FC236}">
                    <a16:creationId xmlns:a16="http://schemas.microsoft.com/office/drawing/2014/main" id="{E6A1B00C-8D30-4F8A-8106-D9E783FF69F3}"/>
                  </a:ext>
                </a:extLst>
              </p:cNvPr>
              <p:cNvSpPr>
                <a:spLocks noChangeShapeType="1"/>
              </p:cNvSpPr>
              <p:nvPr/>
            </p:nvSpPr>
            <p:spPr bwMode="auto">
              <a:xfrm>
                <a:off x="2123" y="3829"/>
                <a:ext cx="792" cy="0"/>
              </a:xfrm>
              <a:prstGeom prst="line">
                <a:avLst/>
              </a:prstGeom>
              <a:noFill/>
              <a:ln w="9525">
                <a:solidFill>
                  <a:srgbClr val="00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aphicFrame>
          <p:nvGraphicFramePr>
            <p:cNvPr id="115726" name="Object 14">
              <a:extLst>
                <a:ext uri="{FF2B5EF4-FFF2-40B4-BE49-F238E27FC236}">
                  <a16:creationId xmlns:a16="http://schemas.microsoft.com/office/drawing/2014/main" id="{699189C1-1525-49AD-8DE3-371EC96F0689}"/>
                </a:ext>
              </a:extLst>
            </p:cNvPr>
            <p:cNvGraphicFramePr>
              <a:graphicFrameLocks noChangeAspect="1"/>
            </p:cNvGraphicFramePr>
            <p:nvPr/>
          </p:nvGraphicFramePr>
          <p:xfrm>
            <a:off x="718104" y="4174068"/>
            <a:ext cx="949841" cy="581588"/>
          </p:xfrm>
          <a:graphic>
            <a:graphicData uri="http://schemas.openxmlformats.org/presentationml/2006/ole">
              <mc:AlternateContent xmlns:mc="http://schemas.openxmlformats.org/markup-compatibility/2006">
                <mc:Choice xmlns:v="urn:schemas-microsoft-com:vml" Requires="v">
                  <p:oleObj name="Equation" r:id="rId6" imgW="380880" imgH="228600" progId="Equation.DSMT4">
                    <p:embed/>
                  </p:oleObj>
                </mc:Choice>
                <mc:Fallback>
                  <p:oleObj name="Equation" r:id="rId6" imgW="380880" imgH="228600" progId="Equation.DSMT4">
                    <p:embed/>
                    <p:pic>
                      <p:nvPicPr>
                        <p:cNvPr id="115726" name="Object 14">
                          <a:extLst>
                            <a:ext uri="{FF2B5EF4-FFF2-40B4-BE49-F238E27FC236}">
                              <a16:creationId xmlns:a16="http://schemas.microsoft.com/office/drawing/2014/main" id="{699189C1-1525-49AD-8DE3-371EC96F0689}"/>
                            </a:ext>
                          </a:extLst>
                        </p:cNvPr>
                        <p:cNvPicPr>
                          <a:picLocks noChangeAspect="1" noChangeArrowheads="1"/>
                        </p:cNvPicPr>
                        <p:nvPr/>
                      </p:nvPicPr>
                      <p:blipFill>
                        <a:blip r:embed="rId7"/>
                        <a:srcRect/>
                        <a:stretch>
                          <a:fillRect/>
                        </a:stretch>
                      </p:blipFill>
                      <p:spPr bwMode="auto">
                        <a:xfrm>
                          <a:off x="718104" y="4174068"/>
                          <a:ext cx="949841" cy="58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7" name="Object 15">
              <a:extLst>
                <a:ext uri="{FF2B5EF4-FFF2-40B4-BE49-F238E27FC236}">
                  <a16:creationId xmlns:a16="http://schemas.microsoft.com/office/drawing/2014/main" id="{50F4EA45-5B88-4868-9851-4FC30405F770}"/>
                </a:ext>
              </a:extLst>
            </p:cNvPr>
            <p:cNvGraphicFramePr>
              <a:graphicFrameLocks noChangeAspect="1"/>
            </p:cNvGraphicFramePr>
            <p:nvPr/>
          </p:nvGraphicFramePr>
          <p:xfrm>
            <a:off x="686682" y="5935690"/>
            <a:ext cx="981263" cy="581588"/>
          </p:xfrm>
          <a:graphic>
            <a:graphicData uri="http://schemas.openxmlformats.org/presentationml/2006/ole">
              <mc:AlternateContent xmlns:mc="http://schemas.openxmlformats.org/markup-compatibility/2006">
                <mc:Choice xmlns:v="urn:schemas-microsoft-com:vml" Requires="v">
                  <p:oleObj name="Equation" r:id="rId8" imgW="393480" imgH="228600" progId="Equation.DSMT4">
                    <p:embed/>
                  </p:oleObj>
                </mc:Choice>
                <mc:Fallback>
                  <p:oleObj name="Equation" r:id="rId8" imgW="393480" imgH="228600" progId="Equation.DSMT4">
                    <p:embed/>
                    <p:pic>
                      <p:nvPicPr>
                        <p:cNvPr id="115727" name="Object 15">
                          <a:extLst>
                            <a:ext uri="{FF2B5EF4-FFF2-40B4-BE49-F238E27FC236}">
                              <a16:creationId xmlns:a16="http://schemas.microsoft.com/office/drawing/2014/main" id="{50F4EA45-5B88-4868-9851-4FC30405F770}"/>
                            </a:ext>
                          </a:extLst>
                        </p:cNvPr>
                        <p:cNvPicPr>
                          <a:picLocks noChangeAspect="1" noChangeArrowheads="1"/>
                        </p:cNvPicPr>
                        <p:nvPr/>
                      </p:nvPicPr>
                      <p:blipFill>
                        <a:blip r:embed="rId9"/>
                        <a:srcRect/>
                        <a:stretch>
                          <a:fillRect/>
                        </a:stretch>
                      </p:blipFill>
                      <p:spPr bwMode="auto">
                        <a:xfrm>
                          <a:off x="686682" y="5935690"/>
                          <a:ext cx="981263" cy="58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8" name="Object 16">
              <a:extLst>
                <a:ext uri="{FF2B5EF4-FFF2-40B4-BE49-F238E27FC236}">
                  <a16:creationId xmlns:a16="http://schemas.microsoft.com/office/drawing/2014/main" id="{A9CAB260-D509-42A2-893E-4D686281E930}"/>
                </a:ext>
              </a:extLst>
            </p:cNvPr>
            <p:cNvGraphicFramePr>
              <a:graphicFrameLocks noChangeAspect="1"/>
            </p:cNvGraphicFramePr>
            <p:nvPr/>
          </p:nvGraphicFramePr>
          <p:xfrm>
            <a:off x="5881608" y="4165639"/>
            <a:ext cx="2185172" cy="581588"/>
          </p:xfrm>
          <a:graphic>
            <a:graphicData uri="http://schemas.openxmlformats.org/presentationml/2006/ole">
              <mc:AlternateContent xmlns:mc="http://schemas.openxmlformats.org/markup-compatibility/2006">
                <mc:Choice xmlns:v="urn:schemas-microsoft-com:vml" Requires="v">
                  <p:oleObj name="Equation" r:id="rId10" imgW="876240" imgH="228600" progId="Equation.DSMT4">
                    <p:embed/>
                  </p:oleObj>
                </mc:Choice>
                <mc:Fallback>
                  <p:oleObj name="Equation" r:id="rId10" imgW="876240" imgH="228600" progId="Equation.DSMT4">
                    <p:embed/>
                    <p:pic>
                      <p:nvPicPr>
                        <p:cNvPr id="115728" name="Object 16">
                          <a:extLst>
                            <a:ext uri="{FF2B5EF4-FFF2-40B4-BE49-F238E27FC236}">
                              <a16:creationId xmlns:a16="http://schemas.microsoft.com/office/drawing/2014/main" id="{A9CAB260-D509-42A2-893E-4D686281E930}"/>
                            </a:ext>
                          </a:extLst>
                        </p:cNvPr>
                        <p:cNvPicPr>
                          <a:picLocks noChangeAspect="1" noChangeArrowheads="1"/>
                        </p:cNvPicPr>
                        <p:nvPr/>
                      </p:nvPicPr>
                      <p:blipFill>
                        <a:blip r:embed="rId11"/>
                        <a:srcRect/>
                        <a:stretch>
                          <a:fillRect/>
                        </a:stretch>
                      </p:blipFill>
                      <p:spPr bwMode="auto">
                        <a:xfrm>
                          <a:off x="5881608" y="4165639"/>
                          <a:ext cx="2185172" cy="581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29" name="Object 17">
              <a:extLst>
                <a:ext uri="{FF2B5EF4-FFF2-40B4-BE49-F238E27FC236}">
                  <a16:creationId xmlns:a16="http://schemas.microsoft.com/office/drawing/2014/main" id="{EEEAD220-F9BB-4663-B3EB-3409F5B7EFAC}"/>
                </a:ext>
              </a:extLst>
            </p:cNvPr>
            <p:cNvGraphicFramePr>
              <a:graphicFrameLocks noChangeAspect="1"/>
            </p:cNvGraphicFramePr>
            <p:nvPr/>
          </p:nvGraphicFramePr>
          <p:xfrm>
            <a:off x="5847283" y="5886949"/>
            <a:ext cx="2881841" cy="613644"/>
          </p:xfrm>
          <a:graphic>
            <a:graphicData uri="http://schemas.openxmlformats.org/presentationml/2006/ole">
              <mc:AlternateContent xmlns:mc="http://schemas.openxmlformats.org/markup-compatibility/2006">
                <mc:Choice xmlns:v="urn:schemas-microsoft-com:vml" Requires="v">
                  <p:oleObj name="Equation" r:id="rId12" imgW="1155600" imgH="241200" progId="Equation.DSMT4">
                    <p:embed/>
                  </p:oleObj>
                </mc:Choice>
                <mc:Fallback>
                  <p:oleObj name="Equation" r:id="rId12" imgW="1155600" imgH="241200" progId="Equation.DSMT4">
                    <p:embed/>
                    <p:pic>
                      <p:nvPicPr>
                        <p:cNvPr id="115729" name="Object 17">
                          <a:extLst>
                            <a:ext uri="{FF2B5EF4-FFF2-40B4-BE49-F238E27FC236}">
                              <a16:creationId xmlns:a16="http://schemas.microsoft.com/office/drawing/2014/main" id="{EEEAD220-F9BB-4663-B3EB-3409F5B7EFAC}"/>
                            </a:ext>
                          </a:extLst>
                        </p:cNvPr>
                        <p:cNvPicPr>
                          <a:picLocks noChangeAspect="1" noChangeArrowheads="1"/>
                        </p:cNvPicPr>
                        <p:nvPr/>
                      </p:nvPicPr>
                      <p:blipFill>
                        <a:blip r:embed="rId13"/>
                        <a:srcRect/>
                        <a:stretch>
                          <a:fillRect/>
                        </a:stretch>
                      </p:blipFill>
                      <p:spPr bwMode="auto">
                        <a:xfrm>
                          <a:off x="5847283" y="5886949"/>
                          <a:ext cx="2881841" cy="6136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5731" name="Object 19">
              <a:extLst>
                <a:ext uri="{FF2B5EF4-FFF2-40B4-BE49-F238E27FC236}">
                  <a16:creationId xmlns:a16="http://schemas.microsoft.com/office/drawing/2014/main" id="{CB29FDFB-DC72-4974-A87D-BBE238BAB95D}"/>
                </a:ext>
              </a:extLst>
            </p:cNvPr>
            <p:cNvGraphicFramePr>
              <a:graphicFrameLocks noChangeAspect="1"/>
            </p:cNvGraphicFramePr>
            <p:nvPr/>
          </p:nvGraphicFramePr>
          <p:xfrm>
            <a:off x="4800600" y="5655306"/>
            <a:ext cx="633152" cy="613632"/>
          </p:xfrm>
          <a:graphic>
            <a:graphicData uri="http://schemas.openxmlformats.org/presentationml/2006/ole">
              <mc:AlternateContent xmlns:mc="http://schemas.openxmlformats.org/markup-compatibility/2006">
                <mc:Choice xmlns:v="urn:schemas-microsoft-com:vml" Requires="v">
                  <p:oleObj name="Equation" r:id="rId14" imgW="253890" imgH="241195" progId="Equation.DSMT4">
                    <p:embed/>
                  </p:oleObj>
                </mc:Choice>
                <mc:Fallback>
                  <p:oleObj name="Equation" r:id="rId14" imgW="253890" imgH="241195" progId="Equation.DSMT4">
                    <p:embed/>
                    <p:pic>
                      <p:nvPicPr>
                        <p:cNvPr id="115731" name="Object 19">
                          <a:extLst>
                            <a:ext uri="{FF2B5EF4-FFF2-40B4-BE49-F238E27FC236}">
                              <a16:creationId xmlns:a16="http://schemas.microsoft.com/office/drawing/2014/main" id="{CB29FDFB-DC72-4974-A87D-BBE238BAB95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00600" y="5655306"/>
                          <a:ext cx="633152" cy="6136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9"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6216716" y="1069519"/>
          <a:ext cx="2430463" cy="865188"/>
        </p:xfrm>
        <a:graphic>
          <a:graphicData uri="http://schemas.openxmlformats.org/presentationml/2006/ole">
            <mc:AlternateContent xmlns:mc="http://schemas.openxmlformats.org/markup-compatibility/2006">
              <mc:Choice xmlns:v="urn:schemas-microsoft-com:vml" Requires="v">
                <p:oleObj name="Equation" r:id="rId16" imgW="1104840" imgH="393480" progId="Equation.DSMT4">
                  <p:embed/>
                </p:oleObj>
              </mc:Choice>
              <mc:Fallback>
                <p:oleObj name="Equation" r:id="rId16" imgW="1104840" imgH="393480" progId="Equation.DSMT4">
                  <p:embed/>
                  <p:pic>
                    <p:nvPicPr>
                      <p:cNvPr id="29"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17"/>
                      <a:srcRect/>
                      <a:stretch>
                        <a:fillRect/>
                      </a:stretch>
                    </p:blipFill>
                    <p:spPr bwMode="auto">
                      <a:xfrm>
                        <a:off x="6216716" y="1069519"/>
                        <a:ext cx="2430463" cy="865188"/>
                      </a:xfrm>
                      <a:prstGeom prst="rect">
                        <a:avLst/>
                      </a:prstGeom>
                      <a:noFill/>
                      <a:ln>
                        <a:noFill/>
                      </a:ln>
                      <a:effectLst/>
                    </p:spPr>
                  </p:pic>
                </p:oleObj>
              </mc:Fallback>
            </mc:AlternateContent>
          </a:graphicData>
        </a:graphic>
      </p:graphicFrame>
      <p:graphicFrame>
        <p:nvGraphicFramePr>
          <p:cNvPr id="30" name="Object 7">
            <a:extLst>
              <a:ext uri="{FF2B5EF4-FFF2-40B4-BE49-F238E27FC236}">
                <a16:creationId xmlns:a16="http://schemas.microsoft.com/office/drawing/2014/main" id="{F9B254C1-8AE9-4460-B5BD-F60890494E2F}"/>
              </a:ext>
            </a:extLst>
          </p:cNvPr>
          <p:cNvGraphicFramePr>
            <a:graphicFrameLocks noChangeAspect="1"/>
          </p:cNvGraphicFramePr>
          <p:nvPr/>
        </p:nvGraphicFramePr>
        <p:xfrm>
          <a:off x="3975075" y="4824727"/>
          <a:ext cx="447675" cy="363538"/>
        </p:xfrm>
        <a:graphic>
          <a:graphicData uri="http://schemas.openxmlformats.org/presentationml/2006/ole">
            <mc:AlternateContent xmlns:mc="http://schemas.openxmlformats.org/markup-compatibility/2006">
              <mc:Choice xmlns:v="urn:schemas-microsoft-com:vml" Requires="v">
                <p:oleObj name="Equation" r:id="rId18" imgW="203040" imgH="164880" progId="Equation.DSMT4">
                  <p:embed/>
                </p:oleObj>
              </mc:Choice>
              <mc:Fallback>
                <p:oleObj name="Equation" r:id="rId18" imgW="203040" imgH="164880" progId="Equation.DSMT4">
                  <p:embed/>
                  <p:pic>
                    <p:nvPicPr>
                      <p:cNvPr id="30" name="Object 7">
                        <a:extLst>
                          <a:ext uri="{FF2B5EF4-FFF2-40B4-BE49-F238E27FC236}">
                            <a16:creationId xmlns:a16="http://schemas.microsoft.com/office/drawing/2014/main" id="{F9B254C1-8AE9-4460-B5BD-F60890494E2F}"/>
                          </a:ext>
                        </a:extLst>
                      </p:cNvPr>
                      <p:cNvPicPr>
                        <a:picLocks noChangeAspect="1" noChangeArrowheads="1"/>
                      </p:cNvPicPr>
                      <p:nvPr/>
                    </p:nvPicPr>
                    <p:blipFill>
                      <a:blip r:embed="rId19"/>
                      <a:srcRect/>
                      <a:stretch>
                        <a:fillRect/>
                      </a:stretch>
                    </p:blipFill>
                    <p:spPr bwMode="auto">
                      <a:xfrm>
                        <a:off x="3975075" y="4824727"/>
                        <a:ext cx="447675" cy="363538"/>
                      </a:xfrm>
                      <a:prstGeom prst="rect">
                        <a:avLst/>
                      </a:prstGeom>
                      <a:noFill/>
                      <a:ln>
                        <a:noFill/>
                      </a:ln>
                      <a:effectLst/>
                    </p:spPr>
                  </p:pic>
                </p:oleObj>
              </mc:Fallback>
            </mc:AlternateContent>
          </a:graphicData>
        </a:graphic>
      </p:graphicFrame>
      <p:sp>
        <p:nvSpPr>
          <p:cNvPr id="31" name="Text Box 86">
            <a:extLst>
              <a:ext uri="{FF2B5EF4-FFF2-40B4-BE49-F238E27FC236}">
                <a16:creationId xmlns:a16="http://schemas.microsoft.com/office/drawing/2014/main" id="{8566CE1F-4CCF-4262-887D-FECE0324BB01}"/>
              </a:ext>
            </a:extLst>
          </p:cNvPr>
          <p:cNvSpPr txBox="1">
            <a:spLocks noChangeArrowheads="1"/>
          </p:cNvSpPr>
          <p:nvPr/>
        </p:nvSpPr>
        <p:spPr bwMode="auto">
          <a:xfrm>
            <a:off x="1623936" y="5593538"/>
            <a:ext cx="5826176" cy="540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3.20 </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按频率抽取法的</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蝶形运算</a:t>
            </a:r>
            <a:endPar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32"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1829878261"/>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1066800" y="1447800"/>
            <a:ext cx="6607969" cy="3845719"/>
          </a:xfrm>
          <a:prstGeom prst="rect">
            <a:avLst/>
          </a:prstGeom>
        </p:spPr>
      </p:pic>
      <p:sp>
        <p:nvSpPr>
          <p:cNvPr id="5" name="Text Box 86">
            <a:extLst>
              <a:ext uri="{FF2B5EF4-FFF2-40B4-BE49-F238E27FC236}">
                <a16:creationId xmlns:a16="http://schemas.microsoft.com/office/drawing/2014/main" id="{8566CE1F-4CCF-4262-887D-FECE0324BB01}"/>
              </a:ext>
            </a:extLst>
          </p:cNvPr>
          <p:cNvSpPr txBox="1">
            <a:spLocks noChangeArrowheads="1"/>
          </p:cNvSpPr>
          <p:nvPr/>
        </p:nvSpPr>
        <p:spPr bwMode="auto">
          <a:xfrm>
            <a:off x="609600" y="5715000"/>
            <a:ext cx="7924800" cy="731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3.21 </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按频率抽取将</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8</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分解成两个</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4</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DFT</a:t>
            </a:r>
          </a:p>
        </p:txBody>
      </p:sp>
      <p:sp>
        <p:nvSpPr>
          <p:cNvPr id="7" name="Line 112">
            <a:extLst>
              <a:ext uri="{FF2B5EF4-FFF2-40B4-BE49-F238E27FC236}">
                <a16:creationId xmlns:a16="http://schemas.microsoft.com/office/drawing/2014/main" id="{A6A71F46-C311-423D-9FF9-9638A3869CEF}"/>
              </a:ext>
            </a:extLst>
          </p:cNvPr>
          <p:cNvSpPr>
            <a:spLocks noChangeShapeType="1"/>
          </p:cNvSpPr>
          <p:nvPr/>
        </p:nvSpPr>
        <p:spPr bwMode="auto">
          <a:xfrm>
            <a:off x="1676400" y="1752600"/>
            <a:ext cx="1828800" cy="0"/>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Line 113">
            <a:extLst>
              <a:ext uri="{FF2B5EF4-FFF2-40B4-BE49-F238E27FC236}">
                <a16:creationId xmlns:a16="http://schemas.microsoft.com/office/drawing/2014/main" id="{84C6CDE3-4B7B-4AC9-9D3B-9D59F9A809B5}"/>
              </a:ext>
            </a:extLst>
          </p:cNvPr>
          <p:cNvSpPr>
            <a:spLocks noChangeShapeType="1"/>
          </p:cNvSpPr>
          <p:nvPr/>
        </p:nvSpPr>
        <p:spPr bwMode="auto">
          <a:xfrm flipV="1">
            <a:off x="1676400" y="3844924"/>
            <a:ext cx="1752600" cy="1"/>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Line 114">
            <a:extLst>
              <a:ext uri="{FF2B5EF4-FFF2-40B4-BE49-F238E27FC236}">
                <a16:creationId xmlns:a16="http://schemas.microsoft.com/office/drawing/2014/main" id="{9FD1F29A-A115-4EAB-A85F-1882653EC65B}"/>
              </a:ext>
            </a:extLst>
          </p:cNvPr>
          <p:cNvSpPr>
            <a:spLocks noChangeShapeType="1"/>
          </p:cNvSpPr>
          <p:nvPr/>
        </p:nvSpPr>
        <p:spPr bwMode="auto">
          <a:xfrm>
            <a:off x="1676400" y="1745531"/>
            <a:ext cx="1752600" cy="2099393"/>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Line 115">
            <a:extLst>
              <a:ext uri="{FF2B5EF4-FFF2-40B4-BE49-F238E27FC236}">
                <a16:creationId xmlns:a16="http://schemas.microsoft.com/office/drawing/2014/main" id="{9B0E9957-51CF-4DD6-B288-F045CE20A48E}"/>
              </a:ext>
            </a:extLst>
          </p:cNvPr>
          <p:cNvSpPr>
            <a:spLocks noChangeShapeType="1"/>
          </p:cNvSpPr>
          <p:nvPr/>
        </p:nvSpPr>
        <p:spPr bwMode="auto">
          <a:xfrm flipV="1">
            <a:off x="1676400" y="1759669"/>
            <a:ext cx="1752600" cy="2085255"/>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Line 116">
            <a:extLst>
              <a:ext uri="{FF2B5EF4-FFF2-40B4-BE49-F238E27FC236}">
                <a16:creationId xmlns:a16="http://schemas.microsoft.com/office/drawing/2014/main" id="{A26B50D4-4534-46CA-B52D-403F7548ABC8}"/>
              </a:ext>
            </a:extLst>
          </p:cNvPr>
          <p:cNvSpPr>
            <a:spLocks noChangeShapeType="1"/>
          </p:cNvSpPr>
          <p:nvPr/>
        </p:nvSpPr>
        <p:spPr bwMode="auto">
          <a:xfrm>
            <a:off x="3429000" y="1752600"/>
            <a:ext cx="1143000" cy="706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 name="Line 117">
            <a:extLst>
              <a:ext uri="{FF2B5EF4-FFF2-40B4-BE49-F238E27FC236}">
                <a16:creationId xmlns:a16="http://schemas.microsoft.com/office/drawing/2014/main" id="{DF3CF2BB-BE39-4D8E-84DB-AD1F7D1226FE}"/>
              </a:ext>
            </a:extLst>
          </p:cNvPr>
          <p:cNvSpPr>
            <a:spLocks noChangeShapeType="1"/>
          </p:cNvSpPr>
          <p:nvPr/>
        </p:nvSpPr>
        <p:spPr bwMode="auto">
          <a:xfrm flipV="1">
            <a:off x="3429000" y="3851992"/>
            <a:ext cx="1143000" cy="1148"/>
          </a:xfrm>
          <a:prstGeom prst="line">
            <a:avLst/>
          </a:prstGeom>
          <a:noFill/>
          <a:ln w="381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 name="Rectangle 119">
            <a:extLst>
              <a:ext uri="{FF2B5EF4-FFF2-40B4-BE49-F238E27FC236}">
                <a16:creationId xmlns:a16="http://schemas.microsoft.com/office/drawing/2014/main" id="{FEEB1C5C-7580-4075-B8C5-683DEA2FB89B}"/>
              </a:ext>
            </a:extLst>
          </p:cNvPr>
          <p:cNvSpPr>
            <a:spLocks noChangeArrowheads="1"/>
          </p:cNvSpPr>
          <p:nvPr/>
        </p:nvSpPr>
        <p:spPr bwMode="auto">
          <a:xfrm>
            <a:off x="990600" y="868977"/>
            <a:ext cx="19111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以</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为例</a:t>
            </a:r>
          </a:p>
        </p:txBody>
      </p:sp>
      <p:sp>
        <p:nvSpPr>
          <p:cNvPr id="13"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3164617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Line 3"/>
          <p:cNvSpPr/>
          <p:nvPr/>
        </p:nvSpPr>
        <p:spPr>
          <a:xfrm>
            <a:off x="1922463" y="322263"/>
            <a:ext cx="1449387" cy="0"/>
          </a:xfrm>
          <a:prstGeom prst="line">
            <a:avLst/>
          </a:prstGeom>
          <a:ln w="9525" cap="flat" cmpd="sng">
            <a:solidFill>
              <a:srgbClr val="000000"/>
            </a:solidFill>
            <a:prstDash val="solid"/>
            <a:headEnd type="oval" w="sm" len="med"/>
            <a:tailEnd type="triangle" w="sm" len="lg"/>
          </a:ln>
        </p:spPr>
      </p:sp>
      <p:sp>
        <p:nvSpPr>
          <p:cNvPr id="34819" name="Line 4"/>
          <p:cNvSpPr/>
          <p:nvPr/>
        </p:nvSpPr>
        <p:spPr>
          <a:xfrm>
            <a:off x="1922463" y="638175"/>
            <a:ext cx="1449387" cy="0"/>
          </a:xfrm>
          <a:prstGeom prst="line">
            <a:avLst/>
          </a:prstGeom>
          <a:ln w="9525" cap="flat" cmpd="sng">
            <a:solidFill>
              <a:srgbClr val="000000"/>
            </a:solidFill>
            <a:prstDash val="solid"/>
            <a:headEnd type="oval" w="sm" len="med"/>
            <a:tailEnd type="triangle" w="sm" len="lg"/>
          </a:ln>
        </p:spPr>
      </p:sp>
      <p:sp>
        <p:nvSpPr>
          <p:cNvPr id="34820" name="Line 5"/>
          <p:cNvSpPr/>
          <p:nvPr/>
        </p:nvSpPr>
        <p:spPr>
          <a:xfrm>
            <a:off x="1922463" y="957263"/>
            <a:ext cx="1449387" cy="0"/>
          </a:xfrm>
          <a:prstGeom prst="line">
            <a:avLst/>
          </a:prstGeom>
          <a:ln w="9525" cap="flat" cmpd="sng">
            <a:solidFill>
              <a:srgbClr val="000000"/>
            </a:solidFill>
            <a:prstDash val="solid"/>
            <a:headEnd type="oval" w="sm" len="med"/>
            <a:tailEnd type="triangle" w="sm" len="lg"/>
          </a:ln>
        </p:spPr>
      </p:sp>
      <p:sp>
        <p:nvSpPr>
          <p:cNvPr id="34821" name="Line 6"/>
          <p:cNvSpPr/>
          <p:nvPr/>
        </p:nvSpPr>
        <p:spPr>
          <a:xfrm>
            <a:off x="1922463" y="1276350"/>
            <a:ext cx="1449387" cy="0"/>
          </a:xfrm>
          <a:prstGeom prst="line">
            <a:avLst/>
          </a:prstGeom>
          <a:ln w="9525" cap="flat" cmpd="sng">
            <a:solidFill>
              <a:srgbClr val="000000"/>
            </a:solidFill>
            <a:prstDash val="solid"/>
            <a:headEnd type="oval" w="sm" len="med"/>
            <a:tailEnd type="triangle" w="sm" len="lg"/>
          </a:ln>
        </p:spPr>
      </p:sp>
      <p:sp>
        <p:nvSpPr>
          <p:cNvPr id="34822" name="Line 7"/>
          <p:cNvSpPr/>
          <p:nvPr/>
        </p:nvSpPr>
        <p:spPr>
          <a:xfrm>
            <a:off x="1922463" y="2074863"/>
            <a:ext cx="1449387" cy="0"/>
          </a:xfrm>
          <a:prstGeom prst="line">
            <a:avLst/>
          </a:prstGeom>
          <a:ln w="9525" cap="flat" cmpd="sng">
            <a:solidFill>
              <a:srgbClr val="000000"/>
            </a:solidFill>
            <a:prstDash val="solid"/>
            <a:headEnd type="oval" w="sm" len="med"/>
            <a:tailEnd type="triangle" w="sm" len="lg"/>
          </a:ln>
        </p:spPr>
      </p:sp>
      <p:sp>
        <p:nvSpPr>
          <p:cNvPr id="34823" name="Line 8"/>
          <p:cNvSpPr/>
          <p:nvPr/>
        </p:nvSpPr>
        <p:spPr>
          <a:xfrm>
            <a:off x="1922463" y="2393950"/>
            <a:ext cx="1449387" cy="0"/>
          </a:xfrm>
          <a:prstGeom prst="line">
            <a:avLst/>
          </a:prstGeom>
          <a:ln w="9525" cap="flat" cmpd="sng">
            <a:solidFill>
              <a:srgbClr val="000000"/>
            </a:solidFill>
            <a:prstDash val="solid"/>
            <a:headEnd type="oval" w="sm" len="med"/>
            <a:tailEnd type="triangle" w="sm" len="lg"/>
          </a:ln>
        </p:spPr>
      </p:sp>
      <p:sp>
        <p:nvSpPr>
          <p:cNvPr id="34824" name="Line 9"/>
          <p:cNvSpPr/>
          <p:nvPr/>
        </p:nvSpPr>
        <p:spPr>
          <a:xfrm>
            <a:off x="1922463" y="2713038"/>
            <a:ext cx="1449387" cy="0"/>
          </a:xfrm>
          <a:prstGeom prst="line">
            <a:avLst/>
          </a:prstGeom>
          <a:ln w="9525" cap="flat" cmpd="sng">
            <a:solidFill>
              <a:srgbClr val="000000"/>
            </a:solidFill>
            <a:prstDash val="solid"/>
            <a:headEnd type="oval" w="sm" len="med"/>
            <a:tailEnd type="triangle" w="sm" len="lg"/>
          </a:ln>
        </p:spPr>
      </p:sp>
      <p:sp>
        <p:nvSpPr>
          <p:cNvPr id="34825" name="Line 10"/>
          <p:cNvSpPr/>
          <p:nvPr/>
        </p:nvSpPr>
        <p:spPr>
          <a:xfrm>
            <a:off x="1922463" y="3032125"/>
            <a:ext cx="1449387" cy="0"/>
          </a:xfrm>
          <a:prstGeom prst="line">
            <a:avLst/>
          </a:prstGeom>
          <a:ln w="9525" cap="flat" cmpd="sng">
            <a:solidFill>
              <a:srgbClr val="000000"/>
            </a:solidFill>
            <a:prstDash val="solid"/>
            <a:headEnd type="oval" w="sm" len="med"/>
            <a:tailEnd type="triangle" w="sm" len="lg"/>
          </a:ln>
        </p:spPr>
      </p:sp>
      <p:sp>
        <p:nvSpPr>
          <p:cNvPr id="34826" name="Line 11"/>
          <p:cNvSpPr/>
          <p:nvPr/>
        </p:nvSpPr>
        <p:spPr>
          <a:xfrm flipV="1">
            <a:off x="1922463" y="322263"/>
            <a:ext cx="1449387" cy="1755775"/>
          </a:xfrm>
          <a:prstGeom prst="line">
            <a:avLst/>
          </a:prstGeom>
          <a:ln w="9525" cap="flat" cmpd="sng">
            <a:solidFill>
              <a:srgbClr val="000000"/>
            </a:solidFill>
            <a:prstDash val="solid"/>
            <a:headEnd type="none" w="sm" len="med"/>
            <a:tailEnd type="triangle" w="sm" len="lg"/>
          </a:ln>
        </p:spPr>
      </p:sp>
      <p:sp>
        <p:nvSpPr>
          <p:cNvPr id="34827" name="Line 12"/>
          <p:cNvSpPr/>
          <p:nvPr/>
        </p:nvSpPr>
        <p:spPr>
          <a:xfrm flipV="1">
            <a:off x="1922463" y="638175"/>
            <a:ext cx="1449387" cy="1755775"/>
          </a:xfrm>
          <a:prstGeom prst="line">
            <a:avLst/>
          </a:prstGeom>
          <a:ln w="9525" cap="flat" cmpd="sng">
            <a:solidFill>
              <a:srgbClr val="000000"/>
            </a:solidFill>
            <a:prstDash val="solid"/>
            <a:headEnd type="none" w="sm" len="med"/>
            <a:tailEnd type="triangle" w="sm" len="lg"/>
          </a:ln>
        </p:spPr>
      </p:sp>
      <p:sp>
        <p:nvSpPr>
          <p:cNvPr id="34828" name="Line 13"/>
          <p:cNvSpPr/>
          <p:nvPr/>
        </p:nvSpPr>
        <p:spPr>
          <a:xfrm flipV="1">
            <a:off x="1922463" y="957263"/>
            <a:ext cx="1449387" cy="1755775"/>
          </a:xfrm>
          <a:prstGeom prst="line">
            <a:avLst/>
          </a:prstGeom>
          <a:ln w="9525" cap="flat" cmpd="sng">
            <a:solidFill>
              <a:srgbClr val="000000"/>
            </a:solidFill>
            <a:prstDash val="solid"/>
            <a:headEnd type="none" w="sm" len="med"/>
            <a:tailEnd type="triangle" w="sm" len="lg"/>
          </a:ln>
        </p:spPr>
      </p:sp>
      <p:sp>
        <p:nvSpPr>
          <p:cNvPr id="34829" name="Line 14"/>
          <p:cNvSpPr/>
          <p:nvPr/>
        </p:nvSpPr>
        <p:spPr>
          <a:xfrm flipV="1">
            <a:off x="1922463" y="1276350"/>
            <a:ext cx="1449387" cy="1755775"/>
          </a:xfrm>
          <a:prstGeom prst="line">
            <a:avLst/>
          </a:prstGeom>
          <a:ln w="9525" cap="flat" cmpd="sng">
            <a:solidFill>
              <a:srgbClr val="000000"/>
            </a:solidFill>
            <a:prstDash val="solid"/>
            <a:headEnd type="none" w="sm" len="med"/>
            <a:tailEnd type="triangle" w="sm" len="lg"/>
          </a:ln>
        </p:spPr>
      </p:sp>
      <p:sp>
        <p:nvSpPr>
          <p:cNvPr id="34830" name="Line 15"/>
          <p:cNvSpPr/>
          <p:nvPr/>
        </p:nvSpPr>
        <p:spPr>
          <a:xfrm>
            <a:off x="1922463" y="319088"/>
            <a:ext cx="1449387" cy="1755775"/>
          </a:xfrm>
          <a:prstGeom prst="line">
            <a:avLst/>
          </a:prstGeom>
          <a:ln w="9525" cap="flat" cmpd="sng">
            <a:solidFill>
              <a:srgbClr val="000000"/>
            </a:solidFill>
            <a:prstDash val="solid"/>
            <a:headEnd type="none" w="sm" len="med"/>
            <a:tailEnd type="triangle" w="sm" len="lg"/>
          </a:ln>
        </p:spPr>
      </p:sp>
      <p:sp>
        <p:nvSpPr>
          <p:cNvPr id="34831" name="Line 16"/>
          <p:cNvSpPr/>
          <p:nvPr/>
        </p:nvSpPr>
        <p:spPr>
          <a:xfrm>
            <a:off x="1922463" y="638175"/>
            <a:ext cx="1449387" cy="1755775"/>
          </a:xfrm>
          <a:prstGeom prst="line">
            <a:avLst/>
          </a:prstGeom>
          <a:ln w="9525" cap="flat" cmpd="sng">
            <a:solidFill>
              <a:srgbClr val="000000"/>
            </a:solidFill>
            <a:prstDash val="solid"/>
            <a:headEnd type="none" w="sm" len="med"/>
            <a:tailEnd type="triangle" w="sm" len="lg"/>
          </a:ln>
        </p:spPr>
      </p:sp>
      <p:sp>
        <p:nvSpPr>
          <p:cNvPr id="34832" name="Line 17"/>
          <p:cNvSpPr/>
          <p:nvPr/>
        </p:nvSpPr>
        <p:spPr>
          <a:xfrm>
            <a:off x="1922463" y="957263"/>
            <a:ext cx="1449387" cy="1755775"/>
          </a:xfrm>
          <a:prstGeom prst="line">
            <a:avLst/>
          </a:prstGeom>
          <a:ln w="9525" cap="flat" cmpd="sng">
            <a:solidFill>
              <a:srgbClr val="000000"/>
            </a:solidFill>
            <a:prstDash val="solid"/>
            <a:headEnd type="none" w="sm" len="med"/>
            <a:tailEnd type="triangle" w="sm" len="lg"/>
          </a:ln>
        </p:spPr>
      </p:sp>
      <p:sp>
        <p:nvSpPr>
          <p:cNvPr id="34833" name="Line 18"/>
          <p:cNvSpPr/>
          <p:nvPr/>
        </p:nvSpPr>
        <p:spPr>
          <a:xfrm>
            <a:off x="1922463" y="1276350"/>
            <a:ext cx="1449387" cy="1755775"/>
          </a:xfrm>
          <a:prstGeom prst="line">
            <a:avLst/>
          </a:prstGeom>
          <a:ln w="9525" cap="flat" cmpd="sng">
            <a:solidFill>
              <a:srgbClr val="000000"/>
            </a:solidFill>
            <a:prstDash val="solid"/>
            <a:headEnd type="none" w="sm" len="med"/>
            <a:tailEnd type="triangle" w="sm" len="lg"/>
          </a:ln>
        </p:spPr>
      </p:sp>
      <p:grpSp>
        <p:nvGrpSpPr>
          <p:cNvPr id="34834" name="组合 1"/>
          <p:cNvGrpSpPr/>
          <p:nvPr/>
        </p:nvGrpSpPr>
        <p:grpSpPr>
          <a:xfrm>
            <a:off x="1336675" y="161925"/>
            <a:ext cx="644525" cy="3114675"/>
            <a:chOff x="1116013" y="0"/>
            <a:chExt cx="644676" cy="3115363"/>
          </a:xfrm>
        </p:grpSpPr>
        <p:sp>
          <p:nvSpPr>
            <p:cNvPr id="34940" name="Text Box 19"/>
            <p:cNvSpPr txBox="1"/>
            <p:nvPr/>
          </p:nvSpPr>
          <p:spPr>
            <a:xfrm>
              <a:off x="1116013" y="0"/>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x(0)</a:t>
              </a:r>
            </a:p>
          </p:txBody>
        </p:sp>
        <p:sp>
          <p:nvSpPr>
            <p:cNvPr id="34941" name="Text Box 20"/>
            <p:cNvSpPr txBox="1"/>
            <p:nvPr/>
          </p:nvSpPr>
          <p:spPr>
            <a:xfrm>
              <a:off x="1116013" y="319210"/>
              <a:ext cx="644676" cy="402081"/>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x(1)</a:t>
              </a:r>
            </a:p>
          </p:txBody>
        </p:sp>
        <p:sp>
          <p:nvSpPr>
            <p:cNvPr id="34942" name="Text Box 21"/>
            <p:cNvSpPr txBox="1"/>
            <p:nvPr/>
          </p:nvSpPr>
          <p:spPr>
            <a:xfrm>
              <a:off x="1116013" y="638419"/>
              <a:ext cx="644676" cy="402081"/>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x(2)</a:t>
              </a:r>
            </a:p>
          </p:txBody>
        </p:sp>
        <p:sp>
          <p:nvSpPr>
            <p:cNvPr id="34943" name="Text Box 22"/>
            <p:cNvSpPr txBox="1"/>
            <p:nvPr/>
          </p:nvSpPr>
          <p:spPr>
            <a:xfrm>
              <a:off x="1116013" y="957629"/>
              <a:ext cx="644676" cy="402081"/>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x(3)</a:t>
              </a:r>
            </a:p>
          </p:txBody>
        </p:sp>
        <p:sp>
          <p:nvSpPr>
            <p:cNvPr id="34944" name="Text Box 23"/>
            <p:cNvSpPr txBox="1"/>
            <p:nvPr/>
          </p:nvSpPr>
          <p:spPr>
            <a:xfrm>
              <a:off x="1116013" y="1755653"/>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x(4)</a:t>
              </a:r>
            </a:p>
          </p:txBody>
        </p:sp>
        <p:sp>
          <p:nvSpPr>
            <p:cNvPr id="34945" name="Text Box 24"/>
            <p:cNvSpPr txBox="1"/>
            <p:nvPr/>
          </p:nvSpPr>
          <p:spPr>
            <a:xfrm>
              <a:off x="1116013" y="2074862"/>
              <a:ext cx="644676" cy="402081"/>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x(5)</a:t>
              </a:r>
            </a:p>
          </p:txBody>
        </p:sp>
        <p:sp>
          <p:nvSpPr>
            <p:cNvPr id="34946" name="Text Box 25"/>
            <p:cNvSpPr txBox="1"/>
            <p:nvPr/>
          </p:nvSpPr>
          <p:spPr>
            <a:xfrm>
              <a:off x="1116013" y="2394072"/>
              <a:ext cx="644676" cy="402081"/>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x(6)</a:t>
              </a:r>
            </a:p>
          </p:txBody>
        </p:sp>
        <p:sp>
          <p:nvSpPr>
            <p:cNvPr id="34947" name="Text Box 26"/>
            <p:cNvSpPr txBox="1"/>
            <p:nvPr/>
          </p:nvSpPr>
          <p:spPr>
            <a:xfrm>
              <a:off x="1116013" y="2713282"/>
              <a:ext cx="644676" cy="402081"/>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x(7)</a:t>
              </a:r>
            </a:p>
          </p:txBody>
        </p:sp>
      </p:grpSp>
      <p:sp>
        <p:nvSpPr>
          <p:cNvPr id="34835" name="Text Box 27"/>
          <p:cNvSpPr txBox="1"/>
          <p:nvPr/>
        </p:nvSpPr>
        <p:spPr>
          <a:xfrm>
            <a:off x="3211513" y="1960563"/>
            <a:ext cx="482600" cy="47942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-1</a:t>
            </a:r>
          </a:p>
        </p:txBody>
      </p:sp>
      <p:sp>
        <p:nvSpPr>
          <p:cNvPr id="34836" name="Text Box 28"/>
          <p:cNvSpPr txBox="1"/>
          <p:nvPr/>
        </p:nvSpPr>
        <p:spPr>
          <a:xfrm>
            <a:off x="3211513" y="2309813"/>
            <a:ext cx="482600" cy="47942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-1</a:t>
            </a:r>
          </a:p>
        </p:txBody>
      </p:sp>
      <p:sp>
        <p:nvSpPr>
          <p:cNvPr id="34837" name="Text Box 29"/>
          <p:cNvSpPr txBox="1"/>
          <p:nvPr/>
        </p:nvSpPr>
        <p:spPr>
          <a:xfrm>
            <a:off x="3211513" y="2600325"/>
            <a:ext cx="482600" cy="584200"/>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-1</a:t>
            </a:r>
          </a:p>
        </p:txBody>
      </p:sp>
      <p:sp>
        <p:nvSpPr>
          <p:cNvPr id="34838" name="Text Box 30"/>
          <p:cNvSpPr txBox="1"/>
          <p:nvPr/>
        </p:nvSpPr>
        <p:spPr>
          <a:xfrm>
            <a:off x="3106738" y="2901950"/>
            <a:ext cx="482600" cy="477838"/>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-1</a:t>
            </a:r>
          </a:p>
        </p:txBody>
      </p:sp>
      <p:sp>
        <p:nvSpPr>
          <p:cNvPr id="34839" name="Text Box 31"/>
          <p:cNvSpPr txBox="1"/>
          <p:nvPr/>
        </p:nvSpPr>
        <p:spPr>
          <a:xfrm>
            <a:off x="4338638" y="160338"/>
            <a:ext cx="968375" cy="1276350"/>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ctr" eaLnBrk="1" hangingPunct="1">
              <a:spcBef>
                <a:spcPct val="0"/>
              </a:spcBef>
              <a:buNone/>
            </a:pPr>
            <a:endParaRPr lang="en-US" altLang="zh-CN" sz="1200" b="0" dirty="0">
              <a:solidFill>
                <a:srgbClr val="333300"/>
              </a:solidFill>
            </a:endParaRPr>
          </a:p>
          <a:p>
            <a:pPr marL="0" lvl="0" indent="0" algn="ctr" eaLnBrk="1" hangingPunct="1">
              <a:spcBef>
                <a:spcPct val="0"/>
              </a:spcBef>
              <a:buNone/>
            </a:pPr>
            <a:r>
              <a:rPr lang="en-US" altLang="zh-CN" sz="1200" b="0" dirty="0">
                <a:solidFill>
                  <a:srgbClr val="333300"/>
                </a:solidFill>
              </a:rPr>
              <a:t>N/2</a:t>
            </a:r>
            <a:r>
              <a:rPr lang="zh-CN" altLang="en-US" sz="1200" b="0" dirty="0">
                <a:solidFill>
                  <a:srgbClr val="333300"/>
                </a:solidFill>
              </a:rPr>
              <a:t>点</a:t>
            </a:r>
          </a:p>
          <a:p>
            <a:pPr marL="0" lvl="0" indent="0" algn="ctr" eaLnBrk="1" hangingPunct="1">
              <a:spcBef>
                <a:spcPct val="0"/>
              </a:spcBef>
              <a:buNone/>
            </a:pPr>
            <a:r>
              <a:rPr lang="en-US" altLang="zh-CN" sz="1200" b="0" dirty="0">
                <a:solidFill>
                  <a:srgbClr val="333300"/>
                </a:solidFill>
              </a:rPr>
              <a:t>DFT</a:t>
            </a:r>
          </a:p>
        </p:txBody>
      </p:sp>
      <p:sp>
        <p:nvSpPr>
          <p:cNvPr id="34840" name="Line 32"/>
          <p:cNvSpPr/>
          <p:nvPr/>
        </p:nvSpPr>
        <p:spPr>
          <a:xfrm>
            <a:off x="3371850" y="319088"/>
            <a:ext cx="484188" cy="0"/>
          </a:xfrm>
          <a:prstGeom prst="line">
            <a:avLst/>
          </a:prstGeom>
          <a:ln w="9525" cap="flat" cmpd="sng">
            <a:solidFill>
              <a:srgbClr val="000000"/>
            </a:solidFill>
            <a:prstDash val="solid"/>
            <a:headEnd type="oval" w="med" len="med"/>
            <a:tailEnd type="triangle" w="sm" len="lg"/>
          </a:ln>
        </p:spPr>
      </p:sp>
      <p:sp>
        <p:nvSpPr>
          <p:cNvPr id="34841" name="Line 33"/>
          <p:cNvSpPr/>
          <p:nvPr/>
        </p:nvSpPr>
        <p:spPr>
          <a:xfrm>
            <a:off x="3371850" y="638175"/>
            <a:ext cx="484188" cy="0"/>
          </a:xfrm>
          <a:prstGeom prst="line">
            <a:avLst/>
          </a:prstGeom>
          <a:ln w="9525" cap="flat" cmpd="sng">
            <a:solidFill>
              <a:srgbClr val="000000"/>
            </a:solidFill>
            <a:prstDash val="solid"/>
            <a:headEnd type="oval" w="med" len="med"/>
            <a:tailEnd type="triangle" w="sm" len="lg"/>
          </a:ln>
        </p:spPr>
      </p:sp>
      <p:sp>
        <p:nvSpPr>
          <p:cNvPr id="34842" name="Line 34"/>
          <p:cNvSpPr/>
          <p:nvPr/>
        </p:nvSpPr>
        <p:spPr>
          <a:xfrm>
            <a:off x="3371850" y="957263"/>
            <a:ext cx="484188" cy="0"/>
          </a:xfrm>
          <a:prstGeom prst="line">
            <a:avLst/>
          </a:prstGeom>
          <a:ln w="9525" cap="flat" cmpd="sng">
            <a:solidFill>
              <a:srgbClr val="000000"/>
            </a:solidFill>
            <a:prstDash val="solid"/>
            <a:headEnd type="oval" w="med" len="med"/>
            <a:tailEnd type="triangle" w="sm" len="lg"/>
          </a:ln>
        </p:spPr>
      </p:sp>
      <p:sp>
        <p:nvSpPr>
          <p:cNvPr id="34843" name="Line 35"/>
          <p:cNvSpPr/>
          <p:nvPr/>
        </p:nvSpPr>
        <p:spPr>
          <a:xfrm>
            <a:off x="3371850" y="1276350"/>
            <a:ext cx="484188" cy="0"/>
          </a:xfrm>
          <a:prstGeom prst="line">
            <a:avLst/>
          </a:prstGeom>
          <a:ln w="9525" cap="flat" cmpd="sng">
            <a:solidFill>
              <a:srgbClr val="000000"/>
            </a:solidFill>
            <a:prstDash val="solid"/>
            <a:headEnd type="oval" w="med" len="med"/>
            <a:tailEnd type="triangle" w="sm" len="lg"/>
          </a:ln>
        </p:spPr>
      </p:sp>
      <p:sp>
        <p:nvSpPr>
          <p:cNvPr id="34844" name="Line 36"/>
          <p:cNvSpPr/>
          <p:nvPr/>
        </p:nvSpPr>
        <p:spPr>
          <a:xfrm>
            <a:off x="5307013" y="319088"/>
            <a:ext cx="966787" cy="0"/>
          </a:xfrm>
          <a:prstGeom prst="line">
            <a:avLst/>
          </a:prstGeom>
          <a:ln w="9525" cap="flat" cmpd="sng">
            <a:solidFill>
              <a:srgbClr val="000000"/>
            </a:solidFill>
            <a:prstDash val="solid"/>
            <a:headEnd type="none" w="sm" len="med"/>
            <a:tailEnd type="triangle" w="med" len="med"/>
          </a:ln>
        </p:spPr>
      </p:sp>
      <p:sp>
        <p:nvSpPr>
          <p:cNvPr id="34845" name="Line 37"/>
          <p:cNvSpPr/>
          <p:nvPr/>
        </p:nvSpPr>
        <p:spPr>
          <a:xfrm>
            <a:off x="5307013" y="638175"/>
            <a:ext cx="966787" cy="0"/>
          </a:xfrm>
          <a:prstGeom prst="line">
            <a:avLst/>
          </a:prstGeom>
          <a:ln w="9525" cap="flat" cmpd="sng">
            <a:solidFill>
              <a:srgbClr val="000000"/>
            </a:solidFill>
            <a:prstDash val="solid"/>
            <a:headEnd type="none" w="sm" len="med"/>
            <a:tailEnd type="triangle" w="med" len="med"/>
          </a:ln>
        </p:spPr>
      </p:sp>
      <p:sp>
        <p:nvSpPr>
          <p:cNvPr id="34846" name="Line 38"/>
          <p:cNvSpPr/>
          <p:nvPr/>
        </p:nvSpPr>
        <p:spPr>
          <a:xfrm>
            <a:off x="5307013" y="957263"/>
            <a:ext cx="966787" cy="0"/>
          </a:xfrm>
          <a:prstGeom prst="line">
            <a:avLst/>
          </a:prstGeom>
          <a:ln w="9525" cap="flat" cmpd="sng">
            <a:solidFill>
              <a:srgbClr val="000000"/>
            </a:solidFill>
            <a:prstDash val="solid"/>
            <a:headEnd type="none" w="sm" len="med"/>
            <a:tailEnd type="triangle" w="med" len="med"/>
          </a:ln>
        </p:spPr>
      </p:sp>
      <p:sp>
        <p:nvSpPr>
          <p:cNvPr id="34847" name="Line 39"/>
          <p:cNvSpPr/>
          <p:nvPr/>
        </p:nvSpPr>
        <p:spPr>
          <a:xfrm>
            <a:off x="5307013" y="1276350"/>
            <a:ext cx="966787" cy="0"/>
          </a:xfrm>
          <a:prstGeom prst="line">
            <a:avLst/>
          </a:prstGeom>
          <a:ln w="9525" cap="flat" cmpd="sng">
            <a:solidFill>
              <a:srgbClr val="000000"/>
            </a:solidFill>
            <a:prstDash val="solid"/>
            <a:headEnd type="none" w="sm" len="med"/>
            <a:tailEnd type="triangle" w="med" len="med"/>
          </a:ln>
        </p:spPr>
      </p:sp>
      <p:grpSp>
        <p:nvGrpSpPr>
          <p:cNvPr id="34848" name="组合 3"/>
          <p:cNvGrpSpPr/>
          <p:nvPr/>
        </p:nvGrpSpPr>
        <p:grpSpPr>
          <a:xfrm>
            <a:off x="3856038" y="76200"/>
            <a:ext cx="644525" cy="1433513"/>
            <a:chOff x="3855887" y="0"/>
            <a:chExt cx="644676" cy="1433374"/>
          </a:xfrm>
        </p:grpSpPr>
        <p:sp>
          <p:nvSpPr>
            <p:cNvPr id="34936" name="Text Box 40"/>
            <p:cNvSpPr txBox="1"/>
            <p:nvPr/>
          </p:nvSpPr>
          <p:spPr>
            <a:xfrm>
              <a:off x="3855887" y="0"/>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a(0)</a:t>
              </a:r>
            </a:p>
          </p:txBody>
        </p:sp>
        <p:sp>
          <p:nvSpPr>
            <p:cNvPr id="34937" name="Text Box 41"/>
            <p:cNvSpPr txBox="1"/>
            <p:nvPr/>
          </p:nvSpPr>
          <p:spPr>
            <a:xfrm>
              <a:off x="3855887" y="319210"/>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a(1)</a:t>
              </a:r>
            </a:p>
          </p:txBody>
        </p:sp>
        <p:sp>
          <p:nvSpPr>
            <p:cNvPr id="34938" name="Text Box 42"/>
            <p:cNvSpPr txBox="1"/>
            <p:nvPr/>
          </p:nvSpPr>
          <p:spPr>
            <a:xfrm>
              <a:off x="3855887" y="638419"/>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a(2)</a:t>
              </a:r>
            </a:p>
          </p:txBody>
        </p:sp>
        <p:sp>
          <p:nvSpPr>
            <p:cNvPr id="34939" name="Text Box 43"/>
            <p:cNvSpPr txBox="1"/>
            <p:nvPr/>
          </p:nvSpPr>
          <p:spPr>
            <a:xfrm>
              <a:off x="3855887" y="957629"/>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a(3)</a:t>
              </a:r>
            </a:p>
          </p:txBody>
        </p:sp>
      </p:grpSp>
      <p:sp>
        <p:nvSpPr>
          <p:cNvPr id="34849" name="Text Box 44"/>
          <p:cNvSpPr txBox="1"/>
          <p:nvPr/>
        </p:nvSpPr>
        <p:spPr>
          <a:xfrm>
            <a:off x="4338638" y="1914525"/>
            <a:ext cx="968375" cy="1277938"/>
          </a:xfrm>
          <a:prstGeom prst="rect">
            <a:avLst/>
          </a:prstGeom>
          <a:solidFill>
            <a:srgbClr val="FFFFFF"/>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ctr" eaLnBrk="1" hangingPunct="1">
              <a:spcBef>
                <a:spcPct val="0"/>
              </a:spcBef>
              <a:buNone/>
            </a:pPr>
            <a:endParaRPr lang="en-US" altLang="zh-CN" sz="1200" b="0" dirty="0">
              <a:solidFill>
                <a:srgbClr val="333300"/>
              </a:solidFill>
            </a:endParaRPr>
          </a:p>
          <a:p>
            <a:pPr marL="0" lvl="0" indent="0" algn="ctr" eaLnBrk="1" hangingPunct="1">
              <a:spcBef>
                <a:spcPct val="0"/>
              </a:spcBef>
              <a:buNone/>
            </a:pPr>
            <a:r>
              <a:rPr lang="en-US" altLang="zh-CN" sz="1200" b="0" dirty="0">
                <a:solidFill>
                  <a:srgbClr val="333300"/>
                </a:solidFill>
              </a:rPr>
              <a:t>N/2</a:t>
            </a:r>
            <a:r>
              <a:rPr lang="zh-CN" altLang="en-US" sz="1200" b="0" dirty="0">
                <a:solidFill>
                  <a:srgbClr val="333300"/>
                </a:solidFill>
              </a:rPr>
              <a:t>点</a:t>
            </a:r>
          </a:p>
          <a:p>
            <a:pPr marL="0" lvl="0" indent="0" algn="ctr" eaLnBrk="1" hangingPunct="1">
              <a:spcBef>
                <a:spcPct val="0"/>
              </a:spcBef>
              <a:buNone/>
            </a:pPr>
            <a:r>
              <a:rPr lang="en-US" altLang="zh-CN" sz="1200" b="0" dirty="0">
                <a:solidFill>
                  <a:srgbClr val="333300"/>
                </a:solidFill>
              </a:rPr>
              <a:t>DFT</a:t>
            </a:r>
          </a:p>
        </p:txBody>
      </p:sp>
      <p:sp>
        <p:nvSpPr>
          <p:cNvPr id="34850" name="Line 45"/>
          <p:cNvSpPr/>
          <p:nvPr/>
        </p:nvSpPr>
        <p:spPr>
          <a:xfrm>
            <a:off x="3371850" y="2078038"/>
            <a:ext cx="484188" cy="0"/>
          </a:xfrm>
          <a:prstGeom prst="line">
            <a:avLst/>
          </a:prstGeom>
          <a:ln w="9525" cap="flat" cmpd="sng">
            <a:solidFill>
              <a:srgbClr val="000000"/>
            </a:solidFill>
            <a:prstDash val="solid"/>
            <a:headEnd type="oval" w="med" len="med"/>
            <a:tailEnd type="triangle" w="sm" len="lg"/>
          </a:ln>
        </p:spPr>
      </p:sp>
      <p:sp>
        <p:nvSpPr>
          <p:cNvPr id="34851" name="Line 46"/>
          <p:cNvSpPr/>
          <p:nvPr/>
        </p:nvSpPr>
        <p:spPr>
          <a:xfrm>
            <a:off x="3371850" y="2397125"/>
            <a:ext cx="484188" cy="0"/>
          </a:xfrm>
          <a:prstGeom prst="line">
            <a:avLst/>
          </a:prstGeom>
          <a:ln w="9525" cap="flat" cmpd="sng">
            <a:solidFill>
              <a:srgbClr val="000000"/>
            </a:solidFill>
            <a:prstDash val="solid"/>
            <a:headEnd type="oval" w="med" len="med"/>
            <a:tailEnd type="triangle" w="sm" len="lg"/>
          </a:ln>
        </p:spPr>
      </p:sp>
      <p:sp>
        <p:nvSpPr>
          <p:cNvPr id="34852" name="Line 47"/>
          <p:cNvSpPr/>
          <p:nvPr/>
        </p:nvSpPr>
        <p:spPr>
          <a:xfrm>
            <a:off x="3371850" y="2713038"/>
            <a:ext cx="484188" cy="0"/>
          </a:xfrm>
          <a:prstGeom prst="line">
            <a:avLst/>
          </a:prstGeom>
          <a:ln w="9525" cap="flat" cmpd="sng">
            <a:solidFill>
              <a:srgbClr val="000000"/>
            </a:solidFill>
            <a:prstDash val="solid"/>
            <a:headEnd type="oval" w="med" len="med"/>
            <a:tailEnd type="triangle" w="sm" len="lg"/>
          </a:ln>
        </p:spPr>
      </p:sp>
      <p:sp>
        <p:nvSpPr>
          <p:cNvPr id="34853" name="Line 48"/>
          <p:cNvSpPr/>
          <p:nvPr/>
        </p:nvSpPr>
        <p:spPr>
          <a:xfrm>
            <a:off x="3371850" y="3032125"/>
            <a:ext cx="484188" cy="0"/>
          </a:xfrm>
          <a:prstGeom prst="line">
            <a:avLst/>
          </a:prstGeom>
          <a:ln w="9525" cap="flat" cmpd="sng">
            <a:solidFill>
              <a:srgbClr val="000000"/>
            </a:solidFill>
            <a:prstDash val="solid"/>
            <a:headEnd type="oval" w="med" len="med"/>
            <a:tailEnd type="triangle" w="sm" len="lg"/>
          </a:ln>
        </p:spPr>
      </p:sp>
      <p:sp>
        <p:nvSpPr>
          <p:cNvPr id="34854" name="Line 49"/>
          <p:cNvSpPr/>
          <p:nvPr/>
        </p:nvSpPr>
        <p:spPr>
          <a:xfrm>
            <a:off x="5307013" y="2074863"/>
            <a:ext cx="966787" cy="0"/>
          </a:xfrm>
          <a:prstGeom prst="line">
            <a:avLst/>
          </a:prstGeom>
          <a:ln w="9525" cap="flat" cmpd="sng">
            <a:solidFill>
              <a:srgbClr val="000000"/>
            </a:solidFill>
            <a:prstDash val="solid"/>
            <a:headEnd type="none" w="sm" len="med"/>
            <a:tailEnd type="triangle" w="med" len="med"/>
          </a:ln>
        </p:spPr>
      </p:sp>
      <p:sp>
        <p:nvSpPr>
          <p:cNvPr id="34855" name="Line 50"/>
          <p:cNvSpPr/>
          <p:nvPr/>
        </p:nvSpPr>
        <p:spPr>
          <a:xfrm>
            <a:off x="5307013" y="2393950"/>
            <a:ext cx="966787" cy="0"/>
          </a:xfrm>
          <a:prstGeom prst="line">
            <a:avLst/>
          </a:prstGeom>
          <a:ln w="9525" cap="flat" cmpd="sng">
            <a:solidFill>
              <a:srgbClr val="000000"/>
            </a:solidFill>
            <a:prstDash val="solid"/>
            <a:headEnd type="none" w="sm" len="med"/>
            <a:tailEnd type="triangle" w="med" len="med"/>
          </a:ln>
        </p:spPr>
      </p:sp>
      <p:sp>
        <p:nvSpPr>
          <p:cNvPr id="34856" name="Line 51"/>
          <p:cNvSpPr/>
          <p:nvPr/>
        </p:nvSpPr>
        <p:spPr>
          <a:xfrm>
            <a:off x="5307013" y="2713038"/>
            <a:ext cx="966787" cy="0"/>
          </a:xfrm>
          <a:prstGeom prst="line">
            <a:avLst/>
          </a:prstGeom>
          <a:ln w="9525" cap="flat" cmpd="sng">
            <a:solidFill>
              <a:srgbClr val="000000"/>
            </a:solidFill>
            <a:prstDash val="solid"/>
            <a:headEnd type="none" w="sm" len="med"/>
            <a:tailEnd type="triangle" w="med" len="med"/>
          </a:ln>
        </p:spPr>
      </p:sp>
      <p:sp>
        <p:nvSpPr>
          <p:cNvPr id="34857" name="Line 52"/>
          <p:cNvSpPr/>
          <p:nvPr/>
        </p:nvSpPr>
        <p:spPr>
          <a:xfrm>
            <a:off x="5307013" y="3032125"/>
            <a:ext cx="966787" cy="0"/>
          </a:xfrm>
          <a:prstGeom prst="line">
            <a:avLst/>
          </a:prstGeom>
          <a:ln w="9525" cap="flat" cmpd="sng">
            <a:solidFill>
              <a:srgbClr val="000000"/>
            </a:solidFill>
            <a:prstDash val="solid"/>
            <a:headEnd type="none" w="sm" len="med"/>
            <a:tailEnd type="triangle" w="med" len="med"/>
          </a:ln>
        </p:spPr>
      </p:sp>
      <p:sp>
        <p:nvSpPr>
          <p:cNvPr id="34858" name="Text Box 53"/>
          <p:cNvSpPr txBox="1"/>
          <p:nvPr/>
        </p:nvSpPr>
        <p:spPr>
          <a:xfrm>
            <a:off x="3856038" y="1809750"/>
            <a:ext cx="644525" cy="476250"/>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b(0)</a:t>
            </a:r>
          </a:p>
        </p:txBody>
      </p:sp>
      <p:sp>
        <p:nvSpPr>
          <p:cNvPr id="34859" name="Text Box 54"/>
          <p:cNvSpPr txBox="1"/>
          <p:nvPr/>
        </p:nvSpPr>
        <p:spPr>
          <a:xfrm>
            <a:off x="3856038" y="2114550"/>
            <a:ext cx="644525" cy="476250"/>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b(1)</a:t>
            </a:r>
          </a:p>
        </p:txBody>
      </p:sp>
      <p:sp>
        <p:nvSpPr>
          <p:cNvPr id="34860" name="Text Box 55"/>
          <p:cNvSpPr txBox="1"/>
          <p:nvPr/>
        </p:nvSpPr>
        <p:spPr>
          <a:xfrm>
            <a:off x="3856038" y="2419350"/>
            <a:ext cx="644525" cy="476250"/>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b(2)</a:t>
            </a:r>
          </a:p>
        </p:txBody>
      </p:sp>
      <p:sp>
        <p:nvSpPr>
          <p:cNvPr id="34861" name="Text Box 56"/>
          <p:cNvSpPr txBox="1"/>
          <p:nvPr/>
        </p:nvSpPr>
        <p:spPr>
          <a:xfrm>
            <a:off x="3856038" y="2800350"/>
            <a:ext cx="644525" cy="476250"/>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b(3)</a:t>
            </a:r>
          </a:p>
        </p:txBody>
      </p:sp>
      <p:sp>
        <p:nvSpPr>
          <p:cNvPr id="34862" name="Text Box 57"/>
          <p:cNvSpPr txBox="1"/>
          <p:nvPr/>
        </p:nvSpPr>
        <p:spPr>
          <a:xfrm>
            <a:off x="3533775" y="1595438"/>
            <a:ext cx="533400" cy="547687"/>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zh-CN" sz="1200" b="0" dirty="0">
              <a:solidFill>
                <a:srgbClr val="333300"/>
              </a:solidFill>
            </a:endParaRPr>
          </a:p>
        </p:txBody>
      </p:sp>
      <p:sp>
        <p:nvSpPr>
          <p:cNvPr id="34863" name="Text Box 58"/>
          <p:cNvSpPr txBox="1"/>
          <p:nvPr/>
        </p:nvSpPr>
        <p:spPr>
          <a:xfrm>
            <a:off x="3533775" y="2082800"/>
            <a:ext cx="644525" cy="47942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W</a:t>
            </a:r>
            <a:r>
              <a:rPr lang="en-US" altLang="zh-CN" sz="1200" b="0" baseline="-25000" dirty="0">
                <a:solidFill>
                  <a:srgbClr val="333300"/>
                </a:solidFill>
              </a:rPr>
              <a:t>N</a:t>
            </a:r>
            <a:r>
              <a:rPr lang="en-US" altLang="zh-CN" sz="1200" b="0" baseline="30000" dirty="0">
                <a:solidFill>
                  <a:srgbClr val="333300"/>
                </a:solidFill>
              </a:rPr>
              <a:t>1</a:t>
            </a:r>
            <a:endParaRPr lang="en-US" altLang="zh-CN" sz="1200" b="0" dirty="0">
              <a:solidFill>
                <a:srgbClr val="333300"/>
              </a:solidFill>
            </a:endParaRPr>
          </a:p>
        </p:txBody>
      </p:sp>
      <p:sp>
        <p:nvSpPr>
          <p:cNvPr id="34864" name="Text Box 59"/>
          <p:cNvSpPr txBox="1"/>
          <p:nvPr/>
        </p:nvSpPr>
        <p:spPr>
          <a:xfrm>
            <a:off x="3533775" y="2430463"/>
            <a:ext cx="644525" cy="47942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W</a:t>
            </a:r>
            <a:r>
              <a:rPr lang="en-US" altLang="zh-CN" sz="1200" b="0" baseline="-25000" dirty="0">
                <a:solidFill>
                  <a:srgbClr val="333300"/>
                </a:solidFill>
              </a:rPr>
              <a:t>N</a:t>
            </a:r>
            <a:r>
              <a:rPr lang="en-US" altLang="zh-CN" sz="1200" b="0" baseline="30000" dirty="0">
                <a:solidFill>
                  <a:srgbClr val="333300"/>
                </a:solidFill>
              </a:rPr>
              <a:t>2</a:t>
            </a:r>
            <a:endParaRPr lang="en-US" altLang="zh-CN" sz="1200" b="0" dirty="0">
              <a:solidFill>
                <a:srgbClr val="333300"/>
              </a:solidFill>
            </a:endParaRPr>
          </a:p>
        </p:txBody>
      </p:sp>
      <p:sp>
        <p:nvSpPr>
          <p:cNvPr id="34865" name="Text Box 60"/>
          <p:cNvSpPr txBox="1"/>
          <p:nvPr/>
        </p:nvSpPr>
        <p:spPr>
          <a:xfrm>
            <a:off x="3533775" y="2720975"/>
            <a:ext cx="644525" cy="47942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W</a:t>
            </a:r>
            <a:r>
              <a:rPr lang="en-US" altLang="zh-CN" sz="1200" b="0" baseline="-25000" dirty="0">
                <a:solidFill>
                  <a:srgbClr val="333300"/>
                </a:solidFill>
              </a:rPr>
              <a:t>N</a:t>
            </a:r>
            <a:r>
              <a:rPr lang="en-US" altLang="zh-CN" sz="1200" b="0" baseline="30000" dirty="0">
                <a:solidFill>
                  <a:srgbClr val="333300"/>
                </a:solidFill>
              </a:rPr>
              <a:t>3</a:t>
            </a:r>
            <a:endParaRPr lang="en-US" altLang="zh-CN" sz="1200" b="0" dirty="0">
              <a:solidFill>
                <a:srgbClr val="333300"/>
              </a:solidFill>
            </a:endParaRPr>
          </a:p>
        </p:txBody>
      </p:sp>
      <p:sp>
        <p:nvSpPr>
          <p:cNvPr id="34866" name="Line 61"/>
          <p:cNvSpPr/>
          <p:nvPr/>
        </p:nvSpPr>
        <p:spPr>
          <a:xfrm>
            <a:off x="3533775" y="319088"/>
            <a:ext cx="804863" cy="0"/>
          </a:xfrm>
          <a:prstGeom prst="line">
            <a:avLst/>
          </a:prstGeom>
          <a:ln w="9525" cap="flat" cmpd="sng">
            <a:solidFill>
              <a:srgbClr val="000000"/>
            </a:solidFill>
            <a:prstDash val="solid"/>
            <a:headEnd type="none" w="med" len="med"/>
            <a:tailEnd type="none" w="med" len="med"/>
          </a:ln>
        </p:spPr>
      </p:sp>
      <p:sp>
        <p:nvSpPr>
          <p:cNvPr id="34867" name="Line 62"/>
          <p:cNvSpPr/>
          <p:nvPr/>
        </p:nvSpPr>
        <p:spPr>
          <a:xfrm>
            <a:off x="3533775" y="638175"/>
            <a:ext cx="804863" cy="0"/>
          </a:xfrm>
          <a:prstGeom prst="line">
            <a:avLst/>
          </a:prstGeom>
          <a:ln w="9525" cap="flat" cmpd="sng">
            <a:solidFill>
              <a:srgbClr val="000000"/>
            </a:solidFill>
            <a:prstDash val="solid"/>
            <a:headEnd type="none" w="med" len="med"/>
            <a:tailEnd type="none" w="med" len="med"/>
          </a:ln>
        </p:spPr>
      </p:sp>
      <p:sp>
        <p:nvSpPr>
          <p:cNvPr id="34868" name="Line 63"/>
          <p:cNvSpPr/>
          <p:nvPr/>
        </p:nvSpPr>
        <p:spPr>
          <a:xfrm>
            <a:off x="3371850" y="957263"/>
            <a:ext cx="966788" cy="0"/>
          </a:xfrm>
          <a:prstGeom prst="line">
            <a:avLst/>
          </a:prstGeom>
          <a:ln w="9525" cap="flat" cmpd="sng">
            <a:solidFill>
              <a:srgbClr val="000000"/>
            </a:solidFill>
            <a:prstDash val="solid"/>
            <a:headEnd type="none" w="med" len="med"/>
            <a:tailEnd type="none" w="med" len="med"/>
          </a:ln>
        </p:spPr>
      </p:sp>
      <p:sp>
        <p:nvSpPr>
          <p:cNvPr id="34869" name="Line 64"/>
          <p:cNvSpPr/>
          <p:nvPr/>
        </p:nvSpPr>
        <p:spPr>
          <a:xfrm>
            <a:off x="3533775" y="1276350"/>
            <a:ext cx="804863" cy="0"/>
          </a:xfrm>
          <a:prstGeom prst="line">
            <a:avLst/>
          </a:prstGeom>
          <a:ln w="9525" cap="flat" cmpd="sng">
            <a:solidFill>
              <a:srgbClr val="000000"/>
            </a:solidFill>
            <a:prstDash val="solid"/>
            <a:headEnd type="none" w="med" len="med"/>
            <a:tailEnd type="none" w="med" len="med"/>
          </a:ln>
        </p:spPr>
      </p:sp>
      <p:sp>
        <p:nvSpPr>
          <p:cNvPr id="34870" name="Line 65"/>
          <p:cNvSpPr/>
          <p:nvPr/>
        </p:nvSpPr>
        <p:spPr>
          <a:xfrm>
            <a:off x="3533775" y="2074863"/>
            <a:ext cx="804863" cy="0"/>
          </a:xfrm>
          <a:prstGeom prst="line">
            <a:avLst/>
          </a:prstGeom>
          <a:ln w="9525" cap="flat" cmpd="sng">
            <a:solidFill>
              <a:srgbClr val="000000"/>
            </a:solidFill>
            <a:prstDash val="solid"/>
            <a:headEnd type="none" w="med" len="med"/>
            <a:tailEnd type="none" w="med" len="med"/>
          </a:ln>
        </p:spPr>
      </p:sp>
      <p:sp>
        <p:nvSpPr>
          <p:cNvPr id="34871" name="Line 66"/>
          <p:cNvSpPr/>
          <p:nvPr/>
        </p:nvSpPr>
        <p:spPr>
          <a:xfrm>
            <a:off x="3533775" y="2393950"/>
            <a:ext cx="804863" cy="0"/>
          </a:xfrm>
          <a:prstGeom prst="line">
            <a:avLst/>
          </a:prstGeom>
          <a:ln w="9525" cap="flat" cmpd="sng">
            <a:solidFill>
              <a:srgbClr val="000000"/>
            </a:solidFill>
            <a:prstDash val="solid"/>
            <a:headEnd type="none" w="med" len="med"/>
            <a:tailEnd type="none" w="med" len="med"/>
          </a:ln>
        </p:spPr>
      </p:sp>
      <p:sp>
        <p:nvSpPr>
          <p:cNvPr id="34872" name="Line 67"/>
          <p:cNvSpPr/>
          <p:nvPr/>
        </p:nvSpPr>
        <p:spPr>
          <a:xfrm>
            <a:off x="3533775" y="2713038"/>
            <a:ext cx="804863" cy="0"/>
          </a:xfrm>
          <a:prstGeom prst="line">
            <a:avLst/>
          </a:prstGeom>
          <a:ln w="9525" cap="flat" cmpd="sng">
            <a:solidFill>
              <a:srgbClr val="000000"/>
            </a:solidFill>
            <a:prstDash val="solid"/>
            <a:headEnd type="none" w="med" len="med"/>
            <a:tailEnd type="none" w="med" len="med"/>
          </a:ln>
        </p:spPr>
      </p:sp>
      <p:sp>
        <p:nvSpPr>
          <p:cNvPr id="34873" name="Line 68"/>
          <p:cNvSpPr/>
          <p:nvPr/>
        </p:nvSpPr>
        <p:spPr>
          <a:xfrm>
            <a:off x="3533775" y="3032125"/>
            <a:ext cx="804863" cy="0"/>
          </a:xfrm>
          <a:prstGeom prst="line">
            <a:avLst/>
          </a:prstGeom>
          <a:ln w="9525" cap="flat" cmpd="sng">
            <a:solidFill>
              <a:srgbClr val="000000"/>
            </a:solidFill>
            <a:prstDash val="solid"/>
            <a:headEnd type="none" w="med" len="med"/>
            <a:tailEnd type="none" w="med" len="med"/>
          </a:ln>
        </p:spPr>
      </p:sp>
      <p:grpSp>
        <p:nvGrpSpPr>
          <p:cNvPr id="34874" name="组合 2"/>
          <p:cNvGrpSpPr/>
          <p:nvPr/>
        </p:nvGrpSpPr>
        <p:grpSpPr>
          <a:xfrm>
            <a:off x="6400800" y="152400"/>
            <a:ext cx="644525" cy="3189288"/>
            <a:chOff x="6434592" y="0"/>
            <a:chExt cx="644676" cy="3189027"/>
          </a:xfrm>
        </p:grpSpPr>
        <p:sp>
          <p:nvSpPr>
            <p:cNvPr id="34928" name="Text Box 69"/>
            <p:cNvSpPr txBox="1"/>
            <p:nvPr/>
          </p:nvSpPr>
          <p:spPr>
            <a:xfrm>
              <a:off x="6434592" y="0"/>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X(0)</a:t>
              </a:r>
            </a:p>
          </p:txBody>
        </p:sp>
        <p:sp>
          <p:nvSpPr>
            <p:cNvPr id="34929" name="Text Box 70"/>
            <p:cNvSpPr txBox="1"/>
            <p:nvPr/>
          </p:nvSpPr>
          <p:spPr>
            <a:xfrm>
              <a:off x="6434592" y="319210"/>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X(2)</a:t>
              </a:r>
            </a:p>
          </p:txBody>
        </p:sp>
        <p:sp>
          <p:nvSpPr>
            <p:cNvPr id="34930" name="Text Box 71"/>
            <p:cNvSpPr txBox="1"/>
            <p:nvPr/>
          </p:nvSpPr>
          <p:spPr>
            <a:xfrm>
              <a:off x="6434592" y="638419"/>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X(4)</a:t>
              </a:r>
            </a:p>
          </p:txBody>
        </p:sp>
        <p:sp>
          <p:nvSpPr>
            <p:cNvPr id="34931" name="Text Box 72"/>
            <p:cNvSpPr txBox="1"/>
            <p:nvPr/>
          </p:nvSpPr>
          <p:spPr>
            <a:xfrm>
              <a:off x="6434592" y="957629"/>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X(6)</a:t>
              </a:r>
            </a:p>
          </p:txBody>
        </p:sp>
        <p:sp>
          <p:nvSpPr>
            <p:cNvPr id="34932" name="Text Box 73"/>
            <p:cNvSpPr txBox="1"/>
            <p:nvPr/>
          </p:nvSpPr>
          <p:spPr>
            <a:xfrm>
              <a:off x="6434592" y="1755653"/>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X(1)</a:t>
              </a:r>
            </a:p>
          </p:txBody>
        </p:sp>
        <p:sp>
          <p:nvSpPr>
            <p:cNvPr id="34933" name="Text Box 74"/>
            <p:cNvSpPr txBox="1"/>
            <p:nvPr/>
          </p:nvSpPr>
          <p:spPr>
            <a:xfrm>
              <a:off x="6434592" y="2074863"/>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X(3)</a:t>
              </a:r>
            </a:p>
          </p:txBody>
        </p:sp>
        <p:sp>
          <p:nvSpPr>
            <p:cNvPr id="34934" name="Text Box 75"/>
            <p:cNvSpPr txBox="1"/>
            <p:nvPr/>
          </p:nvSpPr>
          <p:spPr>
            <a:xfrm>
              <a:off x="6434592" y="2394072"/>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X(5)</a:t>
              </a:r>
            </a:p>
          </p:txBody>
        </p:sp>
        <p:sp>
          <p:nvSpPr>
            <p:cNvPr id="34935" name="Text Box 76"/>
            <p:cNvSpPr txBox="1"/>
            <p:nvPr/>
          </p:nvSpPr>
          <p:spPr>
            <a:xfrm>
              <a:off x="6434592" y="2713282"/>
              <a:ext cx="644676" cy="47574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en-US" altLang="zh-CN" sz="1200" b="0" dirty="0">
                  <a:solidFill>
                    <a:srgbClr val="333300"/>
                  </a:solidFill>
                </a:rPr>
                <a:t>X(7)</a:t>
              </a:r>
            </a:p>
          </p:txBody>
        </p:sp>
      </p:grpSp>
      <p:sp>
        <p:nvSpPr>
          <p:cNvPr id="34875" name="Line 77"/>
          <p:cNvSpPr/>
          <p:nvPr/>
        </p:nvSpPr>
        <p:spPr>
          <a:xfrm>
            <a:off x="5467350" y="319088"/>
            <a:ext cx="806450" cy="0"/>
          </a:xfrm>
          <a:prstGeom prst="line">
            <a:avLst/>
          </a:prstGeom>
          <a:ln w="9525" cap="flat" cmpd="sng">
            <a:solidFill>
              <a:srgbClr val="000000"/>
            </a:solidFill>
            <a:prstDash val="solid"/>
            <a:headEnd type="none" w="med" len="med"/>
            <a:tailEnd type="none" w="med" len="med"/>
          </a:ln>
        </p:spPr>
      </p:sp>
      <p:sp>
        <p:nvSpPr>
          <p:cNvPr id="34876" name="Oval 78"/>
          <p:cNvSpPr/>
          <p:nvPr/>
        </p:nvSpPr>
        <p:spPr>
          <a:xfrm flipH="1">
            <a:off x="6273800" y="279400"/>
            <a:ext cx="100013" cy="11588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77" name="Oval 79"/>
          <p:cNvSpPr/>
          <p:nvPr/>
        </p:nvSpPr>
        <p:spPr>
          <a:xfrm flipH="1">
            <a:off x="6273800" y="569913"/>
            <a:ext cx="100013" cy="115887"/>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78" name="Oval 80"/>
          <p:cNvSpPr/>
          <p:nvPr/>
        </p:nvSpPr>
        <p:spPr>
          <a:xfrm flipH="1">
            <a:off x="6273800" y="917575"/>
            <a:ext cx="100013" cy="11588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79" name="Oval 81"/>
          <p:cNvSpPr/>
          <p:nvPr/>
        </p:nvSpPr>
        <p:spPr>
          <a:xfrm flipH="1">
            <a:off x="6273800" y="1206500"/>
            <a:ext cx="100013" cy="11588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80" name="Oval 82"/>
          <p:cNvSpPr/>
          <p:nvPr/>
        </p:nvSpPr>
        <p:spPr>
          <a:xfrm flipH="1">
            <a:off x="6273800" y="2019300"/>
            <a:ext cx="100013" cy="11588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81" name="Oval 83"/>
          <p:cNvSpPr/>
          <p:nvPr/>
        </p:nvSpPr>
        <p:spPr>
          <a:xfrm flipH="1">
            <a:off x="6273800" y="2366963"/>
            <a:ext cx="100013" cy="115887"/>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82" name="Oval 84"/>
          <p:cNvSpPr/>
          <p:nvPr/>
        </p:nvSpPr>
        <p:spPr>
          <a:xfrm flipH="1">
            <a:off x="6273800" y="2657475"/>
            <a:ext cx="100013" cy="115888"/>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83" name="Oval 85"/>
          <p:cNvSpPr/>
          <p:nvPr/>
        </p:nvSpPr>
        <p:spPr>
          <a:xfrm flipH="1">
            <a:off x="6273800" y="2976563"/>
            <a:ext cx="100013" cy="115887"/>
          </a:xfrm>
          <a:prstGeom prst="ellipse">
            <a:avLst/>
          </a:prstGeom>
          <a:solidFill>
            <a:srgbClr val="FFFFFF"/>
          </a:solidFill>
          <a:ln w="9525" cap="flat" cmpd="sng">
            <a:solidFill>
              <a:srgbClr val="000000"/>
            </a:solidFill>
            <a:prstDash val="solid"/>
            <a:headEnd type="none" w="med" len="med"/>
            <a:tailEnd type="none" w="med" len="med"/>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endParaRPr lang="zh-CN" altLang="en-US" sz="2800" b="0" dirty="0">
              <a:latin typeface="Times New Roman" panose="02020603050405020304" pitchFamily="18" charset="0"/>
              <a:ea typeface="宋体" panose="02010600030101010101" pitchFamily="2" charset="-122"/>
            </a:endParaRPr>
          </a:p>
        </p:txBody>
      </p:sp>
      <p:sp>
        <p:nvSpPr>
          <p:cNvPr id="34884" name="Text Box 86"/>
          <p:cNvSpPr txBox="1"/>
          <p:nvPr/>
        </p:nvSpPr>
        <p:spPr>
          <a:xfrm>
            <a:off x="1922463" y="3511550"/>
            <a:ext cx="5962650" cy="638175"/>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endParaRPr lang="zh-CN" altLang="zh-CN" sz="2500" b="0" dirty="0">
              <a:solidFill>
                <a:srgbClr val="333300"/>
              </a:solidFill>
            </a:endParaRPr>
          </a:p>
        </p:txBody>
      </p:sp>
      <p:grpSp>
        <p:nvGrpSpPr>
          <p:cNvPr id="34885" name="Group 87"/>
          <p:cNvGrpSpPr/>
          <p:nvPr/>
        </p:nvGrpSpPr>
        <p:grpSpPr>
          <a:xfrm>
            <a:off x="0" y="3500438"/>
            <a:ext cx="7488238" cy="2665412"/>
            <a:chOff x="1998" y="2036"/>
            <a:chExt cx="8295" cy="4552"/>
          </a:xfrm>
        </p:grpSpPr>
        <p:pic>
          <p:nvPicPr>
            <p:cNvPr id="34926" name="Picture 88" descr="fig2"/>
            <p:cNvPicPr>
              <a:picLocks noChangeAspect="1"/>
            </p:cNvPicPr>
            <p:nvPr/>
          </p:nvPicPr>
          <p:blipFill>
            <a:blip r:embed="rId2"/>
            <a:stretch>
              <a:fillRect/>
            </a:stretch>
          </p:blipFill>
          <p:spPr>
            <a:xfrm>
              <a:off x="1998" y="2036"/>
              <a:ext cx="8295" cy="4160"/>
            </a:xfrm>
            <a:prstGeom prst="rect">
              <a:avLst/>
            </a:prstGeom>
            <a:noFill/>
            <a:ln w="9525">
              <a:noFill/>
            </a:ln>
          </p:spPr>
        </p:pic>
        <p:sp>
          <p:nvSpPr>
            <p:cNvPr id="34927" name="Text Box 89"/>
            <p:cNvSpPr txBox="1"/>
            <p:nvPr/>
          </p:nvSpPr>
          <p:spPr>
            <a:xfrm>
              <a:off x="3045" y="6120"/>
              <a:ext cx="5775" cy="468"/>
            </a:xfrm>
            <a:prstGeom prst="rect">
              <a:avLst/>
            </a:prstGeom>
            <a:noFill/>
            <a:ln w="9525">
              <a:noFill/>
            </a:ln>
          </p:spPr>
          <p:txBody>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endParaRPr lang="zh-CN" altLang="zh-CN" sz="1600" b="0" dirty="0">
                <a:solidFill>
                  <a:srgbClr val="333300"/>
                </a:solidFill>
              </a:endParaRPr>
            </a:p>
          </p:txBody>
        </p:sp>
      </p:grpSp>
      <p:sp>
        <p:nvSpPr>
          <p:cNvPr id="34886" name="Text Box 90"/>
          <p:cNvSpPr txBox="1"/>
          <p:nvPr/>
        </p:nvSpPr>
        <p:spPr>
          <a:xfrm>
            <a:off x="238125" y="411163"/>
            <a:ext cx="549275" cy="1311275"/>
          </a:xfrm>
          <a:prstGeom prst="rect">
            <a:avLst/>
          </a:prstGeom>
          <a:noFill/>
          <a:ln w="9525">
            <a:noFill/>
          </a:ln>
        </p:spPr>
        <p:txBody>
          <a:bodyPr vert="eaVert" wrap="none">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eaLnBrk="1" hangingPunct="1">
              <a:spcBef>
                <a:spcPct val="0"/>
              </a:spcBef>
              <a:buNone/>
            </a:pPr>
            <a:r>
              <a:rPr lang="zh-CN" altLang="en-US" sz="2400" b="0" dirty="0">
                <a:solidFill>
                  <a:srgbClr val="333300"/>
                </a:solidFill>
              </a:rPr>
              <a:t>频率抽取</a:t>
            </a:r>
          </a:p>
        </p:txBody>
      </p:sp>
      <p:sp>
        <p:nvSpPr>
          <p:cNvPr id="34887" name="Text Box 91"/>
          <p:cNvSpPr txBox="1"/>
          <p:nvPr/>
        </p:nvSpPr>
        <p:spPr>
          <a:xfrm>
            <a:off x="5364163" y="0"/>
            <a:ext cx="9525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 A(0)</a:t>
            </a:r>
          </a:p>
        </p:txBody>
      </p:sp>
      <p:sp>
        <p:nvSpPr>
          <p:cNvPr id="34888" name="Text Box 92"/>
          <p:cNvSpPr txBox="1"/>
          <p:nvPr/>
        </p:nvSpPr>
        <p:spPr>
          <a:xfrm>
            <a:off x="5508625" y="333375"/>
            <a:ext cx="9334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A(1)</a:t>
            </a:r>
          </a:p>
        </p:txBody>
      </p:sp>
      <p:sp>
        <p:nvSpPr>
          <p:cNvPr id="34889" name="Text Box 93"/>
          <p:cNvSpPr txBox="1"/>
          <p:nvPr/>
        </p:nvSpPr>
        <p:spPr>
          <a:xfrm>
            <a:off x="5508625" y="620713"/>
            <a:ext cx="765175"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A(2)</a:t>
            </a:r>
          </a:p>
        </p:txBody>
      </p:sp>
      <p:sp>
        <p:nvSpPr>
          <p:cNvPr id="34890" name="Text Box 94"/>
          <p:cNvSpPr txBox="1"/>
          <p:nvPr/>
        </p:nvSpPr>
        <p:spPr>
          <a:xfrm>
            <a:off x="5508625" y="981075"/>
            <a:ext cx="815975"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A(3)</a:t>
            </a:r>
          </a:p>
        </p:txBody>
      </p:sp>
      <p:sp>
        <p:nvSpPr>
          <p:cNvPr id="34891" name="Text Box 95"/>
          <p:cNvSpPr txBox="1"/>
          <p:nvPr/>
        </p:nvSpPr>
        <p:spPr>
          <a:xfrm>
            <a:off x="5292725" y="1727200"/>
            <a:ext cx="90805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 B(0)</a:t>
            </a:r>
          </a:p>
        </p:txBody>
      </p:sp>
      <p:sp>
        <p:nvSpPr>
          <p:cNvPr id="34892" name="Text Box 96"/>
          <p:cNvSpPr txBox="1"/>
          <p:nvPr/>
        </p:nvSpPr>
        <p:spPr>
          <a:xfrm>
            <a:off x="5435600" y="2087563"/>
            <a:ext cx="8382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B(1)</a:t>
            </a:r>
          </a:p>
        </p:txBody>
      </p:sp>
      <p:sp>
        <p:nvSpPr>
          <p:cNvPr id="34893" name="Text Box 97"/>
          <p:cNvSpPr txBox="1"/>
          <p:nvPr/>
        </p:nvSpPr>
        <p:spPr>
          <a:xfrm>
            <a:off x="5435600" y="2347913"/>
            <a:ext cx="722313"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B(2)</a:t>
            </a:r>
          </a:p>
        </p:txBody>
      </p:sp>
      <p:sp>
        <p:nvSpPr>
          <p:cNvPr id="34894" name="Text Box 98"/>
          <p:cNvSpPr txBox="1"/>
          <p:nvPr/>
        </p:nvSpPr>
        <p:spPr>
          <a:xfrm>
            <a:off x="5435600" y="2708275"/>
            <a:ext cx="8382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B(3)</a:t>
            </a:r>
          </a:p>
        </p:txBody>
      </p:sp>
      <p:sp>
        <p:nvSpPr>
          <p:cNvPr id="34895" name="Line 99"/>
          <p:cNvSpPr/>
          <p:nvPr/>
        </p:nvSpPr>
        <p:spPr>
          <a:xfrm>
            <a:off x="3635375" y="0"/>
            <a:ext cx="0" cy="1557338"/>
          </a:xfrm>
          <a:prstGeom prst="line">
            <a:avLst/>
          </a:prstGeom>
          <a:ln w="38100" cap="flat" cmpd="sng">
            <a:solidFill>
              <a:schemeClr val="tx2"/>
            </a:solidFill>
            <a:prstDash val="solid"/>
            <a:headEnd type="none" w="med" len="med"/>
            <a:tailEnd type="none" w="med" len="med"/>
          </a:ln>
        </p:spPr>
      </p:sp>
      <p:sp>
        <p:nvSpPr>
          <p:cNvPr id="34896" name="Line 100"/>
          <p:cNvSpPr/>
          <p:nvPr/>
        </p:nvSpPr>
        <p:spPr>
          <a:xfrm>
            <a:off x="6084888" y="0"/>
            <a:ext cx="0" cy="1557338"/>
          </a:xfrm>
          <a:prstGeom prst="line">
            <a:avLst/>
          </a:prstGeom>
          <a:ln w="38100" cap="flat" cmpd="sng">
            <a:solidFill>
              <a:schemeClr val="tx2"/>
            </a:solidFill>
            <a:prstDash val="solid"/>
            <a:headEnd type="none" w="med" len="med"/>
            <a:tailEnd type="none" w="med" len="med"/>
          </a:ln>
        </p:spPr>
      </p:sp>
      <p:sp>
        <p:nvSpPr>
          <p:cNvPr id="34897" name="Line 101"/>
          <p:cNvSpPr/>
          <p:nvPr/>
        </p:nvSpPr>
        <p:spPr>
          <a:xfrm>
            <a:off x="3635375" y="0"/>
            <a:ext cx="2449513" cy="0"/>
          </a:xfrm>
          <a:prstGeom prst="line">
            <a:avLst/>
          </a:prstGeom>
          <a:ln w="38100" cap="flat" cmpd="sng">
            <a:solidFill>
              <a:schemeClr val="tx2"/>
            </a:solidFill>
            <a:prstDash val="solid"/>
            <a:headEnd type="none" w="med" len="med"/>
            <a:tailEnd type="none" w="med" len="med"/>
          </a:ln>
        </p:spPr>
      </p:sp>
      <p:sp>
        <p:nvSpPr>
          <p:cNvPr id="34898" name="Line 102"/>
          <p:cNvSpPr/>
          <p:nvPr/>
        </p:nvSpPr>
        <p:spPr>
          <a:xfrm>
            <a:off x="3635375" y="1557338"/>
            <a:ext cx="2449513" cy="0"/>
          </a:xfrm>
          <a:prstGeom prst="line">
            <a:avLst/>
          </a:prstGeom>
          <a:ln w="38100" cap="flat" cmpd="sng">
            <a:solidFill>
              <a:schemeClr val="tx2"/>
            </a:solidFill>
            <a:prstDash val="solid"/>
            <a:headEnd type="none" w="med" len="med"/>
            <a:tailEnd type="none" w="med" len="med"/>
          </a:ln>
        </p:spPr>
      </p:sp>
      <p:sp>
        <p:nvSpPr>
          <p:cNvPr id="34899" name="Text Box 103"/>
          <p:cNvSpPr txBox="1"/>
          <p:nvPr/>
        </p:nvSpPr>
        <p:spPr>
          <a:xfrm>
            <a:off x="2162175" y="3424238"/>
            <a:ext cx="8636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 a(0)</a:t>
            </a:r>
          </a:p>
        </p:txBody>
      </p:sp>
      <p:sp>
        <p:nvSpPr>
          <p:cNvPr id="34900" name="Text Box 104"/>
          <p:cNvSpPr txBox="1"/>
          <p:nvPr/>
        </p:nvSpPr>
        <p:spPr>
          <a:xfrm>
            <a:off x="2233613" y="3711575"/>
            <a:ext cx="873125"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a(1)</a:t>
            </a:r>
          </a:p>
        </p:txBody>
      </p:sp>
      <p:sp>
        <p:nvSpPr>
          <p:cNvPr id="34901" name="Text Box 105"/>
          <p:cNvSpPr txBox="1"/>
          <p:nvPr/>
        </p:nvSpPr>
        <p:spPr>
          <a:xfrm>
            <a:off x="2233613" y="4044950"/>
            <a:ext cx="792162"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a(2)</a:t>
            </a:r>
          </a:p>
        </p:txBody>
      </p:sp>
      <p:sp>
        <p:nvSpPr>
          <p:cNvPr id="34902" name="Text Box 106"/>
          <p:cNvSpPr txBox="1"/>
          <p:nvPr/>
        </p:nvSpPr>
        <p:spPr>
          <a:xfrm>
            <a:off x="2233613" y="4287838"/>
            <a:ext cx="687387"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a(3)</a:t>
            </a:r>
          </a:p>
        </p:txBody>
      </p:sp>
      <p:sp>
        <p:nvSpPr>
          <p:cNvPr id="34903" name="Line 107"/>
          <p:cNvSpPr/>
          <p:nvPr/>
        </p:nvSpPr>
        <p:spPr>
          <a:xfrm>
            <a:off x="3025775" y="3784600"/>
            <a:ext cx="1368425" cy="0"/>
          </a:xfrm>
          <a:prstGeom prst="line">
            <a:avLst/>
          </a:prstGeom>
          <a:ln w="38100" cap="flat" cmpd="sng">
            <a:solidFill>
              <a:srgbClr val="FF3300"/>
            </a:solidFill>
            <a:prstDash val="solid"/>
            <a:headEnd type="none" w="med" len="med"/>
            <a:tailEnd type="triangle" w="med" len="med"/>
          </a:ln>
        </p:spPr>
      </p:sp>
      <p:sp>
        <p:nvSpPr>
          <p:cNvPr id="34904" name="Line 108"/>
          <p:cNvSpPr/>
          <p:nvPr/>
        </p:nvSpPr>
        <p:spPr>
          <a:xfrm>
            <a:off x="3025775" y="4287838"/>
            <a:ext cx="1368425" cy="0"/>
          </a:xfrm>
          <a:prstGeom prst="line">
            <a:avLst/>
          </a:prstGeom>
          <a:ln w="38100" cap="flat" cmpd="sng">
            <a:solidFill>
              <a:srgbClr val="FF3300"/>
            </a:solidFill>
            <a:prstDash val="solid"/>
            <a:headEnd type="none" w="med" len="med"/>
            <a:tailEnd type="triangle" w="med" len="med"/>
          </a:ln>
        </p:spPr>
      </p:sp>
      <p:sp>
        <p:nvSpPr>
          <p:cNvPr id="34905" name="Line 109"/>
          <p:cNvSpPr/>
          <p:nvPr/>
        </p:nvSpPr>
        <p:spPr>
          <a:xfrm>
            <a:off x="3025775" y="3784600"/>
            <a:ext cx="1368425" cy="503238"/>
          </a:xfrm>
          <a:prstGeom prst="line">
            <a:avLst/>
          </a:prstGeom>
          <a:ln w="38100" cap="flat" cmpd="sng">
            <a:solidFill>
              <a:srgbClr val="FF3300"/>
            </a:solidFill>
            <a:prstDash val="solid"/>
            <a:headEnd type="none" w="med" len="med"/>
            <a:tailEnd type="triangle" w="med" len="med"/>
          </a:ln>
        </p:spPr>
      </p:sp>
      <p:sp>
        <p:nvSpPr>
          <p:cNvPr id="34906" name="Line 110"/>
          <p:cNvSpPr/>
          <p:nvPr/>
        </p:nvSpPr>
        <p:spPr>
          <a:xfrm flipV="1">
            <a:off x="3025775" y="3784600"/>
            <a:ext cx="1368425" cy="503238"/>
          </a:xfrm>
          <a:prstGeom prst="line">
            <a:avLst/>
          </a:prstGeom>
          <a:ln w="38100" cap="flat" cmpd="sng">
            <a:solidFill>
              <a:srgbClr val="FF3300"/>
            </a:solidFill>
            <a:prstDash val="solid"/>
            <a:headEnd type="none" w="med" len="med"/>
            <a:tailEnd type="triangle" w="med" len="med"/>
          </a:ln>
        </p:spPr>
      </p:sp>
      <p:sp>
        <p:nvSpPr>
          <p:cNvPr id="34907" name="Text Box 111"/>
          <p:cNvSpPr txBox="1"/>
          <p:nvPr/>
        </p:nvSpPr>
        <p:spPr>
          <a:xfrm>
            <a:off x="4683125" y="3424238"/>
            <a:ext cx="82550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 c(0)</a:t>
            </a:r>
          </a:p>
        </p:txBody>
      </p:sp>
      <p:sp>
        <p:nvSpPr>
          <p:cNvPr id="34908" name="Text Box 112"/>
          <p:cNvSpPr txBox="1"/>
          <p:nvPr/>
        </p:nvSpPr>
        <p:spPr>
          <a:xfrm>
            <a:off x="4754563" y="3711575"/>
            <a:ext cx="754062" cy="369888"/>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c(1)</a:t>
            </a:r>
          </a:p>
        </p:txBody>
      </p:sp>
      <p:sp>
        <p:nvSpPr>
          <p:cNvPr id="34909" name="Text Box 113"/>
          <p:cNvSpPr txBox="1"/>
          <p:nvPr/>
        </p:nvSpPr>
        <p:spPr>
          <a:xfrm>
            <a:off x="4754563" y="4287838"/>
            <a:ext cx="687387"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d(1)</a:t>
            </a:r>
          </a:p>
        </p:txBody>
      </p:sp>
      <p:sp>
        <p:nvSpPr>
          <p:cNvPr id="34910" name="Rectangle 114"/>
          <p:cNvSpPr/>
          <p:nvPr/>
        </p:nvSpPr>
        <p:spPr>
          <a:xfrm>
            <a:off x="4754563" y="3986213"/>
            <a:ext cx="712787"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d(0)</a:t>
            </a:r>
          </a:p>
        </p:txBody>
      </p:sp>
      <p:sp>
        <p:nvSpPr>
          <p:cNvPr id="34911" name="Line 115"/>
          <p:cNvSpPr/>
          <p:nvPr/>
        </p:nvSpPr>
        <p:spPr>
          <a:xfrm flipV="1">
            <a:off x="4394200" y="3784600"/>
            <a:ext cx="504825" cy="0"/>
          </a:xfrm>
          <a:prstGeom prst="line">
            <a:avLst/>
          </a:prstGeom>
          <a:ln w="38100" cap="flat" cmpd="sng">
            <a:solidFill>
              <a:srgbClr val="FF3300"/>
            </a:solidFill>
            <a:prstDash val="solid"/>
            <a:headEnd type="none" w="med" len="med"/>
            <a:tailEnd type="triangle" w="med" len="med"/>
          </a:ln>
        </p:spPr>
      </p:sp>
      <p:sp>
        <p:nvSpPr>
          <p:cNvPr id="34912" name="Line 116"/>
          <p:cNvSpPr/>
          <p:nvPr/>
        </p:nvSpPr>
        <p:spPr>
          <a:xfrm flipV="1">
            <a:off x="4394200" y="4287838"/>
            <a:ext cx="504825" cy="0"/>
          </a:xfrm>
          <a:prstGeom prst="line">
            <a:avLst/>
          </a:prstGeom>
          <a:ln w="38100" cap="flat" cmpd="sng">
            <a:solidFill>
              <a:srgbClr val="FF3300"/>
            </a:solidFill>
            <a:prstDash val="solid"/>
            <a:headEnd type="none" w="med" len="med"/>
            <a:tailEnd type="triangle" w="med" len="med"/>
          </a:ln>
        </p:spPr>
      </p:sp>
      <p:sp>
        <p:nvSpPr>
          <p:cNvPr id="34913" name="Text Box 117"/>
          <p:cNvSpPr txBox="1"/>
          <p:nvPr/>
        </p:nvSpPr>
        <p:spPr>
          <a:xfrm>
            <a:off x="6049963" y="3424238"/>
            <a:ext cx="67945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C(0)</a:t>
            </a:r>
          </a:p>
        </p:txBody>
      </p:sp>
      <p:sp>
        <p:nvSpPr>
          <p:cNvPr id="34914" name="Text Box 118"/>
          <p:cNvSpPr txBox="1"/>
          <p:nvPr/>
        </p:nvSpPr>
        <p:spPr>
          <a:xfrm>
            <a:off x="6049963" y="3711575"/>
            <a:ext cx="687387"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C(1)</a:t>
            </a:r>
          </a:p>
        </p:txBody>
      </p:sp>
      <p:sp>
        <p:nvSpPr>
          <p:cNvPr id="34915" name="Text Box 119"/>
          <p:cNvSpPr txBox="1"/>
          <p:nvPr/>
        </p:nvSpPr>
        <p:spPr>
          <a:xfrm>
            <a:off x="6121400" y="4287838"/>
            <a:ext cx="687388"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D(1)</a:t>
            </a:r>
          </a:p>
        </p:txBody>
      </p:sp>
      <p:sp>
        <p:nvSpPr>
          <p:cNvPr id="34916" name="Rectangle 120"/>
          <p:cNvSpPr/>
          <p:nvPr/>
        </p:nvSpPr>
        <p:spPr>
          <a:xfrm>
            <a:off x="6121400" y="3986213"/>
            <a:ext cx="6413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D(0)</a:t>
            </a:r>
          </a:p>
        </p:txBody>
      </p:sp>
      <p:sp>
        <p:nvSpPr>
          <p:cNvPr id="34917" name="Text Box 121"/>
          <p:cNvSpPr txBox="1"/>
          <p:nvPr/>
        </p:nvSpPr>
        <p:spPr>
          <a:xfrm>
            <a:off x="7419975" y="3497263"/>
            <a:ext cx="14732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 C(0)=A(0)</a:t>
            </a:r>
          </a:p>
        </p:txBody>
      </p:sp>
      <p:sp>
        <p:nvSpPr>
          <p:cNvPr id="34918" name="Text Box 122"/>
          <p:cNvSpPr txBox="1"/>
          <p:nvPr/>
        </p:nvSpPr>
        <p:spPr>
          <a:xfrm>
            <a:off x="7491413" y="3784600"/>
            <a:ext cx="1328737" cy="36671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C(1)=A(2)</a:t>
            </a:r>
          </a:p>
        </p:txBody>
      </p:sp>
      <p:sp>
        <p:nvSpPr>
          <p:cNvPr id="34919" name="Text Box 123"/>
          <p:cNvSpPr txBox="1"/>
          <p:nvPr/>
        </p:nvSpPr>
        <p:spPr>
          <a:xfrm>
            <a:off x="7491413" y="4360863"/>
            <a:ext cx="1257300" cy="36671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D(1)=A(3)</a:t>
            </a:r>
          </a:p>
        </p:txBody>
      </p:sp>
      <p:sp>
        <p:nvSpPr>
          <p:cNvPr id="34920" name="Rectangle 124"/>
          <p:cNvSpPr/>
          <p:nvPr/>
        </p:nvSpPr>
        <p:spPr>
          <a:xfrm>
            <a:off x="7491413" y="4059238"/>
            <a:ext cx="1212850" cy="3667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a:spcBef>
                <a:spcPct val="0"/>
              </a:spcBef>
              <a:buNone/>
            </a:pPr>
            <a:r>
              <a:rPr lang="en-US" altLang="zh-CN" sz="1800" b="0" dirty="0">
                <a:solidFill>
                  <a:srgbClr val="333300"/>
                </a:solidFill>
              </a:rPr>
              <a:t>D(0)=A(1)</a:t>
            </a:r>
          </a:p>
        </p:txBody>
      </p:sp>
      <p:sp>
        <p:nvSpPr>
          <p:cNvPr id="34921" name="Line 125"/>
          <p:cNvSpPr/>
          <p:nvPr/>
        </p:nvSpPr>
        <p:spPr>
          <a:xfrm>
            <a:off x="2268538" y="3429000"/>
            <a:ext cx="0" cy="1368425"/>
          </a:xfrm>
          <a:prstGeom prst="line">
            <a:avLst/>
          </a:prstGeom>
          <a:ln w="38100" cap="flat" cmpd="sng">
            <a:solidFill>
              <a:schemeClr val="tx2"/>
            </a:solidFill>
            <a:prstDash val="solid"/>
            <a:headEnd type="none" w="med" len="med"/>
            <a:tailEnd type="none" w="med" len="med"/>
          </a:ln>
        </p:spPr>
      </p:sp>
      <p:sp>
        <p:nvSpPr>
          <p:cNvPr id="34922" name="Line 126"/>
          <p:cNvSpPr/>
          <p:nvPr/>
        </p:nvSpPr>
        <p:spPr>
          <a:xfrm>
            <a:off x="7308850" y="3429000"/>
            <a:ext cx="0" cy="1368425"/>
          </a:xfrm>
          <a:prstGeom prst="line">
            <a:avLst/>
          </a:prstGeom>
          <a:ln w="38100" cap="flat" cmpd="sng">
            <a:solidFill>
              <a:schemeClr val="tx2"/>
            </a:solidFill>
            <a:prstDash val="solid"/>
            <a:headEnd type="none" w="med" len="med"/>
            <a:tailEnd type="none" w="med" len="med"/>
          </a:ln>
        </p:spPr>
      </p:sp>
      <p:sp>
        <p:nvSpPr>
          <p:cNvPr id="34923" name="Line 127"/>
          <p:cNvSpPr/>
          <p:nvPr/>
        </p:nvSpPr>
        <p:spPr>
          <a:xfrm>
            <a:off x="2268538" y="3429000"/>
            <a:ext cx="5040312" cy="0"/>
          </a:xfrm>
          <a:prstGeom prst="line">
            <a:avLst/>
          </a:prstGeom>
          <a:ln w="38100" cap="flat" cmpd="sng">
            <a:solidFill>
              <a:schemeClr val="tx2"/>
            </a:solidFill>
            <a:prstDash val="solid"/>
            <a:headEnd type="none" w="med" len="med"/>
            <a:tailEnd type="none" w="med" len="med"/>
          </a:ln>
        </p:spPr>
      </p:sp>
      <p:sp>
        <p:nvSpPr>
          <p:cNvPr id="34924" name="Line 128"/>
          <p:cNvSpPr/>
          <p:nvPr/>
        </p:nvSpPr>
        <p:spPr>
          <a:xfrm>
            <a:off x="2268538" y="4797425"/>
            <a:ext cx="5040312" cy="0"/>
          </a:xfrm>
          <a:prstGeom prst="line">
            <a:avLst/>
          </a:prstGeom>
          <a:ln w="38100" cap="flat" cmpd="sng">
            <a:solidFill>
              <a:schemeClr val="tx2"/>
            </a:solidFill>
            <a:prstDash val="solid"/>
            <a:headEnd type="none" w="med" len="med"/>
            <a:tailEnd type="none" w="med" len="med"/>
          </a:ln>
        </p:spPr>
      </p:sp>
      <p:graphicFrame>
        <p:nvGraphicFramePr>
          <p:cNvPr id="34925" name="对象 5"/>
          <p:cNvGraphicFramePr>
            <a:graphicFrameLocks noChangeAspect="1"/>
          </p:cNvGraphicFramePr>
          <p:nvPr/>
        </p:nvGraphicFramePr>
        <p:xfrm>
          <a:off x="3581400" y="1797050"/>
          <a:ext cx="247650" cy="260350"/>
        </p:xfrm>
        <a:graphic>
          <a:graphicData uri="http://schemas.openxmlformats.org/presentationml/2006/ole">
            <mc:AlternateContent xmlns:mc="http://schemas.openxmlformats.org/markup-compatibility/2006">
              <mc:Choice xmlns:v="urn:schemas-microsoft-com:vml" Requires="v">
                <p:oleObj r:id="rId3" imgW="69215" imgH="76200" progId="Equation.DSMT4">
                  <p:embed/>
                </p:oleObj>
              </mc:Choice>
              <mc:Fallback>
                <p:oleObj r:id="rId3" imgW="69215" imgH="76200" progId="Equation.DSMT4">
                  <p:embed/>
                  <p:pic>
                    <p:nvPicPr>
                      <p:cNvPr id="34925" name="对象 5"/>
                      <p:cNvPicPr/>
                      <p:nvPr/>
                    </p:nvPicPr>
                    <p:blipFill>
                      <a:blip r:embed="rId4">
                        <a:clrChange>
                          <a:clrFrom>
                            <a:srgbClr val="000000"/>
                          </a:clrFrom>
                          <a:clrTo>
                            <a:srgbClr val="FF3300"/>
                          </a:clrTo>
                        </a:clrChange>
                      </a:blip>
                      <a:stretch>
                        <a:fillRect/>
                      </a:stretch>
                    </p:blipFill>
                    <p:spPr>
                      <a:xfrm>
                        <a:off x="3581400" y="1797050"/>
                        <a:ext cx="247650" cy="260350"/>
                      </a:xfrm>
                      <a:prstGeom prst="rect">
                        <a:avLst/>
                      </a:prstGeom>
                      <a:noFill/>
                      <a:ln w="38100">
                        <a:noFill/>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 Box 6">
            <a:extLst>
              <a:ext uri="{FF2B5EF4-FFF2-40B4-BE49-F238E27FC236}">
                <a16:creationId xmlns:a16="http://schemas.microsoft.com/office/drawing/2014/main" id="{B7056677-CCEA-4863-A36D-A7A373ACCD14}"/>
              </a:ext>
            </a:extLst>
          </p:cNvPr>
          <p:cNvSpPr txBox="1">
            <a:spLocks noChangeArrowheads="1"/>
          </p:cNvSpPr>
          <p:nvPr/>
        </p:nvSpPr>
        <p:spPr bwMode="auto">
          <a:xfrm>
            <a:off x="1045369" y="5430838"/>
            <a:ext cx="7696200" cy="436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3.22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按频率抽取将</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分解成四个</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p>
        </p:txBody>
      </p:sp>
      <p:pic>
        <p:nvPicPr>
          <p:cNvPr id="5" name="图片 4"/>
          <p:cNvPicPr>
            <a:picLocks noChangeAspect="1"/>
          </p:cNvPicPr>
          <p:nvPr/>
        </p:nvPicPr>
        <p:blipFill>
          <a:blip r:embed="rId2"/>
          <a:stretch>
            <a:fillRect/>
          </a:stretch>
        </p:blipFill>
        <p:spPr>
          <a:xfrm>
            <a:off x="609600" y="1143786"/>
            <a:ext cx="8131969" cy="4131469"/>
          </a:xfrm>
          <a:prstGeom prst="rect">
            <a:avLst/>
          </a:prstGeom>
        </p:spPr>
      </p:pic>
      <p:sp>
        <p:nvSpPr>
          <p:cNvPr id="6"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242076394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5"/>
          <p:cNvSpPr/>
          <p:nvPr/>
        </p:nvSpPr>
        <p:spPr>
          <a:xfrm>
            <a:off x="228600" y="762000"/>
            <a:ext cx="8229600" cy="569436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000" b="1">
                <a:solidFill>
                  <a:schemeClr val="tx1"/>
                </a:solidFill>
                <a:latin typeface="+mn-lt"/>
                <a:ea typeface="+mn-ea"/>
              </a:defRPr>
            </a:lvl4pPr>
            <a:lvl5pPr marL="2057400" indent="-228600" algn="l" rtl="0" eaLnBrk="0" fontAlgn="base" hangingPunct="0">
              <a:spcBef>
                <a:spcPct val="20000"/>
              </a:spcBef>
              <a:spcAft>
                <a:spcPct val="0"/>
              </a:spcAft>
              <a:buChar char="»"/>
              <a:defRPr sz="2000" b="1">
                <a:solidFill>
                  <a:schemeClr val="tx1"/>
                </a:solidFill>
                <a:latin typeface="+mn-lt"/>
                <a:ea typeface="+mn-ea"/>
              </a:defRPr>
            </a:lvl5pPr>
          </a:lstStyle>
          <a:p>
            <a:pPr marL="0" lvl="0" indent="0" algn="just" eaLnBrk="1" hangingPunct="1">
              <a:spcBef>
                <a:spcPct val="0"/>
              </a:spcBef>
              <a:buNone/>
            </a:pPr>
            <a:r>
              <a:rPr lang="zh-CN" altLang="en-US" sz="2800" dirty="0">
                <a:latin typeface="Times New Roman" panose="02020603050405020304" pitchFamily="18" charset="0"/>
                <a:ea typeface="宋体" panose="02010600030101010101" pitchFamily="2" charset="-122"/>
              </a:rPr>
              <a:t>与时间抽取法一样，由于</a:t>
            </a:r>
            <a:r>
              <a:rPr lang="en-US" altLang="zh-CN" sz="2800" dirty="0">
                <a:latin typeface="Times New Roman" panose="02020603050405020304" pitchFamily="18" charset="0"/>
                <a:ea typeface="宋体" panose="02010600030101010101" pitchFamily="2" charset="-122"/>
              </a:rPr>
              <a:t>N=2</a:t>
            </a:r>
            <a:r>
              <a:rPr lang="en-US" altLang="zh-CN" sz="2800" baseline="30000" dirty="0">
                <a:latin typeface="Times New Roman" panose="02020603050405020304" pitchFamily="18" charset="0"/>
                <a:ea typeface="宋体" panose="02010600030101010101" pitchFamily="2" charset="-122"/>
              </a:rPr>
              <a:t>M</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N/2</a:t>
            </a:r>
            <a:r>
              <a:rPr lang="zh-CN" altLang="en-US" sz="2800" dirty="0">
                <a:latin typeface="Times New Roman" panose="02020603050405020304" pitchFamily="18" charset="0"/>
                <a:ea typeface="宋体" panose="02010600030101010101" pitchFamily="2" charset="-122"/>
              </a:rPr>
              <a:t>仍是一个偶数</a:t>
            </a:r>
            <a:r>
              <a:rPr lang="en-US" altLang="zh-CN" sz="2800" dirty="0">
                <a:latin typeface="Times New Roman" panose="02020603050405020304" pitchFamily="18" charset="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这样，一个</a:t>
            </a:r>
            <a:r>
              <a:rPr lang="en-US" altLang="zh-CN" sz="2800" dirty="0">
                <a:latin typeface="Times New Roman" panose="02020603050405020304" pitchFamily="18" charset="0"/>
                <a:ea typeface="宋体" panose="02010600030101010101" pitchFamily="2" charset="-122"/>
              </a:rPr>
              <a:t>N=2</a:t>
            </a:r>
            <a:r>
              <a:rPr lang="en-US" altLang="zh-CN" sz="2800" baseline="30000" dirty="0">
                <a:latin typeface="Times New Roman" panose="02020603050405020304" pitchFamily="18" charset="0"/>
                <a:ea typeface="宋体" panose="02010600030101010101" pitchFamily="2" charset="-122"/>
              </a:rPr>
              <a:t>M</a:t>
            </a:r>
            <a:r>
              <a:rPr lang="zh-CN" altLang="en-US" sz="2800" dirty="0">
                <a:latin typeface="Times New Roman" panose="02020603050405020304" pitchFamily="18" charset="0"/>
                <a:ea typeface="宋体" panose="02010600030101010101" pitchFamily="2" charset="-122"/>
              </a:rPr>
              <a:t>点的</a:t>
            </a:r>
            <a:r>
              <a:rPr lang="en-US" altLang="zh-CN" sz="2800" dirty="0">
                <a:latin typeface="Times New Roman" panose="02020603050405020304" pitchFamily="18" charset="0"/>
                <a:ea typeface="宋体" panose="02010600030101010101" pitchFamily="2" charset="-122"/>
              </a:rPr>
              <a:t>DFT</a:t>
            </a:r>
            <a:r>
              <a:rPr lang="zh-CN" altLang="en-US" sz="2800" dirty="0">
                <a:latin typeface="Times New Roman" panose="02020603050405020304" pitchFamily="18" charset="0"/>
                <a:ea typeface="宋体" panose="02010600030101010101" pitchFamily="2" charset="-122"/>
              </a:rPr>
              <a:t>通过</a:t>
            </a:r>
            <a:r>
              <a:rPr lang="en-US" altLang="zh-CN" sz="2800" dirty="0">
                <a:latin typeface="Times New Roman" panose="02020603050405020304" pitchFamily="18" charset="0"/>
                <a:ea typeface="宋体" panose="02010600030101010101" pitchFamily="2" charset="-122"/>
              </a:rPr>
              <a:t>M</a:t>
            </a:r>
            <a:r>
              <a:rPr lang="zh-CN" altLang="en-US" sz="2800" dirty="0">
                <a:latin typeface="Times New Roman" panose="02020603050405020304" pitchFamily="18" charset="0"/>
                <a:ea typeface="宋体" panose="02010600030101010101" pitchFamily="2" charset="-122"/>
              </a:rPr>
              <a:t>次分解后，最后只剩下全部是</a:t>
            </a:r>
            <a:r>
              <a:rPr lang="en-US" altLang="zh-CN" sz="2800"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点的</a:t>
            </a:r>
            <a:r>
              <a:rPr lang="en-US" altLang="zh-CN" sz="2800" dirty="0">
                <a:latin typeface="Times New Roman" panose="02020603050405020304" pitchFamily="18" charset="0"/>
                <a:ea typeface="宋体" panose="02010600030101010101" pitchFamily="2" charset="-122"/>
              </a:rPr>
              <a:t>DFT</a:t>
            </a:r>
            <a:r>
              <a:rPr lang="zh-CN" altLang="en-US" sz="2800" dirty="0">
                <a:latin typeface="Times New Roman" panose="02020603050405020304" pitchFamily="18" charset="0"/>
                <a:ea typeface="宋体" panose="02010600030101010101" pitchFamily="2" charset="-122"/>
              </a:rPr>
              <a:t>，</a:t>
            </a:r>
            <a:r>
              <a:rPr lang="en-US" altLang="zh-CN" sz="2800" dirty="0">
                <a:latin typeface="Times New Roman" panose="02020603050405020304" pitchFamily="18" charset="0"/>
                <a:ea typeface="宋体" panose="02010600030101010101" pitchFamily="2" charset="-122"/>
              </a:rPr>
              <a:t>2</a:t>
            </a:r>
            <a:r>
              <a:rPr lang="zh-CN" altLang="en-US" sz="2800" dirty="0">
                <a:latin typeface="Times New Roman" panose="02020603050405020304" pitchFamily="18" charset="0"/>
                <a:ea typeface="宋体" panose="02010600030101010101" pitchFamily="2" charset="-122"/>
              </a:rPr>
              <a:t>点</a:t>
            </a:r>
            <a:r>
              <a:rPr lang="en-US" altLang="zh-CN" sz="2800" dirty="0">
                <a:latin typeface="Times New Roman" panose="02020603050405020304" pitchFamily="18" charset="0"/>
                <a:ea typeface="宋体" panose="02010600030101010101" pitchFamily="2" charset="-122"/>
              </a:rPr>
              <a:t>DFT</a:t>
            </a:r>
            <a:r>
              <a:rPr lang="zh-CN" altLang="en-US" sz="2800" dirty="0">
                <a:latin typeface="Times New Roman" panose="02020603050405020304" pitchFamily="18" charset="0"/>
                <a:ea typeface="宋体" panose="02010600030101010101" pitchFamily="2" charset="-122"/>
              </a:rPr>
              <a:t>实际上只有加减运算。但为了比较，也为了统一运算的结构，仍用一个系数为</a:t>
            </a:r>
            <a:r>
              <a:rPr lang="en-US" altLang="zh-CN" sz="2800" dirty="0">
                <a:latin typeface="Times New Roman" panose="02020603050405020304" pitchFamily="18" charset="0"/>
                <a:ea typeface="宋体" panose="02010600030101010101" pitchFamily="2" charset="-122"/>
              </a:rPr>
              <a:t>W</a:t>
            </a:r>
            <a:r>
              <a:rPr lang="en-US" altLang="zh-CN" sz="2800" baseline="30000" dirty="0">
                <a:latin typeface="Times New Roman" panose="02020603050405020304" pitchFamily="18" charset="0"/>
                <a:ea typeface="宋体" panose="02010600030101010101" pitchFamily="2" charset="-122"/>
              </a:rPr>
              <a:t>0</a:t>
            </a:r>
            <a:r>
              <a:rPr lang="en-US" altLang="zh-CN" sz="2800" baseline="-30000" dirty="0">
                <a:latin typeface="Times New Roman" panose="02020603050405020304" pitchFamily="18" charset="0"/>
                <a:ea typeface="宋体" panose="02010600030101010101" pitchFamily="2" charset="-122"/>
              </a:rPr>
              <a:t>N</a:t>
            </a:r>
            <a:r>
              <a:rPr lang="en-US" altLang="zh-CN" sz="2800" dirty="0">
                <a:latin typeface="Times New Roman" panose="02020603050405020304" pitchFamily="18" charset="0"/>
                <a:ea typeface="宋体" panose="02010600030101010101" pitchFamily="2" charset="-122"/>
              </a:rPr>
              <a:t> </a:t>
            </a:r>
            <a:r>
              <a:rPr lang="zh-CN" altLang="en-US" sz="2800" dirty="0">
                <a:latin typeface="Times New Roman" panose="02020603050405020304" pitchFamily="18" charset="0"/>
                <a:ea typeface="宋体" panose="02010600030101010101" pitchFamily="2" charset="-122"/>
              </a:rPr>
              <a:t>的蝶形运算来表示。</a:t>
            </a:r>
          </a:p>
          <a:p>
            <a:pPr marL="0" lvl="0" indent="0" algn="just" eaLnBrk="1" hangingPunct="1">
              <a:spcBef>
                <a:spcPct val="0"/>
              </a:spcBef>
              <a:buNone/>
            </a:pPr>
            <a:endParaRPr lang="zh-CN" altLang="en-US" sz="2800" dirty="0">
              <a:latin typeface="Times New Roman" panose="02020603050405020304" pitchFamily="18" charset="0"/>
              <a:ea typeface="宋体" panose="02010600030101010101" pitchFamily="2" charset="-122"/>
            </a:endParaRPr>
          </a:p>
          <a:p>
            <a:pPr marL="0" lvl="0" indent="0" algn="just">
              <a:spcBef>
                <a:spcPct val="0"/>
              </a:spcBef>
              <a:buNone/>
            </a:pPr>
            <a:endParaRPr lang="en-US" altLang="zh-CN" sz="2800" dirty="0">
              <a:latin typeface="Times New Roman" panose="02020603050405020304" pitchFamily="18" charset="0"/>
              <a:ea typeface="宋体" panose="02010600030101010101" pitchFamily="2" charset="-122"/>
            </a:endParaRPr>
          </a:p>
          <a:p>
            <a:pPr marL="0" lvl="0" indent="0" algn="just">
              <a:spcBef>
                <a:spcPct val="0"/>
              </a:spcBef>
              <a:buNone/>
            </a:pPr>
            <a:endParaRPr lang="en-US" altLang="zh-CN" sz="2800" dirty="0">
              <a:latin typeface="Times New Roman" panose="02020603050405020304" pitchFamily="18" charset="0"/>
              <a:ea typeface="宋体" panose="02010600030101010101" pitchFamily="2" charset="-122"/>
            </a:endParaRPr>
          </a:p>
          <a:p>
            <a:pPr marL="0" lvl="0" indent="0" algn="just">
              <a:spcBef>
                <a:spcPct val="0"/>
              </a:spcBef>
              <a:buNone/>
            </a:pPr>
            <a:endParaRPr lang="en-US" altLang="zh-CN" sz="2800" dirty="0">
              <a:latin typeface="Times New Roman" panose="02020603050405020304" pitchFamily="18" charset="0"/>
              <a:ea typeface="宋体" panose="02010600030101010101" pitchFamily="2" charset="-122"/>
            </a:endParaRPr>
          </a:p>
          <a:p>
            <a:pPr marL="0" lvl="0" indent="0" algn="just">
              <a:spcBef>
                <a:spcPct val="0"/>
              </a:spcBef>
              <a:buNone/>
            </a:pPr>
            <a:r>
              <a:rPr lang="zh-CN" altLang="en-US" sz="2800" dirty="0">
                <a:latin typeface="Times New Roman" panose="02020603050405020304" pitchFamily="18" charset="0"/>
                <a:ea typeface="宋体" panose="02010600030101010101" pitchFamily="2" charset="-122"/>
              </a:rPr>
              <a:t>频率抽取法的流图是时域抽取法流图的左右翻转。下图是</a:t>
            </a:r>
            <a:r>
              <a:rPr lang="en-US" altLang="zh-CN" sz="2800" dirty="0">
                <a:latin typeface="Times New Roman" panose="02020603050405020304" pitchFamily="18" charset="0"/>
                <a:ea typeface="宋体" panose="02010600030101010101" pitchFamily="2" charset="-122"/>
              </a:rPr>
              <a:t>N=8</a:t>
            </a:r>
            <a:r>
              <a:rPr lang="zh-CN" altLang="en-US" sz="2800" dirty="0">
                <a:latin typeface="Times New Roman" panose="02020603050405020304" pitchFamily="18" charset="0"/>
                <a:ea typeface="宋体" panose="02010600030101010101" pitchFamily="2" charset="-122"/>
              </a:rPr>
              <a:t>的频率抽取法</a:t>
            </a:r>
            <a:r>
              <a:rPr lang="en-US" altLang="zh-CN" sz="2800" dirty="0">
                <a:latin typeface="Times New Roman" panose="02020603050405020304" pitchFamily="18" charset="0"/>
                <a:ea typeface="宋体" panose="02010600030101010101" pitchFamily="2" charset="-122"/>
              </a:rPr>
              <a:t>FFT</a:t>
            </a:r>
            <a:r>
              <a:rPr lang="zh-CN" altLang="en-US" sz="2800" dirty="0">
                <a:latin typeface="Times New Roman" panose="02020603050405020304" pitchFamily="18" charset="0"/>
                <a:ea typeface="宋体" panose="02010600030101010101" pitchFamily="2" charset="-122"/>
              </a:rPr>
              <a:t>流图。</a:t>
            </a:r>
          </a:p>
          <a:p>
            <a:pPr marL="0" lvl="0" indent="0" algn="just">
              <a:spcBef>
                <a:spcPct val="0"/>
              </a:spcBef>
              <a:buNone/>
            </a:pPr>
            <a:r>
              <a:rPr lang="zh-CN" altLang="en-US" sz="2800" dirty="0">
                <a:latin typeface="Times New Roman" panose="02020603050405020304" pitchFamily="18" charset="0"/>
                <a:ea typeface="宋体" panose="02010600030101010101" pitchFamily="2" charset="-122"/>
              </a:rPr>
              <a:t> </a:t>
            </a:r>
          </a:p>
          <a:p>
            <a:pPr marL="0" lvl="0" indent="0">
              <a:spcBef>
                <a:spcPct val="0"/>
              </a:spcBef>
              <a:buNone/>
            </a:pPr>
            <a:endParaRPr lang="en-US" altLang="zh-CN" sz="2800" dirty="0">
              <a:latin typeface="Times New Roman" panose="02020603050405020304" pitchFamily="18" charset="0"/>
              <a:ea typeface="宋体" panose="02010600030101010101" pitchFamily="2" charset="-122"/>
            </a:endParaRPr>
          </a:p>
        </p:txBody>
      </p:sp>
      <p:graphicFrame>
        <p:nvGraphicFramePr>
          <p:cNvPr id="36867" name="Object 4"/>
          <p:cNvGraphicFramePr>
            <a:graphicFrameLocks noChangeAspect="1"/>
          </p:cNvGraphicFramePr>
          <p:nvPr/>
        </p:nvGraphicFramePr>
        <p:xfrm>
          <a:off x="1066800" y="3124200"/>
          <a:ext cx="5813425" cy="1219200"/>
        </p:xfrm>
        <a:graphic>
          <a:graphicData uri="http://schemas.openxmlformats.org/presentationml/2006/ole">
            <mc:AlternateContent xmlns:mc="http://schemas.openxmlformats.org/markup-compatibility/2006">
              <mc:Choice xmlns:v="urn:schemas-microsoft-com:vml" Requires="v">
                <p:oleObj r:id="rId2" imgW="2311400" imgH="482600" progId="Equation.3">
                  <p:embed/>
                </p:oleObj>
              </mc:Choice>
              <mc:Fallback>
                <p:oleObj r:id="rId2" imgW="2311400" imgH="482600" progId="Equation.3">
                  <p:embed/>
                  <p:pic>
                    <p:nvPicPr>
                      <p:cNvPr id="36867" name="Object 4"/>
                      <p:cNvPicPr/>
                      <p:nvPr/>
                    </p:nvPicPr>
                    <p:blipFill>
                      <a:blip r:embed="rId3"/>
                      <a:stretch>
                        <a:fillRect/>
                      </a:stretch>
                    </p:blipFill>
                    <p:spPr>
                      <a:xfrm>
                        <a:off x="1066800" y="3124200"/>
                        <a:ext cx="5813425" cy="1219200"/>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fade">
                                      <p:cBhvr>
                                        <p:cTn id="7" dur="1000"/>
                                        <p:tgtEl>
                                          <p:spTgt spid="36867"/>
                                        </p:tgtEl>
                                      </p:cBhvr>
                                    </p:animEffect>
                                    <p:anim calcmode="lin" valueType="num">
                                      <p:cBhvr>
                                        <p:cTn id="8" dur="1000" fill="hold"/>
                                        <p:tgtEl>
                                          <p:spTgt spid="36867"/>
                                        </p:tgtEl>
                                        <p:attrNameLst>
                                          <p:attrName>ppt_x</p:attrName>
                                        </p:attrNameLst>
                                      </p:cBhvr>
                                      <p:tavLst>
                                        <p:tav tm="0">
                                          <p:val>
                                            <p:strVal val="#ppt_x"/>
                                          </p:val>
                                        </p:tav>
                                        <p:tav tm="100000">
                                          <p:val>
                                            <p:strVal val="#ppt_x"/>
                                          </p:val>
                                        </p:tav>
                                      </p:tavLst>
                                    </p:anim>
                                    <p:anim calcmode="lin" valueType="num">
                                      <p:cBhvr>
                                        <p:cTn id="9" dur="1000" fill="hold"/>
                                        <p:tgtEl>
                                          <p:spTgt spid="3686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6866">
                                            <p:txEl>
                                              <p:pRg st="5" end="5"/>
                                            </p:txEl>
                                          </p:spTgt>
                                        </p:tgtEl>
                                        <p:attrNameLst>
                                          <p:attrName>style.visibility</p:attrName>
                                        </p:attrNameLst>
                                      </p:cBhvr>
                                      <p:to>
                                        <p:strVal val="visible"/>
                                      </p:to>
                                    </p:set>
                                    <p:animEffect transition="in" filter="fade">
                                      <p:cBhvr>
                                        <p:cTn id="14" dur="1000"/>
                                        <p:tgtEl>
                                          <p:spTgt spid="36866">
                                            <p:txEl>
                                              <p:pRg st="5" end="5"/>
                                            </p:txEl>
                                          </p:spTgt>
                                        </p:tgtEl>
                                      </p:cBhvr>
                                    </p:animEffect>
                                    <p:anim calcmode="lin" valueType="num">
                                      <p:cBhvr>
                                        <p:cTn id="15" dur="1000" fill="hold"/>
                                        <p:tgtEl>
                                          <p:spTgt spid="36866">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686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Text Box 6">
            <a:extLst>
              <a:ext uri="{FF2B5EF4-FFF2-40B4-BE49-F238E27FC236}">
                <a16:creationId xmlns:a16="http://schemas.microsoft.com/office/drawing/2014/main" id="{CB88329B-9DDC-4924-B11B-F9EECD4A566A}"/>
              </a:ext>
            </a:extLst>
          </p:cNvPr>
          <p:cNvSpPr txBox="1">
            <a:spLocks noChangeArrowheads="1"/>
          </p:cNvSpPr>
          <p:nvPr/>
        </p:nvSpPr>
        <p:spPr bwMode="auto">
          <a:xfrm>
            <a:off x="1371600" y="5780380"/>
            <a:ext cx="6713253" cy="6259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3.23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的按频率抽取</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运算流图</a:t>
            </a:r>
          </a:p>
        </p:txBody>
      </p:sp>
      <p:pic>
        <p:nvPicPr>
          <p:cNvPr id="2" name="图片 1"/>
          <p:cNvPicPr>
            <a:picLocks noChangeAspect="1"/>
          </p:cNvPicPr>
          <p:nvPr/>
        </p:nvPicPr>
        <p:blipFill>
          <a:blip r:embed="rId2"/>
          <a:stretch>
            <a:fillRect/>
          </a:stretch>
        </p:blipFill>
        <p:spPr>
          <a:xfrm>
            <a:off x="328514" y="1143000"/>
            <a:ext cx="8343900" cy="4314825"/>
          </a:xfrm>
          <a:prstGeom prst="rect">
            <a:avLst/>
          </a:prstGeom>
        </p:spPr>
      </p:pic>
      <p:sp>
        <p:nvSpPr>
          <p:cNvPr id="7" name="矩形 6"/>
          <p:cNvSpPr/>
          <p:nvPr/>
        </p:nvSpPr>
        <p:spPr>
          <a:xfrm>
            <a:off x="914400" y="5780380"/>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1201985475"/>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a:extLst>
              <a:ext uri="{FF2B5EF4-FFF2-40B4-BE49-F238E27FC236}">
                <a16:creationId xmlns:a16="http://schemas.microsoft.com/office/drawing/2014/main" id="{0E5D166D-285E-4B1F-BA3D-07F441EA9CA7}"/>
              </a:ext>
            </a:extLst>
          </p:cNvPr>
          <p:cNvSpPr>
            <a:spLocks noChangeArrowheads="1"/>
          </p:cNvSpPr>
          <p:nvPr/>
        </p:nvSpPr>
        <p:spPr bwMode="auto">
          <a:xfrm>
            <a:off x="466724" y="1124744"/>
            <a:ext cx="8425755"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频率抽取法</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的运算特点：</a:t>
            </a:r>
            <a:endPar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800" b="0"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rPr>
              <a:t>  </a:t>
            </a:r>
            <a:endParaRPr kumimoji="1" lang="zh-CN" altLang="en-US" sz="800" b="0"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蝶形运算</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0"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频率抽取法的流图反转就得到时间抽取法流图，两者运算量相同。</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原位计算 </a:t>
            </a:r>
            <a:r>
              <a:rPr kumimoji="1" lang="zh-CN" altLang="en-US"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endParaRPr kumimoji="1" lang="en-US" altLang="zh-CN"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3" name="Rectangle 4">
            <a:extLst>
              <a:ext uri="{FF2B5EF4-FFF2-40B4-BE49-F238E27FC236}">
                <a16:creationId xmlns:a16="http://schemas.microsoft.com/office/drawing/2014/main" id="{7889286D-A85B-48E9-9FFA-0A9F4A53DF52}"/>
              </a:ext>
            </a:extLst>
          </p:cNvPr>
          <p:cNvSpPr>
            <a:spLocks noChangeArrowheads="1"/>
          </p:cNvSpPr>
          <p:nvPr/>
        </p:nvSpPr>
        <p:spPr bwMode="auto">
          <a:xfrm>
            <a:off x="466725" y="3429000"/>
            <a:ext cx="8210552"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蝶形类型随迭代次数成倍减少</a:t>
            </a:r>
            <a:endParaRPr kumimoji="1" lang="en-US" altLang="zh-CN"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序数重排</a:t>
            </a:r>
          </a:p>
          <a:p>
            <a:pPr lvl="0" algn="just">
              <a:defRPr/>
            </a:pPr>
            <a:r>
              <a:rPr kumimoji="1" lang="zh-CN" altLang="en-US" sz="2800" b="0"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rPr>
              <a:t>输入是自然顺序，输出</a:t>
            </a:r>
            <a:r>
              <a:rPr lang="zh-CN" altLang="en-US" sz="2800" b="1" dirty="0">
                <a:solidFill>
                  <a:srgbClr val="000066">
                    <a:lumMod val="60000"/>
                    <a:lumOff val="40000"/>
                  </a:srgbClr>
                </a:solidFill>
              </a:rPr>
              <a:t>是按位反转的</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panose="02020603050405020304" pitchFamily="18" charset="0"/>
                <a:ea typeface="宋体" panose="02010600030101010101" pitchFamily="2" charset="-122"/>
                <a:cs typeface="+mn-cs"/>
              </a:rPr>
              <a:t>顺序</a:t>
            </a:r>
            <a:r>
              <a:rPr kumimoji="1" lang="zh-CN" altLang="en-US" sz="2800" b="0"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运算完毕后，要通过变址运算转换为自然顺序，然后输出。</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190423203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7586">
                                            <p:txEl>
                                              <p:pRg st="4" end="4"/>
                                            </p:txEl>
                                          </p:spTgt>
                                        </p:tgtEl>
                                        <p:attrNameLst>
                                          <p:attrName>style.visibility</p:attrName>
                                        </p:attrNameLst>
                                      </p:cBhvr>
                                      <p:to>
                                        <p:strVal val="visible"/>
                                      </p:to>
                                    </p:set>
                                    <p:animEffect transition="in" filter="fade">
                                      <p:cBhvr>
                                        <p:cTn id="7" dur="1000"/>
                                        <p:tgtEl>
                                          <p:spTgt spid="67586">
                                            <p:txEl>
                                              <p:pRg st="4" end="4"/>
                                            </p:txEl>
                                          </p:spTgt>
                                        </p:tgtEl>
                                      </p:cBhvr>
                                    </p:animEffect>
                                    <p:anim calcmode="lin" valueType="num">
                                      <p:cBhvr>
                                        <p:cTn id="8" dur="1000" fill="hold"/>
                                        <p:tgtEl>
                                          <p:spTgt spid="67586">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6758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905000" y="6096000"/>
            <a:ext cx="5638800" cy="52322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的按频率抽取</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运算流图</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1200" y="3866970"/>
            <a:ext cx="4858171" cy="2076630"/>
          </a:xfrm>
          <a:prstGeom prst="rect">
            <a:avLst/>
          </a:prstGeom>
        </p:spPr>
      </p:pic>
      <p:sp>
        <p:nvSpPr>
          <p:cNvPr id="6" name="矩形 5"/>
          <p:cNvSpPr/>
          <p:nvPr/>
        </p:nvSpPr>
        <p:spPr>
          <a:xfrm>
            <a:off x="1823720" y="3134380"/>
            <a:ext cx="5638800" cy="52322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=4</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的按时间抽取</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运算流图</a:t>
            </a:r>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1200" y="983314"/>
            <a:ext cx="4724810" cy="2067104"/>
          </a:xfrm>
          <a:prstGeom prst="rect">
            <a:avLst/>
          </a:prstGeom>
        </p:spPr>
      </p:pic>
      <p:graphicFrame>
        <p:nvGraphicFramePr>
          <p:cNvPr id="8" name="对象 7"/>
          <p:cNvGraphicFramePr>
            <a:graphicFrameLocks noChangeAspect="1"/>
          </p:cNvGraphicFramePr>
          <p:nvPr/>
        </p:nvGraphicFramePr>
        <p:xfrm>
          <a:off x="1173163" y="874619"/>
          <a:ext cx="725487" cy="446088"/>
        </p:xfrm>
        <a:graphic>
          <a:graphicData uri="http://schemas.openxmlformats.org/presentationml/2006/ole">
            <mc:AlternateContent xmlns:mc="http://schemas.openxmlformats.org/markup-compatibility/2006">
              <mc:Choice xmlns:v="urn:schemas-microsoft-com:vml" Requires="v">
                <p:oleObj name="Equation" r:id="rId4" imgW="330120" imgH="203040" progId="Equation.DSMT4">
                  <p:embed/>
                </p:oleObj>
              </mc:Choice>
              <mc:Fallback>
                <p:oleObj name="Equation" r:id="rId4" imgW="330120" imgH="203040" progId="Equation.DSMT4">
                  <p:embed/>
                  <p:pic>
                    <p:nvPicPr>
                      <p:cNvPr id="8" name="对象 7"/>
                      <p:cNvPicPr>
                        <a:picLocks noChangeAspect="1" noChangeArrowheads="1"/>
                      </p:cNvPicPr>
                      <p:nvPr/>
                    </p:nvPicPr>
                    <p:blipFill>
                      <a:blip r:embed="rId5"/>
                      <a:srcRect/>
                      <a:stretch>
                        <a:fillRect/>
                      </a:stretch>
                    </p:blipFill>
                    <p:spPr bwMode="auto">
                      <a:xfrm>
                        <a:off x="1173163" y="874619"/>
                        <a:ext cx="725487"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对象 4"/>
          <p:cNvGraphicFramePr>
            <a:graphicFrameLocks noChangeAspect="1"/>
          </p:cNvGraphicFramePr>
          <p:nvPr/>
        </p:nvGraphicFramePr>
        <p:xfrm>
          <a:off x="1158875" y="1450882"/>
          <a:ext cx="725488" cy="446087"/>
        </p:xfrm>
        <a:graphic>
          <a:graphicData uri="http://schemas.openxmlformats.org/presentationml/2006/ole">
            <mc:AlternateContent xmlns:mc="http://schemas.openxmlformats.org/markup-compatibility/2006">
              <mc:Choice xmlns:v="urn:schemas-microsoft-com:vml" Requires="v">
                <p:oleObj name="Equation" r:id="rId6" imgW="330120" imgH="203040" progId="Equation.DSMT4">
                  <p:embed/>
                </p:oleObj>
              </mc:Choice>
              <mc:Fallback>
                <p:oleObj name="Equation" r:id="rId6" imgW="330120" imgH="203040" progId="Equation.DSMT4">
                  <p:embed/>
                  <p:pic>
                    <p:nvPicPr>
                      <p:cNvPr id="9" name="对象 4"/>
                      <p:cNvPicPr>
                        <a:picLocks noChangeAspect="1" noChangeArrowheads="1"/>
                      </p:cNvPicPr>
                      <p:nvPr/>
                    </p:nvPicPr>
                    <p:blipFill>
                      <a:blip r:embed="rId7"/>
                      <a:srcRect/>
                      <a:stretch>
                        <a:fillRect/>
                      </a:stretch>
                    </p:blipFill>
                    <p:spPr bwMode="auto">
                      <a:xfrm>
                        <a:off x="1158875" y="1450882"/>
                        <a:ext cx="7254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4"/>
          <p:cNvGraphicFramePr>
            <a:graphicFrameLocks noChangeAspect="1"/>
          </p:cNvGraphicFramePr>
          <p:nvPr/>
        </p:nvGraphicFramePr>
        <p:xfrm>
          <a:off x="1154113" y="1981107"/>
          <a:ext cx="696912" cy="447675"/>
        </p:xfrm>
        <a:graphic>
          <a:graphicData uri="http://schemas.openxmlformats.org/presentationml/2006/ole">
            <mc:AlternateContent xmlns:mc="http://schemas.openxmlformats.org/markup-compatibility/2006">
              <mc:Choice xmlns:v="urn:schemas-microsoft-com:vml" Requires="v">
                <p:oleObj name="Equation" r:id="rId8" imgW="317160" imgH="203040" progId="Equation.DSMT4">
                  <p:embed/>
                </p:oleObj>
              </mc:Choice>
              <mc:Fallback>
                <p:oleObj name="Equation" r:id="rId8" imgW="317160" imgH="203040" progId="Equation.DSMT4">
                  <p:embed/>
                  <p:pic>
                    <p:nvPicPr>
                      <p:cNvPr id="10" name="对象 4"/>
                      <p:cNvPicPr>
                        <a:picLocks noChangeAspect="1" noChangeArrowheads="1"/>
                      </p:cNvPicPr>
                      <p:nvPr/>
                    </p:nvPicPr>
                    <p:blipFill>
                      <a:blip r:embed="rId9"/>
                      <a:srcRect/>
                      <a:stretch>
                        <a:fillRect/>
                      </a:stretch>
                    </p:blipFill>
                    <p:spPr bwMode="auto">
                      <a:xfrm>
                        <a:off x="1154113" y="1981107"/>
                        <a:ext cx="696912"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4"/>
          <p:cNvGraphicFramePr>
            <a:graphicFrameLocks noChangeAspect="1"/>
          </p:cNvGraphicFramePr>
          <p:nvPr/>
        </p:nvGraphicFramePr>
        <p:xfrm>
          <a:off x="1143000" y="2536732"/>
          <a:ext cx="725488" cy="446087"/>
        </p:xfrm>
        <a:graphic>
          <a:graphicData uri="http://schemas.openxmlformats.org/presentationml/2006/ole">
            <mc:AlternateContent xmlns:mc="http://schemas.openxmlformats.org/markup-compatibility/2006">
              <mc:Choice xmlns:v="urn:schemas-microsoft-com:vml" Requires="v">
                <p:oleObj name="Equation" r:id="rId10" imgW="330120" imgH="203040" progId="Equation.DSMT4">
                  <p:embed/>
                </p:oleObj>
              </mc:Choice>
              <mc:Fallback>
                <p:oleObj name="Equation" r:id="rId10" imgW="330120" imgH="203040" progId="Equation.DSMT4">
                  <p:embed/>
                  <p:pic>
                    <p:nvPicPr>
                      <p:cNvPr id="11" name="对象 4"/>
                      <p:cNvPicPr>
                        <a:picLocks noChangeAspect="1" noChangeArrowheads="1"/>
                      </p:cNvPicPr>
                      <p:nvPr/>
                    </p:nvPicPr>
                    <p:blipFill>
                      <a:blip r:embed="rId11"/>
                      <a:srcRect/>
                      <a:stretch>
                        <a:fillRect/>
                      </a:stretch>
                    </p:blipFill>
                    <p:spPr bwMode="auto">
                      <a:xfrm>
                        <a:off x="1143000" y="2536732"/>
                        <a:ext cx="7254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4"/>
          <p:cNvGraphicFramePr>
            <a:graphicFrameLocks noChangeAspect="1"/>
          </p:cNvGraphicFramePr>
          <p:nvPr/>
        </p:nvGraphicFramePr>
        <p:xfrm>
          <a:off x="6788560" y="943130"/>
          <a:ext cx="811212" cy="446088"/>
        </p:xfrm>
        <a:graphic>
          <a:graphicData uri="http://schemas.openxmlformats.org/presentationml/2006/ole">
            <mc:AlternateContent xmlns:mc="http://schemas.openxmlformats.org/markup-compatibility/2006">
              <mc:Choice xmlns:v="urn:schemas-microsoft-com:vml" Requires="v">
                <p:oleObj name="Equation" r:id="rId12" imgW="368280" imgH="203040" progId="Equation.DSMT4">
                  <p:embed/>
                </p:oleObj>
              </mc:Choice>
              <mc:Fallback>
                <p:oleObj name="Equation" r:id="rId12" imgW="368280" imgH="203040" progId="Equation.DSMT4">
                  <p:embed/>
                  <p:pic>
                    <p:nvPicPr>
                      <p:cNvPr id="12" name="对象 4"/>
                      <p:cNvPicPr>
                        <a:picLocks noChangeAspect="1" noChangeArrowheads="1"/>
                      </p:cNvPicPr>
                      <p:nvPr/>
                    </p:nvPicPr>
                    <p:blipFill>
                      <a:blip r:embed="rId13"/>
                      <a:srcRect/>
                      <a:stretch>
                        <a:fillRect/>
                      </a:stretch>
                    </p:blipFill>
                    <p:spPr bwMode="auto">
                      <a:xfrm>
                        <a:off x="6788560" y="943130"/>
                        <a:ext cx="811212"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4"/>
          <p:cNvGraphicFramePr>
            <a:graphicFrameLocks noChangeAspect="1"/>
          </p:cNvGraphicFramePr>
          <p:nvPr/>
        </p:nvGraphicFramePr>
        <p:xfrm>
          <a:off x="6793322" y="1524155"/>
          <a:ext cx="781050" cy="446088"/>
        </p:xfrm>
        <a:graphic>
          <a:graphicData uri="http://schemas.openxmlformats.org/presentationml/2006/ole">
            <mc:AlternateContent xmlns:mc="http://schemas.openxmlformats.org/markup-compatibility/2006">
              <mc:Choice xmlns:v="urn:schemas-microsoft-com:vml" Requires="v">
                <p:oleObj name="Equation" r:id="rId14" imgW="355320" imgH="203040" progId="Equation.DSMT4">
                  <p:embed/>
                </p:oleObj>
              </mc:Choice>
              <mc:Fallback>
                <p:oleObj name="Equation" r:id="rId14" imgW="355320" imgH="203040" progId="Equation.DSMT4">
                  <p:embed/>
                  <p:pic>
                    <p:nvPicPr>
                      <p:cNvPr id="13" name="对象 4"/>
                      <p:cNvPicPr>
                        <a:picLocks noChangeAspect="1" noChangeArrowheads="1"/>
                      </p:cNvPicPr>
                      <p:nvPr/>
                    </p:nvPicPr>
                    <p:blipFill>
                      <a:blip r:embed="rId15"/>
                      <a:srcRect/>
                      <a:stretch>
                        <a:fillRect/>
                      </a:stretch>
                    </p:blipFill>
                    <p:spPr bwMode="auto">
                      <a:xfrm>
                        <a:off x="6793322" y="1524155"/>
                        <a:ext cx="78105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4"/>
          <p:cNvGraphicFramePr>
            <a:graphicFrameLocks noChangeAspect="1"/>
          </p:cNvGraphicFramePr>
          <p:nvPr/>
        </p:nvGraphicFramePr>
        <p:xfrm>
          <a:off x="6793322" y="2071843"/>
          <a:ext cx="809625" cy="447675"/>
        </p:xfrm>
        <a:graphic>
          <a:graphicData uri="http://schemas.openxmlformats.org/presentationml/2006/ole">
            <mc:AlternateContent xmlns:mc="http://schemas.openxmlformats.org/markup-compatibility/2006">
              <mc:Choice xmlns:v="urn:schemas-microsoft-com:vml" Requires="v">
                <p:oleObj name="Equation" r:id="rId16" imgW="368280" imgH="203040" progId="Equation.DSMT4">
                  <p:embed/>
                </p:oleObj>
              </mc:Choice>
              <mc:Fallback>
                <p:oleObj name="Equation" r:id="rId16" imgW="368280" imgH="203040" progId="Equation.DSMT4">
                  <p:embed/>
                  <p:pic>
                    <p:nvPicPr>
                      <p:cNvPr id="14" name="对象 4"/>
                      <p:cNvPicPr>
                        <a:picLocks noChangeAspect="1" noChangeArrowheads="1"/>
                      </p:cNvPicPr>
                      <p:nvPr/>
                    </p:nvPicPr>
                    <p:blipFill>
                      <a:blip r:embed="rId17"/>
                      <a:srcRect/>
                      <a:stretch>
                        <a:fillRect/>
                      </a:stretch>
                    </p:blipFill>
                    <p:spPr bwMode="auto">
                      <a:xfrm>
                        <a:off x="6793322" y="2071843"/>
                        <a:ext cx="8096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4"/>
          <p:cNvGraphicFramePr>
            <a:graphicFrameLocks noChangeAspect="1"/>
          </p:cNvGraphicFramePr>
          <p:nvPr/>
        </p:nvGraphicFramePr>
        <p:xfrm>
          <a:off x="6799672" y="2613180"/>
          <a:ext cx="809625" cy="447675"/>
        </p:xfrm>
        <a:graphic>
          <a:graphicData uri="http://schemas.openxmlformats.org/presentationml/2006/ole">
            <mc:AlternateContent xmlns:mc="http://schemas.openxmlformats.org/markup-compatibility/2006">
              <mc:Choice xmlns:v="urn:schemas-microsoft-com:vml" Requires="v">
                <p:oleObj name="Equation" r:id="rId18" imgW="368280" imgH="203040" progId="Equation.DSMT4">
                  <p:embed/>
                </p:oleObj>
              </mc:Choice>
              <mc:Fallback>
                <p:oleObj name="Equation" r:id="rId18" imgW="368280" imgH="203040" progId="Equation.DSMT4">
                  <p:embed/>
                  <p:pic>
                    <p:nvPicPr>
                      <p:cNvPr id="15" name="对象 4"/>
                      <p:cNvPicPr>
                        <a:picLocks noChangeAspect="1" noChangeArrowheads="1"/>
                      </p:cNvPicPr>
                      <p:nvPr/>
                    </p:nvPicPr>
                    <p:blipFill>
                      <a:blip r:embed="rId19"/>
                      <a:srcRect/>
                      <a:stretch>
                        <a:fillRect/>
                      </a:stretch>
                    </p:blipFill>
                    <p:spPr bwMode="auto">
                      <a:xfrm>
                        <a:off x="6799672" y="2613180"/>
                        <a:ext cx="8096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1305064" y="3134380"/>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 name="矩形 16"/>
          <p:cNvSpPr/>
          <p:nvPr/>
        </p:nvSpPr>
        <p:spPr>
          <a:xfrm>
            <a:off x="1354911" y="6096000"/>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18" name="对象 4"/>
          <p:cNvGraphicFramePr>
            <a:graphicFrameLocks noChangeAspect="1"/>
          </p:cNvGraphicFramePr>
          <p:nvPr/>
        </p:nvGraphicFramePr>
        <p:xfrm>
          <a:off x="1100138" y="3741738"/>
          <a:ext cx="727075" cy="446087"/>
        </p:xfrm>
        <a:graphic>
          <a:graphicData uri="http://schemas.openxmlformats.org/presentationml/2006/ole">
            <mc:AlternateContent xmlns:mc="http://schemas.openxmlformats.org/markup-compatibility/2006">
              <mc:Choice xmlns:v="urn:schemas-microsoft-com:vml" Requires="v">
                <p:oleObj name="Equation" r:id="rId20" imgW="330120" imgH="203040" progId="Equation.DSMT4">
                  <p:embed/>
                </p:oleObj>
              </mc:Choice>
              <mc:Fallback>
                <p:oleObj name="Equation" r:id="rId20" imgW="330120" imgH="203040" progId="Equation.DSMT4">
                  <p:embed/>
                  <p:pic>
                    <p:nvPicPr>
                      <p:cNvPr id="18" name="对象 4"/>
                      <p:cNvPicPr>
                        <a:picLocks noChangeAspect="1" noChangeArrowheads="1"/>
                      </p:cNvPicPr>
                      <p:nvPr/>
                    </p:nvPicPr>
                    <p:blipFill>
                      <a:blip r:embed="rId21"/>
                      <a:srcRect/>
                      <a:stretch>
                        <a:fillRect/>
                      </a:stretch>
                    </p:blipFill>
                    <p:spPr bwMode="auto">
                      <a:xfrm>
                        <a:off x="1100138" y="3741738"/>
                        <a:ext cx="72707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4"/>
          <p:cNvGraphicFramePr>
            <a:graphicFrameLocks noChangeAspect="1"/>
          </p:cNvGraphicFramePr>
          <p:nvPr/>
        </p:nvGraphicFramePr>
        <p:xfrm>
          <a:off x="1104900" y="4322763"/>
          <a:ext cx="698500" cy="446087"/>
        </p:xfrm>
        <a:graphic>
          <a:graphicData uri="http://schemas.openxmlformats.org/presentationml/2006/ole">
            <mc:AlternateContent xmlns:mc="http://schemas.openxmlformats.org/markup-compatibility/2006">
              <mc:Choice xmlns:v="urn:schemas-microsoft-com:vml" Requires="v">
                <p:oleObj name="Equation" r:id="rId22" imgW="317160" imgH="203040" progId="Equation.DSMT4">
                  <p:embed/>
                </p:oleObj>
              </mc:Choice>
              <mc:Fallback>
                <p:oleObj name="Equation" r:id="rId22" imgW="317160" imgH="203040" progId="Equation.DSMT4">
                  <p:embed/>
                  <p:pic>
                    <p:nvPicPr>
                      <p:cNvPr id="19" name="对象 4"/>
                      <p:cNvPicPr>
                        <a:picLocks noChangeAspect="1" noChangeArrowheads="1"/>
                      </p:cNvPicPr>
                      <p:nvPr/>
                    </p:nvPicPr>
                    <p:blipFill>
                      <a:blip r:embed="rId23"/>
                      <a:srcRect/>
                      <a:stretch>
                        <a:fillRect/>
                      </a:stretch>
                    </p:blipFill>
                    <p:spPr bwMode="auto">
                      <a:xfrm>
                        <a:off x="1104900" y="4322763"/>
                        <a:ext cx="698500"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4"/>
          <p:cNvGraphicFramePr>
            <a:graphicFrameLocks noChangeAspect="1"/>
          </p:cNvGraphicFramePr>
          <p:nvPr/>
        </p:nvGraphicFramePr>
        <p:xfrm>
          <a:off x="1104900" y="4870450"/>
          <a:ext cx="725488" cy="447675"/>
        </p:xfrm>
        <a:graphic>
          <a:graphicData uri="http://schemas.openxmlformats.org/presentationml/2006/ole">
            <mc:AlternateContent xmlns:mc="http://schemas.openxmlformats.org/markup-compatibility/2006">
              <mc:Choice xmlns:v="urn:schemas-microsoft-com:vml" Requires="v">
                <p:oleObj name="Equation" r:id="rId24" imgW="330120" imgH="203040" progId="Equation.DSMT4">
                  <p:embed/>
                </p:oleObj>
              </mc:Choice>
              <mc:Fallback>
                <p:oleObj name="Equation" r:id="rId24" imgW="330120" imgH="203040" progId="Equation.DSMT4">
                  <p:embed/>
                  <p:pic>
                    <p:nvPicPr>
                      <p:cNvPr id="20" name="对象 4"/>
                      <p:cNvPicPr>
                        <a:picLocks noChangeAspect="1" noChangeArrowheads="1"/>
                      </p:cNvPicPr>
                      <p:nvPr/>
                    </p:nvPicPr>
                    <p:blipFill>
                      <a:blip r:embed="rId25"/>
                      <a:srcRect/>
                      <a:stretch>
                        <a:fillRect/>
                      </a:stretch>
                    </p:blipFill>
                    <p:spPr bwMode="auto">
                      <a:xfrm>
                        <a:off x="1104900" y="4870450"/>
                        <a:ext cx="7254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4"/>
          <p:cNvGraphicFramePr>
            <a:graphicFrameLocks noChangeAspect="1"/>
          </p:cNvGraphicFramePr>
          <p:nvPr/>
        </p:nvGraphicFramePr>
        <p:xfrm>
          <a:off x="1111250" y="5411788"/>
          <a:ext cx="727075" cy="447675"/>
        </p:xfrm>
        <a:graphic>
          <a:graphicData uri="http://schemas.openxmlformats.org/presentationml/2006/ole">
            <mc:AlternateContent xmlns:mc="http://schemas.openxmlformats.org/markup-compatibility/2006">
              <mc:Choice xmlns:v="urn:schemas-microsoft-com:vml" Requires="v">
                <p:oleObj name="Equation" r:id="rId26" imgW="330120" imgH="203040" progId="Equation.DSMT4">
                  <p:embed/>
                </p:oleObj>
              </mc:Choice>
              <mc:Fallback>
                <p:oleObj name="Equation" r:id="rId26" imgW="330120" imgH="203040" progId="Equation.DSMT4">
                  <p:embed/>
                  <p:pic>
                    <p:nvPicPr>
                      <p:cNvPr id="21" name="对象 4"/>
                      <p:cNvPicPr>
                        <a:picLocks noChangeAspect="1" noChangeArrowheads="1"/>
                      </p:cNvPicPr>
                      <p:nvPr/>
                    </p:nvPicPr>
                    <p:blipFill>
                      <a:blip r:embed="rId27"/>
                      <a:srcRect/>
                      <a:stretch>
                        <a:fillRect/>
                      </a:stretch>
                    </p:blipFill>
                    <p:spPr bwMode="auto">
                      <a:xfrm>
                        <a:off x="1111250" y="5411788"/>
                        <a:ext cx="7270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6888162" y="3794125"/>
          <a:ext cx="808038" cy="446088"/>
        </p:xfrm>
        <a:graphic>
          <a:graphicData uri="http://schemas.openxmlformats.org/presentationml/2006/ole">
            <mc:AlternateContent xmlns:mc="http://schemas.openxmlformats.org/markup-compatibility/2006">
              <mc:Choice xmlns:v="urn:schemas-microsoft-com:vml" Requires="v">
                <p:oleObj name="Equation" r:id="rId28" imgW="368280" imgH="203040" progId="Equation.DSMT4">
                  <p:embed/>
                </p:oleObj>
              </mc:Choice>
              <mc:Fallback>
                <p:oleObj name="Equation" r:id="rId28" imgW="368280" imgH="203040" progId="Equation.DSMT4">
                  <p:embed/>
                  <p:pic>
                    <p:nvPicPr>
                      <p:cNvPr id="22" name="对象 21"/>
                      <p:cNvPicPr>
                        <a:picLocks noChangeAspect="1" noChangeArrowheads="1"/>
                      </p:cNvPicPr>
                      <p:nvPr/>
                    </p:nvPicPr>
                    <p:blipFill>
                      <a:blip r:embed="rId29"/>
                      <a:srcRect/>
                      <a:stretch>
                        <a:fillRect/>
                      </a:stretch>
                    </p:blipFill>
                    <p:spPr bwMode="auto">
                      <a:xfrm>
                        <a:off x="6888162" y="3794125"/>
                        <a:ext cx="808038"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对象 4"/>
          <p:cNvGraphicFramePr>
            <a:graphicFrameLocks noChangeAspect="1"/>
          </p:cNvGraphicFramePr>
          <p:nvPr/>
        </p:nvGraphicFramePr>
        <p:xfrm>
          <a:off x="6873875" y="4370388"/>
          <a:ext cx="808037" cy="446087"/>
        </p:xfrm>
        <a:graphic>
          <a:graphicData uri="http://schemas.openxmlformats.org/presentationml/2006/ole">
            <mc:AlternateContent xmlns:mc="http://schemas.openxmlformats.org/markup-compatibility/2006">
              <mc:Choice xmlns:v="urn:schemas-microsoft-com:vml" Requires="v">
                <p:oleObj name="Equation" r:id="rId30" imgW="368280" imgH="203040" progId="Equation.DSMT4">
                  <p:embed/>
                </p:oleObj>
              </mc:Choice>
              <mc:Fallback>
                <p:oleObj name="Equation" r:id="rId30" imgW="368280" imgH="203040" progId="Equation.DSMT4">
                  <p:embed/>
                  <p:pic>
                    <p:nvPicPr>
                      <p:cNvPr id="23" name="对象 4"/>
                      <p:cNvPicPr>
                        <a:picLocks noChangeAspect="1" noChangeArrowheads="1"/>
                      </p:cNvPicPr>
                      <p:nvPr/>
                    </p:nvPicPr>
                    <p:blipFill>
                      <a:blip r:embed="rId31"/>
                      <a:srcRect/>
                      <a:stretch>
                        <a:fillRect/>
                      </a:stretch>
                    </p:blipFill>
                    <p:spPr bwMode="auto">
                      <a:xfrm>
                        <a:off x="6873875" y="4370388"/>
                        <a:ext cx="808037"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4"/>
          <p:cNvGraphicFramePr>
            <a:graphicFrameLocks noChangeAspect="1"/>
          </p:cNvGraphicFramePr>
          <p:nvPr/>
        </p:nvGraphicFramePr>
        <p:xfrm>
          <a:off x="6869112" y="4900613"/>
          <a:ext cx="781050" cy="447675"/>
        </p:xfrm>
        <a:graphic>
          <a:graphicData uri="http://schemas.openxmlformats.org/presentationml/2006/ole">
            <mc:AlternateContent xmlns:mc="http://schemas.openxmlformats.org/markup-compatibility/2006">
              <mc:Choice xmlns:v="urn:schemas-microsoft-com:vml" Requires="v">
                <p:oleObj name="Equation" r:id="rId32" imgW="355320" imgH="203040" progId="Equation.DSMT4">
                  <p:embed/>
                </p:oleObj>
              </mc:Choice>
              <mc:Fallback>
                <p:oleObj name="Equation" r:id="rId32" imgW="355320" imgH="203040" progId="Equation.DSMT4">
                  <p:embed/>
                  <p:pic>
                    <p:nvPicPr>
                      <p:cNvPr id="24" name="对象 4"/>
                      <p:cNvPicPr>
                        <a:picLocks noChangeAspect="1" noChangeArrowheads="1"/>
                      </p:cNvPicPr>
                      <p:nvPr/>
                    </p:nvPicPr>
                    <p:blipFill>
                      <a:blip r:embed="rId33"/>
                      <a:srcRect/>
                      <a:stretch>
                        <a:fillRect/>
                      </a:stretch>
                    </p:blipFill>
                    <p:spPr bwMode="auto">
                      <a:xfrm>
                        <a:off x="6869112" y="4900613"/>
                        <a:ext cx="78105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 name="对象 4"/>
          <p:cNvGraphicFramePr>
            <a:graphicFrameLocks noChangeAspect="1"/>
          </p:cNvGraphicFramePr>
          <p:nvPr/>
        </p:nvGraphicFramePr>
        <p:xfrm>
          <a:off x="6865937" y="5456238"/>
          <a:ext cx="809625" cy="446087"/>
        </p:xfrm>
        <a:graphic>
          <a:graphicData uri="http://schemas.openxmlformats.org/presentationml/2006/ole">
            <mc:AlternateContent xmlns:mc="http://schemas.openxmlformats.org/markup-compatibility/2006">
              <mc:Choice xmlns:v="urn:schemas-microsoft-com:vml" Requires="v">
                <p:oleObj name="Equation" r:id="rId34" imgW="368280" imgH="203040" progId="Equation.DSMT4">
                  <p:embed/>
                </p:oleObj>
              </mc:Choice>
              <mc:Fallback>
                <p:oleObj name="Equation" r:id="rId34" imgW="368280" imgH="203040" progId="Equation.DSMT4">
                  <p:embed/>
                  <p:pic>
                    <p:nvPicPr>
                      <p:cNvPr id="25" name="对象 4"/>
                      <p:cNvPicPr>
                        <a:picLocks noChangeAspect="1" noChangeArrowheads="1"/>
                      </p:cNvPicPr>
                      <p:nvPr/>
                    </p:nvPicPr>
                    <p:blipFill>
                      <a:blip r:embed="rId35"/>
                      <a:srcRect/>
                      <a:stretch>
                        <a:fillRect/>
                      </a:stretch>
                    </p:blipFill>
                    <p:spPr bwMode="auto">
                      <a:xfrm>
                        <a:off x="6865937" y="5456238"/>
                        <a:ext cx="809625"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 name="Rectangle 4">
            <a:extLst>
              <a:ext uri="{FF2B5EF4-FFF2-40B4-BE49-F238E27FC236}">
                <a16:creationId xmlns:a16="http://schemas.microsoft.com/office/drawing/2014/main" id="{5033615A-5059-46AB-A30C-AEB469432364}"/>
              </a:ext>
            </a:extLst>
          </p:cNvPr>
          <p:cNvSpPr>
            <a:spLocks noChangeArrowheads="1"/>
          </p:cNvSpPr>
          <p:nvPr/>
        </p:nvSpPr>
        <p:spPr bwMode="auto">
          <a:xfrm>
            <a:off x="762000" y="228600"/>
            <a:ext cx="4449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3.3.2 </a:t>
            </a:r>
            <a:r>
              <a:rPr kumimoji="1" lang="zh-CN" altLang="en-US" sz="3200" b="1" i="0" u="none" strike="noStrike" kern="1200" cap="none" spc="0" normalizeH="0" baseline="0" noProof="0" dirty="0">
                <a:ln>
                  <a:noFill/>
                </a:ln>
                <a:solidFill>
                  <a:srgbClr val="993300"/>
                </a:solidFill>
                <a:effectLst/>
                <a:uLnTx/>
                <a:uFillTx/>
                <a:latin typeface="宋体"/>
                <a:ea typeface="宋体"/>
                <a:cs typeface="+mn-cs"/>
              </a:rPr>
              <a:t>按频率抽取的</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 </a:t>
            </a:r>
            <a:endParaRPr kumimoji="1" lang="zh-CN" altLang="en-US" sz="3200" b="1" i="0" u="none" strike="noStrike" kern="1200" cap="none" spc="0" normalizeH="0" baseline="0" noProof="0" dirty="0">
              <a:ln>
                <a:noFill/>
              </a:ln>
              <a:solidFill>
                <a:srgbClr val="993300"/>
              </a:solidFill>
              <a:effectLst/>
              <a:uLnTx/>
              <a:uFillTx/>
              <a:latin typeface="宋体"/>
              <a:ea typeface="宋体"/>
              <a:cs typeface="+mn-cs"/>
            </a:endParaRPr>
          </a:p>
        </p:txBody>
      </p:sp>
    </p:spTree>
    <p:extLst>
      <p:ext uri="{BB962C8B-B14F-4D97-AF65-F5344CB8AC3E}">
        <p14:creationId xmlns:p14="http://schemas.microsoft.com/office/powerpoint/2010/main" val="97600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4">
            <a:extLst>
              <a:ext uri="{FF2B5EF4-FFF2-40B4-BE49-F238E27FC236}">
                <a16:creationId xmlns:a16="http://schemas.microsoft.com/office/drawing/2014/main" id="{1C3448F0-EB36-4666-BDBD-0DFAA860B78F}"/>
              </a:ext>
            </a:extLst>
          </p:cNvPr>
          <p:cNvSpPr>
            <a:spLocks noChangeArrowheads="1"/>
          </p:cNvSpPr>
          <p:nvPr/>
        </p:nvSpPr>
        <p:spPr bwMode="auto">
          <a:xfrm>
            <a:off x="304800" y="1219200"/>
            <a:ext cx="8659813" cy="27853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以</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为基数的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算法，即</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M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，实际中使用得最多。</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优点：程序简单，效率高，使用方便。</a:t>
            </a:r>
          </a:p>
          <a:p>
            <a:pPr marL="0" marR="0" lvl="0" indent="0" algn="just"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实际应用时，有限长序列的长度</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很大程度上由人为因素确定，因此多数场合可取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M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，从而直接使用以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为基数的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算法。     </a:t>
            </a:r>
          </a:p>
        </p:txBody>
      </p:sp>
      <p:sp>
        <p:nvSpPr>
          <p:cNvPr id="4" name="Rectangle 4">
            <a:extLst>
              <a:ext uri="{FF2B5EF4-FFF2-40B4-BE49-F238E27FC236}">
                <a16:creationId xmlns:a16="http://schemas.microsoft.com/office/drawing/2014/main" id="{1AF2F5A5-7BE0-4F5E-8CCF-724C78462FC4}"/>
              </a:ext>
            </a:extLst>
          </p:cNvPr>
          <p:cNvSpPr>
            <a:spLocks noChangeArrowheads="1"/>
          </p:cNvSpPr>
          <p:nvPr/>
        </p:nvSpPr>
        <p:spPr bwMode="auto">
          <a:xfrm>
            <a:off x="762000" y="228600"/>
            <a:ext cx="62488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3.3.3 </a:t>
            </a:r>
            <a:r>
              <a:rPr kumimoji="1" lang="en-US" altLang="zh-CN" sz="3200" b="1" i="1" u="none" strike="noStrike" kern="1200" cap="none" spc="0" normalizeH="0" baseline="0" noProof="0" dirty="0">
                <a:ln>
                  <a:noFill/>
                </a:ln>
                <a:solidFill>
                  <a:srgbClr val="993300"/>
                </a:solidFill>
                <a:effectLst/>
                <a:uLnTx/>
                <a:uFillTx/>
                <a:latin typeface="Times New Roman"/>
                <a:ea typeface="宋体"/>
                <a:cs typeface="+mn-cs"/>
              </a:rPr>
              <a:t>N</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为组合数的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和基四</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256490517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5">
            <a:extLst>
              <a:ext uri="{FF2B5EF4-FFF2-40B4-BE49-F238E27FC236}">
                <a16:creationId xmlns:a16="http://schemas.microsoft.com/office/drawing/2014/main" id="{5B60A2C2-0F79-46C5-BF9A-EC95FD9421F3}"/>
              </a:ext>
            </a:extLst>
          </p:cNvPr>
          <p:cNvSpPr>
            <a:spLocks noChangeArrowheads="1"/>
          </p:cNvSpPr>
          <p:nvPr/>
        </p:nvSpPr>
        <p:spPr bwMode="auto">
          <a:xfrm>
            <a:off x="283853" y="3468231"/>
            <a:ext cx="84582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25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②</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如要求准确的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值</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可采用任意数为基数的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算法。</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720000" algn="just"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               将</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分解为</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或</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Q</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P</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，以减少计算量。</a:t>
            </a:r>
            <a:endParaRPr kumimoji="1" lang="en-US" altLang="zh-CN" sz="20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5955" name="Rectangle 20">
            <a:extLst>
              <a:ext uri="{FF2B5EF4-FFF2-40B4-BE49-F238E27FC236}">
                <a16:creationId xmlns:a16="http://schemas.microsoft.com/office/drawing/2014/main" id="{BD446137-9921-4D6D-8683-2FCA38AD55B6}"/>
              </a:ext>
            </a:extLst>
          </p:cNvPr>
          <p:cNvSpPr>
            <a:spLocks noChangeArrowheads="1"/>
          </p:cNvSpPr>
          <p:nvPr/>
        </p:nvSpPr>
        <p:spPr bwMode="auto">
          <a:xfrm>
            <a:off x="251521" y="914400"/>
            <a:ext cx="820668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如</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2</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处理方法有两种</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a:p>
            <a:pPr marL="0" marR="0" lvl="0" indent="0" algn="just" defTabSz="914400" rtl="0" eaLnBrk="0" fontAlgn="base" latinLnBrk="0" hangingPunct="0">
              <a:lnSpc>
                <a:spcPct val="125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①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补零</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将</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补零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使</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0" fontAlgn="base" latinLnBrk="0" hangingPunct="0">
              <a:lnSpc>
                <a:spcPct val="125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例如</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补上</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(30)=</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(31)=0</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两点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使</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=32=2</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这样可直接采用以</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为基数</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M</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=5</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5" name="Rectangle 4">
            <a:extLst>
              <a:ext uri="{FF2B5EF4-FFF2-40B4-BE49-F238E27FC236}">
                <a16:creationId xmlns:a16="http://schemas.microsoft.com/office/drawing/2014/main" id="{1AF2F5A5-7BE0-4F5E-8CCF-724C78462FC4}"/>
              </a:ext>
            </a:extLst>
          </p:cNvPr>
          <p:cNvSpPr>
            <a:spLocks noChangeArrowheads="1"/>
          </p:cNvSpPr>
          <p:nvPr/>
        </p:nvSpPr>
        <p:spPr bwMode="auto">
          <a:xfrm>
            <a:off x="762000" y="228600"/>
            <a:ext cx="624882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3.3.3 </a:t>
            </a:r>
            <a:r>
              <a:rPr kumimoji="1" lang="en-US" altLang="zh-CN" sz="3200" b="1" i="1" u="none" strike="noStrike" kern="1200" cap="none" spc="0" normalizeH="0" baseline="0" noProof="0" dirty="0">
                <a:ln>
                  <a:noFill/>
                </a:ln>
                <a:solidFill>
                  <a:srgbClr val="993300"/>
                </a:solidFill>
                <a:effectLst/>
                <a:uLnTx/>
                <a:uFillTx/>
                <a:latin typeface="Times New Roman"/>
                <a:ea typeface="宋体"/>
                <a:cs typeface="+mn-cs"/>
              </a:rPr>
              <a:t>N</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为组合数的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和基四</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graphicFrame>
        <p:nvGraphicFramePr>
          <p:cNvPr id="6" name="Object 10">
            <a:extLst>
              <a:ext uri="{FF2B5EF4-FFF2-40B4-BE49-F238E27FC236}">
                <a16:creationId xmlns:a16="http://schemas.microsoft.com/office/drawing/2014/main" id="{FB02AFB9-5B7E-4A2C-8409-B07FE629D1BA}"/>
              </a:ext>
            </a:extLst>
          </p:cNvPr>
          <p:cNvGraphicFramePr>
            <a:graphicFrameLocks noChangeAspect="1"/>
          </p:cNvGraphicFramePr>
          <p:nvPr/>
        </p:nvGraphicFramePr>
        <p:xfrm>
          <a:off x="5915025" y="4091037"/>
          <a:ext cx="2162175" cy="525462"/>
        </p:xfrm>
        <a:graphic>
          <a:graphicData uri="http://schemas.openxmlformats.org/presentationml/2006/ole">
            <mc:AlternateContent xmlns:mc="http://schemas.openxmlformats.org/markup-compatibility/2006">
              <mc:Choice xmlns:v="urn:schemas-microsoft-com:vml" Requires="v">
                <p:oleObj name="Equation" r:id="rId4" imgW="939600" imgH="228600" progId="Equation.DSMT4">
                  <p:embed/>
                </p:oleObj>
              </mc:Choice>
              <mc:Fallback>
                <p:oleObj name="Equation" r:id="rId4" imgW="939600" imgH="228600" progId="Equation.DSMT4">
                  <p:embed/>
                  <p:pic>
                    <p:nvPicPr>
                      <p:cNvPr id="6" name="Object 10">
                        <a:extLst>
                          <a:ext uri="{FF2B5EF4-FFF2-40B4-BE49-F238E27FC236}">
                            <a16:creationId xmlns:a16="http://schemas.microsoft.com/office/drawing/2014/main" id="{FB02AFB9-5B7E-4A2C-8409-B07FE629D1BA}"/>
                          </a:ext>
                        </a:extLst>
                      </p:cNvPr>
                      <p:cNvPicPr>
                        <a:picLocks noChangeAspect="1" noChangeArrowheads="1"/>
                      </p:cNvPicPr>
                      <p:nvPr/>
                    </p:nvPicPr>
                    <p:blipFill>
                      <a:blip r:embed="rId5"/>
                      <a:srcRect/>
                      <a:stretch>
                        <a:fillRect/>
                      </a:stretch>
                    </p:blipFill>
                    <p:spPr bwMode="auto">
                      <a:xfrm>
                        <a:off x="5915025" y="4091037"/>
                        <a:ext cx="2162175"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10">
            <a:extLst>
              <a:ext uri="{FF2B5EF4-FFF2-40B4-BE49-F238E27FC236}">
                <a16:creationId xmlns:a16="http://schemas.microsoft.com/office/drawing/2014/main" id="{FB02AFB9-5B7E-4A2C-8409-B07FE629D1BA}"/>
              </a:ext>
            </a:extLst>
          </p:cNvPr>
          <p:cNvGraphicFramePr>
            <a:graphicFrameLocks noChangeAspect="1"/>
          </p:cNvGraphicFramePr>
          <p:nvPr/>
        </p:nvGraphicFramePr>
        <p:xfrm>
          <a:off x="1828800" y="4665330"/>
          <a:ext cx="1371600" cy="466725"/>
        </p:xfrm>
        <a:graphic>
          <a:graphicData uri="http://schemas.openxmlformats.org/presentationml/2006/ole">
            <mc:AlternateContent xmlns:mc="http://schemas.openxmlformats.org/markup-compatibility/2006">
              <mc:Choice xmlns:v="urn:schemas-microsoft-com:vml" Requires="v">
                <p:oleObj name="Equation" r:id="rId6" imgW="596880" imgH="203040" progId="Equation.DSMT4">
                  <p:embed/>
                </p:oleObj>
              </mc:Choice>
              <mc:Fallback>
                <p:oleObj name="Equation" r:id="rId6" imgW="596880" imgH="203040" progId="Equation.DSMT4">
                  <p:embed/>
                  <p:pic>
                    <p:nvPicPr>
                      <p:cNvPr id="7" name="Object 10">
                        <a:extLst>
                          <a:ext uri="{FF2B5EF4-FFF2-40B4-BE49-F238E27FC236}">
                            <a16:creationId xmlns:a16="http://schemas.microsoft.com/office/drawing/2014/main" id="{FB02AFB9-5B7E-4A2C-8409-B07FE629D1BA}"/>
                          </a:ext>
                        </a:extLst>
                      </p:cNvPr>
                      <p:cNvPicPr>
                        <a:picLocks noChangeAspect="1" noChangeArrowheads="1"/>
                      </p:cNvPicPr>
                      <p:nvPr/>
                    </p:nvPicPr>
                    <p:blipFill>
                      <a:blip r:embed="rId7"/>
                      <a:srcRect/>
                      <a:stretch>
                        <a:fillRect/>
                      </a:stretch>
                    </p:blipFill>
                    <p:spPr bwMode="auto">
                      <a:xfrm>
                        <a:off x="1828800" y="4665330"/>
                        <a:ext cx="1371600" cy="46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矩形 2"/>
          <p:cNvSpPr/>
          <p:nvPr/>
        </p:nvSpPr>
        <p:spPr>
          <a:xfrm>
            <a:off x="2057400" y="4057093"/>
            <a:ext cx="405110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为任意因子的组合数，</a:t>
            </a:r>
            <a:endParaRPr kumimoji="0" lang="zh-CN" altLang="en-US" sz="1800" b="1" i="0" u="none" strike="noStrike" kern="1200" cap="none" spc="0" normalizeH="0" baseline="0" noProof="0" dirty="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10736078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5062A5B1-B254-495E-8A0E-AD7E0372914A}"/>
              </a:ext>
            </a:extLst>
          </p:cNvPr>
          <p:cNvSpPr>
            <a:spLocks noGrp="1" noChangeArrowheads="1"/>
          </p:cNvSpPr>
          <p:nvPr>
            <p:ph type="title"/>
          </p:nvPr>
        </p:nvSpPr>
        <p:spPr>
          <a:xfrm>
            <a:off x="838200" y="914400"/>
            <a:ext cx="2801937" cy="1143000"/>
          </a:xfrm>
        </p:spPr>
        <p:txBody>
          <a:bodyPr/>
          <a:lstStyle/>
          <a:p>
            <a:pPr eaLnBrk="1" hangingPunct="1"/>
            <a:r>
              <a:rPr lang="en-US" altLang="zh-CN" sz="3600" b="1" i="0" dirty="0">
                <a:solidFill>
                  <a:schemeClr val="tx1"/>
                </a:solidFill>
              </a:rPr>
              <a:t>3.3</a:t>
            </a:r>
            <a:r>
              <a:rPr lang="zh-CN" altLang="en-US" sz="3600" b="1" i="0" dirty="0">
                <a:solidFill>
                  <a:schemeClr val="tx1"/>
                </a:solidFill>
              </a:rPr>
              <a:t>节要点</a:t>
            </a:r>
          </a:p>
        </p:txBody>
      </p:sp>
      <p:sp>
        <p:nvSpPr>
          <p:cNvPr id="126979" name="Rectangle 3">
            <a:extLst>
              <a:ext uri="{FF2B5EF4-FFF2-40B4-BE49-F238E27FC236}">
                <a16:creationId xmlns:a16="http://schemas.microsoft.com/office/drawing/2014/main" id="{5988865F-125E-410E-B1D4-A79FC1922900}"/>
              </a:ext>
            </a:extLst>
          </p:cNvPr>
          <p:cNvSpPr>
            <a:spLocks noGrp="1" noChangeArrowheads="1"/>
          </p:cNvSpPr>
          <p:nvPr>
            <p:ph type="body" idx="1"/>
          </p:nvPr>
        </p:nvSpPr>
        <p:spPr>
          <a:xfrm>
            <a:off x="685800" y="2147888"/>
            <a:ext cx="8134672" cy="4114800"/>
          </a:xfrm>
        </p:spPr>
        <p:txBody>
          <a:bodyPr/>
          <a:lstStyle/>
          <a:p>
            <a:pPr eaLnBrk="1" hangingPunct="1"/>
            <a:r>
              <a:rPr lang="zh-CN" altLang="en-US" b="1" dirty="0">
                <a:solidFill>
                  <a:srgbClr val="FF0000"/>
                </a:solidFill>
                <a:latin typeface="+mj-lt"/>
              </a:rPr>
              <a:t>直接计算</a:t>
            </a:r>
            <a:r>
              <a:rPr lang="en-US" altLang="zh-CN" b="1" dirty="0">
                <a:solidFill>
                  <a:srgbClr val="FF0000"/>
                </a:solidFill>
                <a:latin typeface="+mj-lt"/>
              </a:rPr>
              <a:t>DFT</a:t>
            </a:r>
            <a:r>
              <a:rPr lang="zh-CN" altLang="en-US" b="1" dirty="0">
                <a:solidFill>
                  <a:srgbClr val="FF0000"/>
                </a:solidFill>
                <a:latin typeface="+mj-lt"/>
              </a:rPr>
              <a:t>及</a:t>
            </a:r>
            <a:r>
              <a:rPr lang="en-US" altLang="zh-CN" b="1" dirty="0">
                <a:solidFill>
                  <a:srgbClr val="FF0000"/>
                </a:solidFill>
                <a:latin typeface="+mj-lt"/>
              </a:rPr>
              <a:t>FFT</a:t>
            </a:r>
            <a:r>
              <a:rPr lang="zh-CN" altLang="en-US" b="1" dirty="0">
                <a:solidFill>
                  <a:srgbClr val="FF0000"/>
                </a:solidFill>
                <a:latin typeface="+mj-lt"/>
              </a:rPr>
              <a:t>的运算量</a:t>
            </a:r>
          </a:p>
          <a:p>
            <a:pPr eaLnBrk="1" hangingPunct="1"/>
            <a:r>
              <a:rPr lang="en-US" altLang="zh-CN" b="1" dirty="0">
                <a:latin typeface="+mj-lt"/>
              </a:rPr>
              <a:t>FFT</a:t>
            </a:r>
            <a:r>
              <a:rPr lang="zh-CN" altLang="en-US" b="1" dirty="0">
                <a:latin typeface="+mj-lt"/>
              </a:rPr>
              <a:t>算法的基本思想 </a:t>
            </a:r>
            <a:r>
              <a:rPr lang="en-US" altLang="zh-CN" b="1" dirty="0">
                <a:latin typeface="+mj-lt"/>
              </a:rPr>
              <a:t>(</a:t>
            </a:r>
            <a:r>
              <a:rPr lang="zh-CN" altLang="en-US" b="1" dirty="0">
                <a:latin typeface="+mj-lt"/>
              </a:rPr>
              <a:t>含</a:t>
            </a:r>
            <a:r>
              <a:rPr lang="en-US" altLang="zh-CN" b="1" i="1" dirty="0">
                <a:latin typeface="+mj-lt"/>
              </a:rPr>
              <a:t>W</a:t>
            </a:r>
            <a:r>
              <a:rPr lang="zh-CN" altLang="en-US" b="1" dirty="0">
                <a:latin typeface="+mj-lt"/>
              </a:rPr>
              <a:t>因子的周期性和对称性</a:t>
            </a:r>
            <a:r>
              <a:rPr lang="en-US" altLang="zh-CN" b="1" dirty="0">
                <a:latin typeface="+mj-lt"/>
              </a:rPr>
              <a:t>)</a:t>
            </a:r>
          </a:p>
          <a:p>
            <a:pPr eaLnBrk="1" hangingPunct="1"/>
            <a:r>
              <a:rPr lang="zh-CN" altLang="en-US" b="1" dirty="0">
                <a:solidFill>
                  <a:srgbClr val="FF0000"/>
                </a:solidFill>
                <a:latin typeface="+mj-lt"/>
              </a:rPr>
              <a:t>基二按时间抽取的</a:t>
            </a:r>
            <a:r>
              <a:rPr lang="en-US" altLang="zh-CN" b="1" dirty="0">
                <a:solidFill>
                  <a:srgbClr val="FF0000"/>
                </a:solidFill>
                <a:latin typeface="+mj-lt"/>
              </a:rPr>
              <a:t>FFT</a:t>
            </a:r>
            <a:r>
              <a:rPr lang="zh-CN" altLang="en-US" b="1" dirty="0">
                <a:solidFill>
                  <a:srgbClr val="FF0000"/>
                </a:solidFill>
                <a:latin typeface="+mj-lt"/>
              </a:rPr>
              <a:t>运算流图</a:t>
            </a:r>
            <a:r>
              <a:rPr lang="en-US" altLang="zh-CN" b="1" dirty="0">
                <a:solidFill>
                  <a:srgbClr val="FF0000"/>
                </a:solidFill>
                <a:latin typeface="+mj-lt"/>
              </a:rPr>
              <a:t>(</a:t>
            </a:r>
            <a:r>
              <a:rPr lang="en-US" altLang="zh-CN" b="1" i="1" dirty="0">
                <a:solidFill>
                  <a:srgbClr val="FF0000"/>
                </a:solidFill>
                <a:latin typeface="+mj-lt"/>
              </a:rPr>
              <a:t>N</a:t>
            </a:r>
            <a:r>
              <a:rPr lang="en-US" altLang="zh-CN" b="1" dirty="0">
                <a:solidFill>
                  <a:srgbClr val="FF0000"/>
                </a:solidFill>
                <a:latin typeface="+mj-lt"/>
              </a:rPr>
              <a:t>=4,8)</a:t>
            </a:r>
          </a:p>
          <a:p>
            <a:pPr eaLnBrk="1" hangingPunct="1"/>
            <a:r>
              <a:rPr lang="zh-CN" altLang="en-US" b="1" dirty="0">
                <a:solidFill>
                  <a:srgbClr val="FF0000"/>
                </a:solidFill>
                <a:latin typeface="+mj-lt"/>
              </a:rPr>
              <a:t>基</a:t>
            </a:r>
            <a:r>
              <a:rPr lang="zh-CN" altLang="en-US" b="1" dirty="0">
                <a:solidFill>
                  <a:srgbClr val="FF0000"/>
                </a:solidFill>
              </a:rPr>
              <a:t>二按</a:t>
            </a:r>
            <a:r>
              <a:rPr lang="zh-CN" altLang="en-US" b="1" dirty="0">
                <a:solidFill>
                  <a:srgbClr val="FF0000"/>
                </a:solidFill>
                <a:latin typeface="+mj-lt"/>
              </a:rPr>
              <a:t>频率抽取的</a:t>
            </a:r>
            <a:r>
              <a:rPr lang="en-US" altLang="zh-CN" b="1" dirty="0">
                <a:solidFill>
                  <a:srgbClr val="FF0000"/>
                </a:solidFill>
                <a:latin typeface="+mj-lt"/>
              </a:rPr>
              <a:t>FFT</a:t>
            </a:r>
            <a:r>
              <a:rPr lang="zh-CN" altLang="en-US" b="1" dirty="0">
                <a:solidFill>
                  <a:srgbClr val="FF0000"/>
                </a:solidFill>
                <a:latin typeface="+mj-lt"/>
              </a:rPr>
              <a:t>运算流图</a:t>
            </a:r>
            <a:r>
              <a:rPr lang="en-US" altLang="zh-CN" b="1" dirty="0">
                <a:solidFill>
                  <a:srgbClr val="FF0000"/>
                </a:solidFill>
                <a:latin typeface="+mj-lt"/>
              </a:rPr>
              <a:t>(</a:t>
            </a:r>
            <a:r>
              <a:rPr lang="en-US" altLang="zh-CN" b="1" i="1" dirty="0">
                <a:solidFill>
                  <a:srgbClr val="FF0000"/>
                </a:solidFill>
                <a:latin typeface="+mj-lt"/>
              </a:rPr>
              <a:t>N</a:t>
            </a:r>
            <a:r>
              <a:rPr lang="en-US" altLang="zh-CN" b="1" dirty="0">
                <a:solidFill>
                  <a:srgbClr val="FF0000"/>
                </a:solidFill>
                <a:latin typeface="+mj-lt"/>
              </a:rPr>
              <a:t>=4,8)</a:t>
            </a:r>
          </a:p>
          <a:p>
            <a:pPr eaLnBrk="1" hangingPunct="1"/>
            <a:r>
              <a:rPr lang="zh-CN" altLang="en-US" b="1" dirty="0">
                <a:latin typeface="+mj-lt"/>
              </a:rPr>
              <a:t>时间抽取法、频率抽取法</a:t>
            </a:r>
            <a:r>
              <a:rPr lang="en-US" altLang="zh-CN" b="1" dirty="0">
                <a:latin typeface="+mj-lt"/>
              </a:rPr>
              <a:t>FFT</a:t>
            </a:r>
            <a:r>
              <a:rPr lang="zh-CN" altLang="en-US" b="1" dirty="0">
                <a:latin typeface="+mj-lt"/>
              </a:rPr>
              <a:t>的运算特点</a:t>
            </a:r>
          </a:p>
        </p:txBody>
      </p:sp>
      <p:sp>
        <p:nvSpPr>
          <p:cNvPr id="5"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191869"/>
            <a:ext cx="412003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3.3 </a:t>
            </a:r>
            <a:r>
              <a:rPr kumimoji="1" lang="zh-CN" altLang="en-US" sz="3600" b="1" i="0" u="none" strike="noStrike" kern="1200" cap="none" spc="0" normalizeH="0" baseline="0" noProof="0" dirty="0">
                <a:ln>
                  <a:noFill/>
                </a:ln>
                <a:solidFill>
                  <a:srgbClr val="993300"/>
                </a:solidFill>
                <a:effectLst/>
                <a:uLnTx/>
                <a:uFillTx/>
                <a:latin typeface="宋体"/>
                <a:ea typeface="宋体"/>
                <a:cs typeface="+mn-cs"/>
              </a:rPr>
              <a:t>快速傅里叶变换</a:t>
            </a:r>
          </a:p>
        </p:txBody>
      </p:sp>
    </p:spTree>
    <p:extLst>
      <p:ext uri="{BB962C8B-B14F-4D97-AF65-F5344CB8AC3E}">
        <p14:creationId xmlns:p14="http://schemas.microsoft.com/office/powerpoint/2010/main" val="26630182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7" name="Rectangle 3">
            <a:extLst>
              <a:ext uri="{FF2B5EF4-FFF2-40B4-BE49-F238E27FC236}">
                <a16:creationId xmlns:a16="http://schemas.microsoft.com/office/drawing/2014/main" id="{BD1C7618-002C-430B-82CF-C1A6017AA9D5}"/>
              </a:ext>
            </a:extLst>
          </p:cNvPr>
          <p:cNvSpPr>
            <a:spLocks noGrp="1" noChangeArrowheads="1"/>
          </p:cNvSpPr>
          <p:nvPr>
            <p:ph type="body" idx="1"/>
          </p:nvPr>
        </p:nvSpPr>
        <p:spPr>
          <a:xfrm>
            <a:off x="762000" y="1600200"/>
            <a:ext cx="7391400" cy="3657600"/>
          </a:xfrm>
        </p:spPr>
        <p:txBody>
          <a:bodyPr/>
          <a:lstStyle/>
          <a:p>
            <a:pPr eaLnBrk="1" hangingPunct="1">
              <a:lnSpc>
                <a:spcPct val="120000"/>
              </a:lnSpc>
            </a:pPr>
            <a:r>
              <a:rPr lang="en-US" altLang="zh-CN" b="1" dirty="0">
                <a:latin typeface="+mj-lt"/>
              </a:rPr>
              <a:t>3.4.1 </a:t>
            </a:r>
            <a:r>
              <a:rPr lang="zh-CN" altLang="en-US" b="1" dirty="0">
                <a:latin typeface="+mj-lt"/>
              </a:rPr>
              <a:t>用</a:t>
            </a:r>
            <a:r>
              <a:rPr lang="en-US" altLang="zh-CN" b="1" dirty="0">
                <a:latin typeface="+mj-lt"/>
              </a:rPr>
              <a:t>FFT</a:t>
            </a:r>
            <a:r>
              <a:rPr lang="zh-CN" altLang="en-US" b="1" dirty="0">
                <a:latin typeface="+mj-lt"/>
              </a:rPr>
              <a:t>计算</a:t>
            </a:r>
            <a:r>
              <a:rPr lang="en-US" altLang="zh-CN" b="1" dirty="0">
                <a:latin typeface="+mj-lt"/>
              </a:rPr>
              <a:t>IDFT</a:t>
            </a:r>
          </a:p>
          <a:p>
            <a:pPr eaLnBrk="1" hangingPunct="1">
              <a:lnSpc>
                <a:spcPct val="120000"/>
              </a:lnSpc>
            </a:pPr>
            <a:r>
              <a:rPr lang="en-US" altLang="zh-CN" b="1" dirty="0">
                <a:latin typeface="+mj-lt"/>
              </a:rPr>
              <a:t>3.4.2 </a:t>
            </a:r>
            <a:r>
              <a:rPr lang="zh-CN" altLang="en-US" b="1" dirty="0">
                <a:latin typeface="+mj-lt"/>
              </a:rPr>
              <a:t>实数序列的</a:t>
            </a:r>
            <a:r>
              <a:rPr lang="en-US" altLang="zh-CN" b="1" dirty="0">
                <a:latin typeface="+mj-lt"/>
              </a:rPr>
              <a:t>FFT </a:t>
            </a:r>
          </a:p>
          <a:p>
            <a:pPr eaLnBrk="1" hangingPunct="1">
              <a:lnSpc>
                <a:spcPct val="120000"/>
              </a:lnSpc>
            </a:pPr>
            <a:r>
              <a:rPr lang="en-US" altLang="zh-CN" b="1" dirty="0">
                <a:latin typeface="+mj-lt"/>
              </a:rPr>
              <a:t>3.4.3</a:t>
            </a:r>
            <a:r>
              <a:rPr lang="zh-CN" altLang="en-US" b="1" dirty="0">
                <a:latin typeface="+mj-lt"/>
              </a:rPr>
              <a:t> 线性卷积的</a:t>
            </a:r>
            <a:r>
              <a:rPr lang="en-US" altLang="zh-CN" b="1" dirty="0">
                <a:latin typeface="+mj-lt"/>
              </a:rPr>
              <a:t>FFT</a:t>
            </a:r>
            <a:r>
              <a:rPr lang="zh-CN" altLang="en-US" b="1" dirty="0">
                <a:latin typeface="+mj-lt"/>
              </a:rPr>
              <a:t>算法</a:t>
            </a:r>
            <a:endParaRPr lang="en-US" altLang="zh-CN" b="1" dirty="0">
              <a:latin typeface="+mj-lt"/>
            </a:endParaRPr>
          </a:p>
          <a:p>
            <a:pPr eaLnBrk="1" hangingPunct="1">
              <a:lnSpc>
                <a:spcPct val="120000"/>
              </a:lnSpc>
            </a:pPr>
            <a:r>
              <a:rPr lang="en-US" altLang="zh-CN" b="1" dirty="0">
                <a:solidFill>
                  <a:srgbClr val="000000"/>
                </a:solidFill>
                <a:latin typeface="Times New Roman"/>
              </a:rPr>
              <a:t>3.4.4 </a:t>
            </a:r>
            <a:r>
              <a:rPr lang="zh-CN" altLang="en-US" b="1" dirty="0">
                <a:latin typeface="+mj-lt"/>
              </a:rPr>
              <a:t>用</a:t>
            </a:r>
            <a:r>
              <a:rPr lang="en-US" altLang="zh-CN" b="1" dirty="0">
                <a:latin typeface="+mj-lt"/>
              </a:rPr>
              <a:t>FFT</a:t>
            </a:r>
            <a:r>
              <a:rPr lang="zh-CN" altLang="en-US" b="1" dirty="0">
                <a:latin typeface="+mj-lt"/>
              </a:rPr>
              <a:t>计算相关函数</a:t>
            </a:r>
            <a:endParaRPr lang="en-US" altLang="zh-CN" b="1" dirty="0">
              <a:latin typeface="+mj-lt"/>
            </a:endParaRPr>
          </a:p>
          <a:p>
            <a:pPr eaLnBrk="1" hangingPunct="1">
              <a:lnSpc>
                <a:spcPct val="120000"/>
              </a:lnSpc>
            </a:pPr>
            <a:r>
              <a:rPr lang="en-US" altLang="zh-CN" b="1" dirty="0">
                <a:latin typeface="+mj-lt"/>
              </a:rPr>
              <a:t>3.4.5 </a:t>
            </a:r>
            <a:r>
              <a:rPr lang="zh-CN" altLang="en-US" b="1" dirty="0">
                <a:solidFill>
                  <a:srgbClr val="000000"/>
                </a:solidFill>
                <a:latin typeface="Times New Roman"/>
              </a:rPr>
              <a:t>用</a:t>
            </a:r>
            <a:r>
              <a:rPr lang="en-US" altLang="zh-CN" b="1" dirty="0">
                <a:solidFill>
                  <a:srgbClr val="000000"/>
                </a:solidFill>
                <a:latin typeface="Times New Roman"/>
              </a:rPr>
              <a:t>FFT</a:t>
            </a:r>
            <a:r>
              <a:rPr lang="zh-CN" altLang="en-US" b="1" dirty="0">
                <a:solidFill>
                  <a:srgbClr val="000000"/>
                </a:solidFill>
                <a:latin typeface="Times New Roman"/>
              </a:rPr>
              <a:t>计算二维离散傅里叶变换</a:t>
            </a:r>
          </a:p>
          <a:p>
            <a:pPr eaLnBrk="1" hangingPunct="1">
              <a:lnSpc>
                <a:spcPct val="120000"/>
              </a:lnSpc>
            </a:pPr>
            <a:endParaRPr lang="en-US" altLang="zh-CN" b="1" dirty="0">
              <a:latin typeface="+mj-lt"/>
            </a:endParaRPr>
          </a:p>
        </p:txBody>
      </p:sp>
      <p:sp>
        <p:nvSpPr>
          <p:cNvPr id="4"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191869"/>
            <a:ext cx="63818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 </a:t>
            </a:r>
            <a:r>
              <a:rPr kumimoji="1" lang="zh-CN" altLang="en-US" sz="3600" b="1" i="0" u="none" strike="noStrike" kern="1200" cap="none" spc="0" normalizeH="0" baseline="0" noProof="0" dirty="0">
                <a:ln>
                  <a:noFill/>
                </a:ln>
                <a:solidFill>
                  <a:srgbClr val="993300"/>
                </a:solidFill>
                <a:effectLst/>
                <a:uLnTx/>
                <a:uFillTx/>
                <a:latin typeface="Times New Roman"/>
                <a:ea typeface="楷体_GB2312"/>
                <a:cs typeface="+mn-cs"/>
              </a:rPr>
              <a:t>关于</a:t>
            </a:r>
            <a:r>
              <a:rPr kumimoji="1" lang="en-US" altLang="zh-CN" sz="3600" b="1" i="0" u="none" strike="noStrike" kern="1200" cap="none" spc="0" normalizeH="0" baseline="0" noProof="0" dirty="0">
                <a:ln>
                  <a:noFill/>
                </a:ln>
                <a:solidFill>
                  <a:srgbClr val="993300"/>
                </a:solidFill>
                <a:effectLst/>
                <a:uLnTx/>
                <a:uFillTx/>
                <a:latin typeface="Times New Roman"/>
                <a:ea typeface="楷体_GB2312"/>
                <a:cs typeface="+mn-cs"/>
              </a:rPr>
              <a:t>FFT</a:t>
            </a:r>
            <a:r>
              <a:rPr kumimoji="1" lang="zh-CN" altLang="en-US" sz="3600" b="1" i="0" u="none" strike="noStrike" kern="1200" cap="none" spc="0" normalizeH="0" baseline="0" noProof="0" dirty="0">
                <a:ln>
                  <a:noFill/>
                </a:ln>
                <a:solidFill>
                  <a:srgbClr val="993300"/>
                </a:solidFill>
                <a:effectLst/>
                <a:uLnTx/>
                <a:uFillTx/>
                <a:latin typeface="Times New Roman"/>
                <a:ea typeface="楷体_GB2312"/>
                <a:cs typeface="+mn-cs"/>
              </a:rPr>
              <a:t>应用中的几个问题</a:t>
            </a:r>
          </a:p>
        </p:txBody>
      </p:sp>
    </p:spTree>
    <p:extLst>
      <p:ext uri="{BB962C8B-B14F-4D97-AF65-F5344CB8AC3E}">
        <p14:creationId xmlns:p14="http://schemas.microsoft.com/office/powerpoint/2010/main" val="301114357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8005" name="Object 5">
            <a:extLst>
              <a:ext uri="{FF2B5EF4-FFF2-40B4-BE49-F238E27FC236}">
                <a16:creationId xmlns:a16="http://schemas.microsoft.com/office/drawing/2014/main" id="{76239BEA-BCF2-44FC-912C-C97391777CB4}"/>
              </a:ext>
            </a:extLst>
          </p:cNvPr>
          <p:cNvGraphicFramePr>
            <a:graphicFrameLocks noChangeAspect="1"/>
          </p:cNvGraphicFramePr>
          <p:nvPr/>
        </p:nvGraphicFramePr>
        <p:xfrm>
          <a:off x="3010560" y="2869638"/>
          <a:ext cx="5475888" cy="949608"/>
        </p:xfrm>
        <a:graphic>
          <a:graphicData uri="http://schemas.openxmlformats.org/presentationml/2006/ole">
            <mc:AlternateContent xmlns:mc="http://schemas.openxmlformats.org/markup-compatibility/2006">
              <mc:Choice xmlns:v="urn:schemas-microsoft-com:vml" Requires="v">
                <p:oleObj name="Equation" r:id="rId2" imgW="2489040" imgH="431640" progId="Equation.DSMT4">
                  <p:embed/>
                </p:oleObj>
              </mc:Choice>
              <mc:Fallback>
                <p:oleObj name="Equation" r:id="rId2" imgW="2489040" imgH="431640" progId="Equation.DSMT4">
                  <p:embed/>
                  <p:pic>
                    <p:nvPicPr>
                      <p:cNvPr id="128005" name="Object 5">
                        <a:extLst>
                          <a:ext uri="{FF2B5EF4-FFF2-40B4-BE49-F238E27FC236}">
                            <a16:creationId xmlns:a16="http://schemas.microsoft.com/office/drawing/2014/main" id="{76239BEA-BCF2-44FC-912C-C97391777CB4}"/>
                          </a:ext>
                        </a:extLst>
                      </p:cNvPr>
                      <p:cNvPicPr>
                        <a:picLocks noChangeAspect="1" noChangeArrowheads="1"/>
                      </p:cNvPicPr>
                      <p:nvPr/>
                    </p:nvPicPr>
                    <p:blipFill>
                      <a:blip r:embed="rId3"/>
                      <a:srcRect/>
                      <a:stretch>
                        <a:fillRect/>
                      </a:stretch>
                    </p:blipFill>
                    <p:spPr bwMode="auto">
                      <a:xfrm>
                        <a:off x="3010560" y="2869638"/>
                        <a:ext cx="5475888" cy="94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8006" name="Object 6">
            <a:extLst>
              <a:ext uri="{FF2B5EF4-FFF2-40B4-BE49-F238E27FC236}">
                <a16:creationId xmlns:a16="http://schemas.microsoft.com/office/drawing/2014/main" id="{E727FECE-ABF2-4B45-8BED-9217961D7393}"/>
              </a:ext>
            </a:extLst>
          </p:cNvPr>
          <p:cNvGraphicFramePr>
            <a:graphicFrameLocks noChangeAspect="1"/>
          </p:cNvGraphicFramePr>
          <p:nvPr/>
        </p:nvGraphicFramePr>
        <p:xfrm>
          <a:off x="3010560" y="1920030"/>
          <a:ext cx="4609440" cy="949608"/>
        </p:xfrm>
        <a:graphic>
          <a:graphicData uri="http://schemas.openxmlformats.org/presentationml/2006/ole">
            <mc:AlternateContent xmlns:mc="http://schemas.openxmlformats.org/markup-compatibility/2006">
              <mc:Choice xmlns:v="urn:schemas-microsoft-com:vml" Requires="v">
                <p:oleObj name="Equation" r:id="rId4" imgW="2095200" imgH="431640" progId="Equation.DSMT4">
                  <p:embed/>
                </p:oleObj>
              </mc:Choice>
              <mc:Fallback>
                <p:oleObj name="Equation" r:id="rId4" imgW="2095200" imgH="431640" progId="Equation.DSMT4">
                  <p:embed/>
                  <p:pic>
                    <p:nvPicPr>
                      <p:cNvPr id="128006" name="Object 6">
                        <a:extLst>
                          <a:ext uri="{FF2B5EF4-FFF2-40B4-BE49-F238E27FC236}">
                            <a16:creationId xmlns:a16="http://schemas.microsoft.com/office/drawing/2014/main" id="{E727FECE-ABF2-4B45-8BED-9217961D7393}"/>
                          </a:ext>
                        </a:extLst>
                      </p:cNvPr>
                      <p:cNvPicPr>
                        <a:picLocks noChangeAspect="1" noChangeArrowheads="1"/>
                      </p:cNvPicPr>
                      <p:nvPr/>
                    </p:nvPicPr>
                    <p:blipFill>
                      <a:blip r:embed="rId5"/>
                      <a:srcRect/>
                      <a:stretch>
                        <a:fillRect/>
                      </a:stretch>
                    </p:blipFill>
                    <p:spPr bwMode="auto">
                      <a:xfrm>
                        <a:off x="3010560" y="1920030"/>
                        <a:ext cx="4609440" cy="949608"/>
                      </a:xfrm>
                      <a:prstGeom prst="rect">
                        <a:avLst/>
                      </a:prstGeom>
                      <a:noFill/>
                      <a:ln>
                        <a:noFill/>
                      </a:ln>
                    </p:spPr>
                  </p:pic>
                </p:oleObj>
              </mc:Fallback>
            </mc:AlternateContent>
          </a:graphicData>
        </a:graphic>
      </p:graphicFrame>
      <p:sp>
        <p:nvSpPr>
          <p:cNvPr id="10" name="Rectangle 4">
            <a:extLst>
              <a:ext uri="{FF2B5EF4-FFF2-40B4-BE49-F238E27FC236}">
                <a16:creationId xmlns:a16="http://schemas.microsoft.com/office/drawing/2014/main" id="{7971721E-6261-4AD7-80E5-90A744D20271}"/>
              </a:ext>
            </a:extLst>
          </p:cNvPr>
          <p:cNvSpPr>
            <a:spLocks noChangeArrowheads="1"/>
          </p:cNvSpPr>
          <p:nvPr/>
        </p:nvSpPr>
        <p:spPr bwMode="auto">
          <a:xfrm>
            <a:off x="762000" y="228600"/>
            <a:ext cx="41488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3.4.1 </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用</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计算</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IDFT</a:t>
            </a:r>
          </a:p>
        </p:txBody>
      </p:sp>
      <p:sp>
        <p:nvSpPr>
          <p:cNvPr id="3" name="矩形 2"/>
          <p:cNvSpPr/>
          <p:nvPr/>
        </p:nvSpPr>
        <p:spPr>
          <a:xfrm>
            <a:off x="838200" y="823569"/>
            <a:ext cx="7772401" cy="1169551"/>
          </a:xfrm>
          <a:prstGeom prst="rect">
            <a:avLst/>
          </a:prstGeom>
        </p:spPr>
        <p:txBody>
          <a:bodyPr wrap="square">
            <a:spAutoFit/>
          </a:body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计算</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IDFT</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的快速算法称为</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IFFT</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。可以采用</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实现</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IFFT</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a:t>
            </a:r>
            <a:endPar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endParaRPr>
          </a:p>
        </p:txBody>
      </p:sp>
      <p:sp>
        <p:nvSpPr>
          <p:cNvPr id="5" name="矩形 4"/>
          <p:cNvSpPr/>
          <p:nvPr/>
        </p:nvSpPr>
        <p:spPr>
          <a:xfrm>
            <a:off x="838200" y="2112995"/>
            <a:ext cx="2348720"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比较定义式：</a:t>
            </a: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graphicFrame>
        <p:nvGraphicFramePr>
          <p:cNvPr id="11" name="Object 2">
            <a:extLst>
              <a:ext uri="{FF2B5EF4-FFF2-40B4-BE49-F238E27FC236}">
                <a16:creationId xmlns:a16="http://schemas.microsoft.com/office/drawing/2014/main" id="{1F9EA00E-DA9E-4CCD-9395-55C978AF0877}"/>
              </a:ext>
            </a:extLst>
          </p:cNvPr>
          <p:cNvGraphicFramePr>
            <a:graphicFrameLocks noChangeAspect="1"/>
          </p:cNvGraphicFramePr>
          <p:nvPr/>
        </p:nvGraphicFramePr>
        <p:xfrm>
          <a:off x="1082040" y="3906705"/>
          <a:ext cx="6537960" cy="1089000"/>
        </p:xfrm>
        <a:graphic>
          <a:graphicData uri="http://schemas.openxmlformats.org/presentationml/2006/ole">
            <mc:AlternateContent xmlns:mc="http://schemas.openxmlformats.org/markup-compatibility/2006">
              <mc:Choice xmlns:v="urn:schemas-microsoft-com:vml" Requires="v">
                <p:oleObj name="Equation" r:id="rId8" imgW="2971800" imgH="495000" progId="Equation.DSMT4">
                  <p:embed/>
                </p:oleObj>
              </mc:Choice>
              <mc:Fallback>
                <p:oleObj name="Equation" r:id="rId8" imgW="2971800" imgH="495000" progId="Equation.DSMT4">
                  <p:embed/>
                  <p:pic>
                    <p:nvPicPr>
                      <p:cNvPr id="11" name="Object 2">
                        <a:extLst>
                          <a:ext uri="{FF2B5EF4-FFF2-40B4-BE49-F238E27FC236}">
                            <a16:creationId xmlns:a16="http://schemas.microsoft.com/office/drawing/2014/main" id="{1F9EA00E-DA9E-4CCD-9395-55C978AF0877}"/>
                          </a:ext>
                        </a:extLst>
                      </p:cNvPr>
                      <p:cNvPicPr>
                        <a:picLocks noChangeAspect="1" noChangeArrowheads="1"/>
                      </p:cNvPicPr>
                      <p:nvPr/>
                    </p:nvPicPr>
                    <p:blipFill>
                      <a:blip r:embed="rId9"/>
                      <a:srcRect/>
                      <a:stretch>
                        <a:fillRect/>
                      </a:stretch>
                    </p:blipFill>
                    <p:spPr bwMode="auto">
                      <a:xfrm>
                        <a:off x="1082040" y="3906705"/>
                        <a:ext cx="6537960" cy="1089000"/>
                      </a:xfrm>
                      <a:prstGeom prst="rect">
                        <a:avLst/>
                      </a:prstGeom>
                      <a:noFill/>
                      <a:ln>
                        <a:noFill/>
                      </a:ln>
                    </p:spPr>
                  </p:pic>
                </p:oleObj>
              </mc:Fallback>
            </mc:AlternateContent>
          </a:graphicData>
        </a:graphic>
      </p:graphicFrame>
      <p:graphicFrame>
        <p:nvGraphicFramePr>
          <p:cNvPr id="12" name="Object 3">
            <a:extLst>
              <a:ext uri="{FF2B5EF4-FFF2-40B4-BE49-F238E27FC236}">
                <a16:creationId xmlns:a16="http://schemas.microsoft.com/office/drawing/2014/main" id="{EB5E0A1B-09B1-4A4A-B171-39D778D61C05}"/>
              </a:ext>
            </a:extLst>
          </p:cNvPr>
          <p:cNvGraphicFramePr>
            <a:graphicFrameLocks noChangeAspect="1"/>
          </p:cNvGraphicFramePr>
          <p:nvPr/>
        </p:nvGraphicFramePr>
        <p:xfrm>
          <a:off x="1939304" y="5181600"/>
          <a:ext cx="6481728" cy="949608"/>
        </p:xfrm>
        <a:graphic>
          <a:graphicData uri="http://schemas.openxmlformats.org/presentationml/2006/ole">
            <mc:AlternateContent xmlns:mc="http://schemas.openxmlformats.org/markup-compatibility/2006">
              <mc:Choice xmlns:v="urn:schemas-microsoft-com:vml" Requires="v">
                <p:oleObj name="Equation" r:id="rId10" imgW="2946240" imgH="431640" progId="Equation.DSMT4">
                  <p:embed/>
                </p:oleObj>
              </mc:Choice>
              <mc:Fallback>
                <p:oleObj name="Equation" r:id="rId10" imgW="2946240" imgH="431640" progId="Equation.DSMT4">
                  <p:embed/>
                  <p:pic>
                    <p:nvPicPr>
                      <p:cNvPr id="12" name="Object 3">
                        <a:extLst>
                          <a:ext uri="{FF2B5EF4-FFF2-40B4-BE49-F238E27FC236}">
                            <a16:creationId xmlns:a16="http://schemas.microsoft.com/office/drawing/2014/main" id="{EB5E0A1B-09B1-4A4A-B171-39D778D61C05}"/>
                          </a:ext>
                        </a:extLst>
                      </p:cNvPr>
                      <p:cNvPicPr>
                        <a:picLocks noChangeAspect="1" noChangeArrowheads="1"/>
                      </p:cNvPicPr>
                      <p:nvPr/>
                    </p:nvPicPr>
                    <p:blipFill>
                      <a:blip r:embed="rId11"/>
                      <a:srcRect/>
                      <a:stretch>
                        <a:fillRect/>
                      </a:stretch>
                    </p:blipFill>
                    <p:spPr bwMode="auto">
                      <a:xfrm>
                        <a:off x="1939304" y="5181600"/>
                        <a:ext cx="6481728" cy="949608"/>
                      </a:xfrm>
                      <a:prstGeom prst="rect">
                        <a:avLst/>
                      </a:prstGeom>
                      <a:noFill/>
                      <a:ln>
                        <a:noFill/>
                      </a:ln>
                    </p:spPr>
                  </p:pic>
                </p:oleObj>
              </mc:Fallback>
            </mc:AlternateContent>
          </a:graphicData>
        </a:graphic>
      </p:graphicFrame>
      <p:sp>
        <p:nvSpPr>
          <p:cNvPr id="7" name="矩形 6"/>
          <p:cNvSpPr/>
          <p:nvPr/>
        </p:nvSpPr>
        <p:spPr>
          <a:xfrm>
            <a:off x="843280" y="5394794"/>
            <a:ext cx="92204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因此</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5" name="圆角矩形 14"/>
          <p:cNvSpPr/>
          <p:nvPr/>
        </p:nvSpPr>
        <p:spPr>
          <a:xfrm>
            <a:off x="5638800" y="4005141"/>
            <a:ext cx="1981200" cy="990564"/>
          </a:xfrm>
          <a:prstGeom prst="roundRect">
            <a:avLst/>
          </a:prstGeom>
          <a:noFill/>
          <a:ln w="19050">
            <a:solidFill>
              <a:srgbClr val="00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Tahoma"/>
              <a:ea typeface="宋体"/>
              <a:cs typeface="+mn-cs"/>
            </a:endParaRPr>
          </a:p>
        </p:txBody>
      </p:sp>
      <p:sp>
        <p:nvSpPr>
          <p:cNvPr id="17" name="Line 7"/>
          <p:cNvSpPr>
            <a:spLocks noChangeShapeType="1"/>
          </p:cNvSpPr>
          <p:nvPr/>
        </p:nvSpPr>
        <p:spPr bwMode="auto">
          <a:xfrm flipV="1">
            <a:off x="6477000" y="5933419"/>
            <a:ext cx="1676400" cy="1"/>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3422852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animBg="1"/>
      <p:bldP spid="1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97EE082-0718-4DFB-950E-95B2479475FF}"/>
              </a:ext>
            </a:extLst>
          </p:cNvPr>
          <p:cNvGrpSpPr/>
          <p:nvPr/>
        </p:nvGrpSpPr>
        <p:grpSpPr>
          <a:xfrm>
            <a:off x="990600" y="2057400"/>
            <a:ext cx="7920880" cy="2246769"/>
            <a:chOff x="971600" y="3931022"/>
            <a:chExt cx="8569325" cy="2246769"/>
          </a:xfrm>
        </p:grpSpPr>
        <p:sp>
          <p:nvSpPr>
            <p:cNvPr id="5" name="Rectangle 7">
              <a:extLst>
                <a:ext uri="{FF2B5EF4-FFF2-40B4-BE49-F238E27FC236}">
                  <a16:creationId xmlns:a16="http://schemas.microsoft.com/office/drawing/2014/main" id="{7FF26B4A-35AA-4255-856B-C6DD7B48768D}"/>
                </a:ext>
              </a:extLst>
            </p:cNvPr>
            <p:cNvSpPr>
              <a:spLocks noChangeArrowheads="1"/>
            </p:cNvSpPr>
            <p:nvPr/>
          </p:nvSpPr>
          <p:spPr bwMode="auto">
            <a:xfrm>
              <a:off x="971600" y="3931022"/>
              <a:ext cx="856932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用</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计算</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IDFT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的步骤：</a:t>
              </a: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① 将</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取共轭；</a:t>
              </a: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② 对           直接作</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25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③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的结果取共轭并乘以</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，得</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graphicFrame>
          <p:nvGraphicFramePr>
            <p:cNvPr id="6" name="Object 6">
              <a:extLst>
                <a:ext uri="{FF2B5EF4-FFF2-40B4-BE49-F238E27FC236}">
                  <a16:creationId xmlns:a16="http://schemas.microsoft.com/office/drawing/2014/main" id="{D75098ED-1677-4E9F-86B8-D2ECABE5273B}"/>
                </a:ext>
              </a:extLst>
            </p:cNvPr>
            <p:cNvGraphicFramePr>
              <a:graphicFrameLocks noChangeAspect="1"/>
            </p:cNvGraphicFramePr>
            <p:nvPr/>
          </p:nvGraphicFramePr>
          <p:xfrm>
            <a:off x="1960858" y="5074022"/>
            <a:ext cx="963496" cy="496888"/>
          </p:xfrm>
          <a:graphic>
            <a:graphicData uri="http://schemas.openxmlformats.org/presentationml/2006/ole">
              <mc:AlternateContent xmlns:mc="http://schemas.openxmlformats.org/markup-compatibility/2006">
                <mc:Choice xmlns:v="urn:schemas-microsoft-com:vml" Requires="v">
                  <p:oleObj name="Equation" r:id="rId2" imgW="444240" imgH="228600" progId="Equation.DSMT4">
                    <p:embed/>
                  </p:oleObj>
                </mc:Choice>
                <mc:Fallback>
                  <p:oleObj name="Equation" r:id="rId2" imgW="444240" imgH="228600" progId="Equation.DSMT4">
                    <p:embed/>
                    <p:pic>
                      <p:nvPicPr>
                        <p:cNvPr id="6" name="Object 6">
                          <a:extLst>
                            <a:ext uri="{FF2B5EF4-FFF2-40B4-BE49-F238E27FC236}">
                              <a16:creationId xmlns:a16="http://schemas.microsoft.com/office/drawing/2014/main" id="{D75098ED-1677-4E9F-86B8-D2ECABE5273B}"/>
                            </a:ext>
                          </a:extLst>
                        </p:cNvPr>
                        <p:cNvPicPr>
                          <a:picLocks noChangeAspect="1" noChangeArrowheads="1"/>
                        </p:cNvPicPr>
                        <p:nvPr/>
                      </p:nvPicPr>
                      <p:blipFill>
                        <a:blip r:embed="rId3"/>
                        <a:srcRect/>
                        <a:stretch>
                          <a:fillRect/>
                        </a:stretch>
                      </p:blipFill>
                      <p:spPr bwMode="auto">
                        <a:xfrm>
                          <a:off x="1960858" y="5074022"/>
                          <a:ext cx="963496" cy="496888"/>
                        </a:xfrm>
                        <a:prstGeom prst="rect">
                          <a:avLst/>
                        </a:prstGeom>
                        <a:noFill/>
                        <a:ln>
                          <a:noFill/>
                        </a:ln>
                        <a:effectLst/>
                      </p:spPr>
                    </p:pic>
                  </p:oleObj>
                </mc:Fallback>
              </mc:AlternateContent>
            </a:graphicData>
          </a:graphic>
        </p:graphicFrame>
      </p:grpSp>
      <p:graphicFrame>
        <p:nvGraphicFramePr>
          <p:cNvPr id="9" name="Object 3">
            <a:extLst>
              <a:ext uri="{FF2B5EF4-FFF2-40B4-BE49-F238E27FC236}">
                <a16:creationId xmlns:a16="http://schemas.microsoft.com/office/drawing/2014/main" id="{EB5E0A1B-09B1-4A4A-B171-39D778D61C05}"/>
              </a:ext>
            </a:extLst>
          </p:cNvPr>
          <p:cNvGraphicFramePr>
            <a:graphicFrameLocks noChangeAspect="1"/>
          </p:cNvGraphicFramePr>
          <p:nvPr/>
        </p:nvGraphicFramePr>
        <p:xfrm>
          <a:off x="2195736" y="914399"/>
          <a:ext cx="3738420" cy="905004"/>
        </p:xfrm>
        <a:graphic>
          <a:graphicData uri="http://schemas.openxmlformats.org/presentationml/2006/ole">
            <mc:AlternateContent xmlns:mc="http://schemas.openxmlformats.org/markup-compatibility/2006">
              <mc:Choice xmlns:v="urn:schemas-microsoft-com:vml" Requires="v">
                <p:oleObj name="Equation" r:id="rId4" imgW="1625400" imgH="393480" progId="Equation.DSMT4">
                  <p:embed/>
                </p:oleObj>
              </mc:Choice>
              <mc:Fallback>
                <p:oleObj name="Equation" r:id="rId4" imgW="1625400" imgH="393480" progId="Equation.DSMT4">
                  <p:embed/>
                  <p:pic>
                    <p:nvPicPr>
                      <p:cNvPr id="9" name="Object 3">
                        <a:extLst>
                          <a:ext uri="{FF2B5EF4-FFF2-40B4-BE49-F238E27FC236}">
                            <a16:creationId xmlns:a16="http://schemas.microsoft.com/office/drawing/2014/main" id="{EB5E0A1B-09B1-4A4A-B171-39D778D61C05}"/>
                          </a:ext>
                        </a:extLst>
                      </p:cNvPr>
                      <p:cNvPicPr>
                        <a:picLocks noChangeAspect="1" noChangeArrowheads="1"/>
                      </p:cNvPicPr>
                      <p:nvPr/>
                    </p:nvPicPr>
                    <p:blipFill>
                      <a:blip r:embed="rId5"/>
                      <a:srcRect/>
                      <a:stretch>
                        <a:fillRect/>
                      </a:stretch>
                    </p:blipFill>
                    <p:spPr bwMode="auto">
                      <a:xfrm>
                        <a:off x="2195736" y="914399"/>
                        <a:ext cx="3738420" cy="905004"/>
                      </a:xfrm>
                      <a:prstGeom prst="rect">
                        <a:avLst/>
                      </a:prstGeom>
                      <a:noFill/>
                      <a:ln>
                        <a:noFill/>
                      </a:ln>
                    </p:spPr>
                  </p:pic>
                </p:oleObj>
              </mc:Fallback>
            </mc:AlternateContent>
          </a:graphicData>
        </a:graphic>
      </p:graphicFrame>
      <p:sp>
        <p:nvSpPr>
          <p:cNvPr id="11" name="矩形 10"/>
          <p:cNvSpPr/>
          <p:nvPr/>
        </p:nvSpPr>
        <p:spPr>
          <a:xfrm>
            <a:off x="995680" y="1071692"/>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pic>
        <p:nvPicPr>
          <p:cNvPr id="4" name="图片 3"/>
          <p:cNvPicPr>
            <a:picLocks noChangeAspect="1"/>
          </p:cNvPicPr>
          <p:nvPr/>
        </p:nvPicPr>
        <p:blipFill>
          <a:blip r:embed="rId6"/>
          <a:stretch>
            <a:fillRect/>
          </a:stretch>
        </p:blipFill>
        <p:spPr>
          <a:xfrm>
            <a:off x="228600" y="4731097"/>
            <a:ext cx="8796528" cy="658368"/>
          </a:xfrm>
          <a:prstGeom prst="rect">
            <a:avLst/>
          </a:prstGeom>
        </p:spPr>
      </p:pic>
      <p:sp>
        <p:nvSpPr>
          <p:cNvPr id="12" name="Rectangle 4">
            <a:extLst>
              <a:ext uri="{FF2B5EF4-FFF2-40B4-BE49-F238E27FC236}">
                <a16:creationId xmlns:a16="http://schemas.microsoft.com/office/drawing/2014/main" id="{7971721E-6261-4AD7-80E5-90A744D20271}"/>
              </a:ext>
            </a:extLst>
          </p:cNvPr>
          <p:cNvSpPr>
            <a:spLocks noChangeArrowheads="1"/>
          </p:cNvSpPr>
          <p:nvPr/>
        </p:nvSpPr>
        <p:spPr bwMode="auto">
          <a:xfrm>
            <a:off x="762000" y="228600"/>
            <a:ext cx="414889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7"/>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8"/>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3.4.1 </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用</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计算</a:t>
            </a: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IDFT</a:t>
            </a:r>
          </a:p>
        </p:txBody>
      </p:sp>
    </p:spTree>
    <p:extLst>
      <p:ext uri="{BB962C8B-B14F-4D97-AF65-F5344CB8AC3E}">
        <p14:creationId xmlns:p14="http://schemas.microsoft.com/office/powerpoint/2010/main" val="319669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Rectangle 4">
            <a:extLst>
              <a:ext uri="{FF2B5EF4-FFF2-40B4-BE49-F238E27FC236}">
                <a16:creationId xmlns:a16="http://schemas.microsoft.com/office/drawing/2014/main" id="{CC73BEC6-1E86-4770-B8BA-8110CD5C7F5C}"/>
              </a:ext>
            </a:extLst>
          </p:cNvPr>
          <p:cNvSpPr>
            <a:spLocks noChangeArrowheads="1"/>
          </p:cNvSpPr>
          <p:nvPr/>
        </p:nvSpPr>
        <p:spPr bwMode="auto">
          <a:xfrm>
            <a:off x="3565525" y="43910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Rectangle 4">
            <a:extLst>
              <a:ext uri="{FF2B5EF4-FFF2-40B4-BE49-F238E27FC236}">
                <a16:creationId xmlns:a16="http://schemas.microsoft.com/office/drawing/2014/main" id="{2E8D8316-DA97-4C0F-9447-4D1D41603542}"/>
              </a:ext>
            </a:extLst>
          </p:cNvPr>
          <p:cNvSpPr>
            <a:spLocks noChangeArrowheads="1"/>
          </p:cNvSpPr>
          <p:nvPr/>
        </p:nvSpPr>
        <p:spPr bwMode="auto">
          <a:xfrm>
            <a:off x="762000" y="228600"/>
            <a:ext cx="40292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3.4.2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实数序列的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
        <p:nvSpPr>
          <p:cNvPr id="8" name="Rectangle 5">
            <a:extLst>
              <a:ext uri="{FF2B5EF4-FFF2-40B4-BE49-F238E27FC236}">
                <a16:creationId xmlns:a16="http://schemas.microsoft.com/office/drawing/2014/main" id="{8A6D2051-2B94-4A63-8DA0-12A94D48D2C9}"/>
              </a:ext>
            </a:extLst>
          </p:cNvPr>
          <p:cNvSpPr>
            <a:spLocks noChangeArrowheads="1"/>
          </p:cNvSpPr>
          <p:nvPr/>
        </p:nvSpPr>
        <p:spPr bwMode="auto">
          <a:xfrm>
            <a:off x="853440" y="2133600"/>
            <a:ext cx="7757160" cy="293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如果直接按</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运算流图计算，是把实数序列当做一个虚部为零的复序列，增加了存储量，浪费了运算量。</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25000"/>
              </a:lnSpc>
              <a:spcBef>
                <a:spcPts val="1200"/>
              </a:spcBef>
              <a:spcAft>
                <a:spcPct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合理的解决方法是利用复数据</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对实数据进行有效计算。下面介绍两种方法</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838200" y="878882"/>
            <a:ext cx="7886700" cy="1169551"/>
          </a:xfrm>
          <a:prstGeom prst="rect">
            <a:avLst/>
          </a:prstGeom>
        </p:spPr>
        <p:txBody>
          <a:bodyPr wrap="square">
            <a:spAutoFit/>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以上讨论的</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算法都是复数运算</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包括序列</a:t>
            </a: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也认为是复数，但大多数场合，信号是实数序列。</a:t>
            </a:r>
            <a:endParaRPr kumimoji="0" lang="zh-CN" altLang="en-US" sz="1800" b="1" i="0" u="none" strike="noStrike" kern="0" cap="none" spc="0" normalizeH="0" baseline="0" noProof="0" dirty="0">
              <a:ln>
                <a:noFill/>
              </a:ln>
              <a:solidFill>
                <a:srgbClr val="000000"/>
              </a:solidFill>
              <a:effectLst/>
              <a:uLnTx/>
              <a:uFillTx/>
              <a:latin typeface="Arial" charset="0"/>
              <a:ea typeface="宋体" charset="-122"/>
              <a:cs typeface="+mn-cs"/>
            </a:endParaRPr>
          </a:p>
        </p:txBody>
      </p:sp>
      <p:sp>
        <p:nvSpPr>
          <p:cNvPr id="5" name="矩形 4"/>
          <p:cNvSpPr/>
          <p:nvPr/>
        </p:nvSpPr>
        <p:spPr>
          <a:xfrm>
            <a:off x="853440" y="5105400"/>
            <a:ext cx="7871460" cy="523220"/>
          </a:xfrm>
          <a:prstGeom prst="rect">
            <a:avLst/>
          </a:prstGeom>
        </p:spPr>
        <p:txBody>
          <a:bodyPr wrap="square">
            <a:spAutoFit/>
          </a:bodyPr>
          <a:lstStyle/>
          <a:p>
            <a:pPr marL="0" marR="0" lvl="0" indent="-133350" algn="just" defTabSz="914400" rtl="0" eaLnBrk="1" fontAlgn="base" latinLnBrk="0" hangingPunct="1">
              <a:lnSpc>
                <a:spcPct val="100000"/>
              </a:lnSpc>
              <a:spcBef>
                <a:spcPct val="0"/>
              </a:spcBef>
              <a:spcAft>
                <a:spcPct val="0"/>
              </a:spcAft>
              <a:buClrTx/>
              <a:buSzTx/>
              <a:buFontTx/>
              <a:buNone/>
              <a:tabLst>
                <a:tab pos="133350" algn="l"/>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用一个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同时计算两个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p>
        </p:txBody>
      </p:sp>
      <p:sp>
        <p:nvSpPr>
          <p:cNvPr id="9" name="矩形 8"/>
          <p:cNvSpPr/>
          <p:nvPr/>
        </p:nvSpPr>
        <p:spPr>
          <a:xfrm>
            <a:off x="858520" y="5675366"/>
            <a:ext cx="7792720" cy="52322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用一个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求得一个</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  </a:t>
            </a:r>
          </a:p>
        </p:txBody>
      </p:sp>
    </p:spTree>
    <p:extLst>
      <p:ext uri="{BB962C8B-B14F-4D97-AF65-F5344CB8AC3E}">
        <p14:creationId xmlns:p14="http://schemas.microsoft.com/office/powerpoint/2010/main" val="420677733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3">
            <a:extLst>
              <a:ext uri="{FF2B5EF4-FFF2-40B4-BE49-F238E27FC236}">
                <a16:creationId xmlns:a16="http://schemas.microsoft.com/office/drawing/2014/main" id="{9198313E-2B86-4365-A9B9-E9A673D6B1B1}"/>
              </a:ext>
            </a:extLst>
          </p:cNvPr>
          <p:cNvSpPr>
            <a:spLocks noChangeArrowheads="1"/>
          </p:cNvSpPr>
          <p:nvPr/>
        </p:nvSpPr>
        <p:spPr bwMode="auto">
          <a:xfrm>
            <a:off x="685800" y="848380"/>
            <a:ext cx="8534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133350">
              <a:spcBef>
                <a:spcPct val="20000"/>
              </a:spcBef>
              <a:buChar char="•"/>
              <a:tabLst>
                <a:tab pos="133350" algn="l"/>
              </a:tabLst>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133350" algn="l"/>
              </a:tabLst>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133350" algn="l"/>
              </a:tabLst>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133350" algn="l"/>
              </a:tabLst>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133350" algn="l"/>
              </a:tabLst>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133350" algn="l"/>
              </a:tabLst>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133350" algn="l"/>
              </a:tabLst>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133350" algn="l"/>
              </a:tabLst>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133350" algn="l"/>
              </a:tabLst>
              <a:defRPr sz="2000" b="1">
                <a:solidFill>
                  <a:schemeClr val="tx1"/>
                </a:solidFill>
                <a:latin typeface="黑体" panose="02010609060101010101" pitchFamily="49" charset="-122"/>
                <a:ea typeface="黑体" panose="02010609060101010101" pitchFamily="49" charset="-122"/>
              </a:defRPr>
            </a:lvl9pPr>
          </a:lstStyle>
          <a:p>
            <a:pPr marL="0" marR="0" lvl="0" indent="-133350" algn="just" defTabSz="914400" rtl="0" eaLnBrk="1" fontAlgn="base" latinLnBrk="0" hangingPunct="1">
              <a:lnSpc>
                <a:spcPct val="100000"/>
              </a:lnSpc>
              <a:spcBef>
                <a:spcPct val="0"/>
              </a:spcBef>
              <a:spcAft>
                <a:spcPct val="0"/>
              </a:spcAft>
              <a:buClrTx/>
              <a:buSzTx/>
              <a:buFontTx/>
              <a:buNone/>
              <a:tabLst>
                <a:tab pos="133350" algn="l"/>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用一个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同时计算两个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矩形 2"/>
          <p:cNvSpPr/>
          <p:nvPr/>
        </p:nvSpPr>
        <p:spPr>
          <a:xfrm>
            <a:off x="914400" y="2514600"/>
            <a:ext cx="7783016" cy="630942"/>
          </a:xfrm>
          <a:prstGeom prst="rect">
            <a:avLst/>
          </a:prstGeom>
        </p:spPr>
        <p:txBody>
          <a:bodyPr wrap="square">
            <a:spAutoFit/>
          </a:bodyPr>
          <a:lstStyle/>
          <a:p>
            <a:pPr marL="0" marR="0" lvl="0" indent="-133350" algn="just" defTabSz="914400" rtl="0" eaLnBrk="1" fontAlgn="base" latinLnBrk="0" hangingPunct="1">
              <a:lnSpc>
                <a:spcPct val="125000"/>
              </a:lnSpc>
              <a:spcBef>
                <a:spcPts val="0"/>
              </a:spcBef>
              <a:spcAft>
                <a:spcPct val="0"/>
              </a:spcAft>
              <a:buClrTx/>
              <a:buSzTx/>
              <a:buFontTx/>
              <a:buNone/>
              <a:tabLst>
                <a:tab pos="13335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构造一个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点复序列 </a:t>
            </a:r>
            <a:r>
              <a:rPr kumimoji="1" lang="zh-CN" altLang="en-US"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g</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 </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j</a:t>
            </a:r>
            <a:r>
              <a:rPr kumimoji="1" lang="en-US" altLang="zh-CN" sz="14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y</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p>
        </p:txBody>
      </p:sp>
      <p:sp>
        <p:nvSpPr>
          <p:cNvPr id="5" name="矩形 4"/>
          <p:cNvSpPr/>
          <p:nvPr/>
        </p:nvSpPr>
        <p:spPr>
          <a:xfrm>
            <a:off x="972364" y="1371600"/>
            <a:ext cx="7783016" cy="1169551"/>
          </a:xfrm>
          <a:prstGeom prst="rect">
            <a:avLst/>
          </a:prstGeom>
        </p:spPr>
        <p:txBody>
          <a:bodyPr wrap="square">
            <a:spAutoFit/>
          </a:bodyPr>
          <a:lstStyle/>
          <a:p>
            <a:pPr marL="0" marR="0" lvl="0" indent="-133350" algn="just" defTabSz="914400" rtl="0" eaLnBrk="1" fontAlgn="base" latinLnBrk="0" hangingPunct="1">
              <a:lnSpc>
                <a:spcPct val="125000"/>
              </a:lnSpc>
              <a:spcBef>
                <a:spcPts val="0"/>
              </a:spcBef>
              <a:spcAft>
                <a:spcPct val="0"/>
              </a:spcAft>
              <a:buClrTx/>
              <a:buSzTx/>
              <a:buFontTx/>
              <a:buNone/>
              <a:tabLst>
                <a:tab pos="13335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设</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是两个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点实序列，如何用一个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，计算出</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8" name="矩形 7"/>
          <p:cNvSpPr/>
          <p:nvPr/>
        </p:nvSpPr>
        <p:spPr>
          <a:xfrm>
            <a:off x="900632" y="3657600"/>
            <a:ext cx="4509568" cy="576055"/>
          </a:xfrm>
          <a:prstGeom prst="rect">
            <a:avLst/>
          </a:prstGeom>
        </p:spPr>
        <p:txBody>
          <a:bodyPr wrap="none">
            <a:spAutoFit/>
          </a:bodyPr>
          <a:lstStyle/>
          <a:p>
            <a:pPr marL="0" marR="0" lvl="0" indent="-133350" algn="just" defTabSz="914400" rtl="0" eaLnBrk="1" fontAlgn="base" latinLnBrk="0" hangingPunct="1">
              <a:lnSpc>
                <a:spcPct val="125000"/>
              </a:lnSpc>
              <a:spcBef>
                <a:spcPts val="0"/>
              </a:spcBef>
              <a:spcAft>
                <a:spcPct val="0"/>
              </a:spcAft>
              <a:buClrTx/>
              <a:buSzTx/>
              <a:buFontTx/>
              <a:buNone/>
              <a:tabLst>
                <a:tab pos="13335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利用</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的共轭对称性得：</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矩形 9"/>
          <p:cNvSpPr/>
          <p:nvPr/>
        </p:nvSpPr>
        <p:spPr>
          <a:xfrm>
            <a:off x="914400" y="3134380"/>
            <a:ext cx="572785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对</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g</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进行</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运算，得</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G</a:t>
            </a:r>
            <a:r>
              <a:rPr kumimoji="1" lang="en-US" altLang="zh-CN" sz="2800" b="1" i="0" u="none" strike="noStrike" kern="120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3" name="Object 3">
            <a:extLst>
              <a:ext uri="{FF2B5EF4-FFF2-40B4-BE49-F238E27FC236}">
                <a16:creationId xmlns:a16="http://schemas.microsoft.com/office/drawing/2014/main" id="{4EFD6D8C-43B9-4AD9-98E0-7F00B92CFEFD}"/>
              </a:ext>
            </a:extLst>
          </p:cNvPr>
          <p:cNvGraphicFramePr>
            <a:graphicFrameLocks noChangeAspect="1"/>
          </p:cNvGraphicFramePr>
          <p:nvPr/>
        </p:nvGraphicFramePr>
        <p:xfrm>
          <a:off x="1007110" y="4191000"/>
          <a:ext cx="6267240" cy="826308"/>
        </p:xfrm>
        <a:graphic>
          <a:graphicData uri="http://schemas.openxmlformats.org/presentationml/2006/ole">
            <mc:AlternateContent xmlns:mc="http://schemas.openxmlformats.org/markup-compatibility/2006">
              <mc:Choice xmlns:v="urn:schemas-microsoft-com:vml" Requires="v">
                <p:oleObj name="Equation" r:id="rId2" imgW="2984400" imgH="393480" progId="Equation.DSMT4">
                  <p:embed/>
                </p:oleObj>
              </mc:Choice>
              <mc:Fallback>
                <p:oleObj name="Equation" r:id="rId2" imgW="2984400" imgH="393480" progId="Equation.DSMT4">
                  <p:embed/>
                  <p:pic>
                    <p:nvPicPr>
                      <p:cNvPr id="13" name="Object 3">
                        <a:extLst>
                          <a:ext uri="{FF2B5EF4-FFF2-40B4-BE49-F238E27FC236}">
                            <a16:creationId xmlns:a16="http://schemas.microsoft.com/office/drawing/2014/main" id="{4EFD6D8C-43B9-4AD9-98E0-7F00B92CFEFD}"/>
                          </a:ext>
                        </a:extLst>
                      </p:cNvPr>
                      <p:cNvPicPr>
                        <a:picLocks noChangeAspect="1" noChangeArrowheads="1"/>
                      </p:cNvPicPr>
                      <p:nvPr/>
                    </p:nvPicPr>
                    <p:blipFill>
                      <a:blip r:embed="rId3"/>
                      <a:srcRect/>
                      <a:stretch>
                        <a:fillRect/>
                      </a:stretch>
                    </p:blipFill>
                    <p:spPr bwMode="auto">
                      <a:xfrm>
                        <a:off x="1007110" y="4191000"/>
                        <a:ext cx="6267240" cy="826308"/>
                      </a:xfrm>
                      <a:prstGeom prst="rect">
                        <a:avLst/>
                      </a:prstGeom>
                      <a:noFill/>
                      <a:ln>
                        <a:noFill/>
                      </a:ln>
                    </p:spPr>
                  </p:pic>
                </p:oleObj>
              </mc:Fallback>
            </mc:AlternateContent>
          </a:graphicData>
        </a:graphic>
      </p:graphicFrame>
      <p:graphicFrame>
        <p:nvGraphicFramePr>
          <p:cNvPr id="14" name="Object 3">
            <a:extLst>
              <a:ext uri="{FF2B5EF4-FFF2-40B4-BE49-F238E27FC236}">
                <a16:creationId xmlns:a16="http://schemas.microsoft.com/office/drawing/2014/main" id="{2D761D01-CEDD-48A2-8677-A3D6689A627E}"/>
              </a:ext>
            </a:extLst>
          </p:cNvPr>
          <p:cNvGraphicFramePr>
            <a:graphicFrameLocks noChangeAspect="1"/>
          </p:cNvGraphicFramePr>
          <p:nvPr/>
        </p:nvGraphicFramePr>
        <p:xfrm>
          <a:off x="970052" y="4953000"/>
          <a:ext cx="6587028" cy="826308"/>
        </p:xfrm>
        <a:graphic>
          <a:graphicData uri="http://schemas.openxmlformats.org/presentationml/2006/ole">
            <mc:AlternateContent xmlns:mc="http://schemas.openxmlformats.org/markup-compatibility/2006">
              <mc:Choice xmlns:v="urn:schemas-microsoft-com:vml" Requires="v">
                <p:oleObj name="Equation" r:id="rId4" imgW="3136680" imgH="393480" progId="Equation.DSMT4">
                  <p:embed/>
                </p:oleObj>
              </mc:Choice>
              <mc:Fallback>
                <p:oleObj name="Equation" r:id="rId4" imgW="3136680" imgH="393480" progId="Equation.DSMT4">
                  <p:embed/>
                  <p:pic>
                    <p:nvPicPr>
                      <p:cNvPr id="14" name="Object 3">
                        <a:extLst>
                          <a:ext uri="{FF2B5EF4-FFF2-40B4-BE49-F238E27FC236}">
                            <a16:creationId xmlns:a16="http://schemas.microsoft.com/office/drawing/2014/main" id="{2D761D01-CEDD-48A2-8677-A3D6689A627E}"/>
                          </a:ext>
                        </a:extLst>
                      </p:cNvPr>
                      <p:cNvPicPr>
                        <a:picLocks noChangeAspect="1" noChangeArrowheads="1"/>
                      </p:cNvPicPr>
                      <p:nvPr/>
                    </p:nvPicPr>
                    <p:blipFill>
                      <a:blip r:embed="rId5"/>
                      <a:srcRect/>
                      <a:stretch>
                        <a:fillRect/>
                      </a:stretch>
                    </p:blipFill>
                    <p:spPr bwMode="auto">
                      <a:xfrm>
                        <a:off x="970052" y="4953000"/>
                        <a:ext cx="6587028" cy="826308"/>
                      </a:xfrm>
                      <a:prstGeom prst="rect">
                        <a:avLst/>
                      </a:prstGeom>
                      <a:noFill/>
                      <a:ln>
                        <a:noFill/>
                      </a:ln>
                    </p:spPr>
                  </p:pic>
                </p:oleObj>
              </mc:Fallback>
            </mc:AlternateContent>
          </a:graphicData>
        </a:graphic>
      </p:graphicFrame>
      <p:graphicFrame>
        <p:nvGraphicFramePr>
          <p:cNvPr id="15" name="Object 3">
            <a:extLst>
              <a:ext uri="{FF2B5EF4-FFF2-40B4-BE49-F238E27FC236}">
                <a16:creationId xmlns:a16="http://schemas.microsoft.com/office/drawing/2014/main" id="{2D761D01-CEDD-48A2-8677-A3D6689A627E}"/>
              </a:ext>
            </a:extLst>
          </p:cNvPr>
          <p:cNvGraphicFramePr>
            <a:graphicFrameLocks noChangeAspect="1"/>
          </p:cNvGraphicFramePr>
          <p:nvPr/>
        </p:nvGraphicFramePr>
        <p:xfrm>
          <a:off x="3752036" y="5749416"/>
          <a:ext cx="3973536" cy="879984"/>
        </p:xfrm>
        <a:graphic>
          <a:graphicData uri="http://schemas.openxmlformats.org/presentationml/2006/ole">
            <mc:AlternateContent xmlns:mc="http://schemas.openxmlformats.org/markup-compatibility/2006">
              <mc:Choice xmlns:v="urn:schemas-microsoft-com:vml" Requires="v">
                <p:oleObj name="Equation" r:id="rId6" imgW="1892160" imgH="419040" progId="Equation.DSMT4">
                  <p:embed/>
                </p:oleObj>
              </mc:Choice>
              <mc:Fallback>
                <p:oleObj name="Equation" r:id="rId6" imgW="1892160" imgH="419040" progId="Equation.DSMT4">
                  <p:embed/>
                  <p:pic>
                    <p:nvPicPr>
                      <p:cNvPr id="15" name="Object 3">
                        <a:extLst>
                          <a:ext uri="{FF2B5EF4-FFF2-40B4-BE49-F238E27FC236}">
                            <a16:creationId xmlns:a16="http://schemas.microsoft.com/office/drawing/2014/main" id="{2D761D01-CEDD-48A2-8677-A3D6689A627E}"/>
                          </a:ext>
                        </a:extLst>
                      </p:cNvPr>
                      <p:cNvPicPr>
                        <a:picLocks noChangeAspect="1" noChangeArrowheads="1"/>
                      </p:cNvPicPr>
                      <p:nvPr/>
                    </p:nvPicPr>
                    <p:blipFill>
                      <a:blip r:embed="rId7"/>
                      <a:srcRect/>
                      <a:stretch>
                        <a:fillRect/>
                      </a:stretch>
                    </p:blipFill>
                    <p:spPr bwMode="auto">
                      <a:xfrm>
                        <a:off x="3752036" y="5749416"/>
                        <a:ext cx="3973536" cy="879984"/>
                      </a:xfrm>
                      <a:prstGeom prst="rect">
                        <a:avLst/>
                      </a:prstGeom>
                      <a:noFill/>
                      <a:ln>
                        <a:noFill/>
                      </a:ln>
                    </p:spPr>
                  </p:pic>
                </p:oleObj>
              </mc:Fallback>
            </mc:AlternateContent>
          </a:graphicData>
        </a:graphic>
      </p:graphicFrame>
      <p:sp>
        <p:nvSpPr>
          <p:cNvPr id="12" name="矩形 11"/>
          <p:cNvSpPr/>
          <p:nvPr/>
        </p:nvSpPr>
        <p:spPr>
          <a:xfrm>
            <a:off x="3179344" y="5901816"/>
            <a:ext cx="5453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即</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7" name="矩形 16"/>
          <p:cNvSpPr/>
          <p:nvPr/>
        </p:nvSpPr>
        <p:spPr>
          <a:xfrm>
            <a:off x="-19133" y="2558325"/>
            <a:ext cx="10262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方法</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6" name="Rectangle 4">
            <a:extLst>
              <a:ext uri="{FF2B5EF4-FFF2-40B4-BE49-F238E27FC236}">
                <a16:creationId xmlns:a16="http://schemas.microsoft.com/office/drawing/2014/main" id="{2E8D8316-DA97-4C0F-9447-4D1D41603542}"/>
              </a:ext>
            </a:extLst>
          </p:cNvPr>
          <p:cNvSpPr>
            <a:spLocks noChangeArrowheads="1"/>
          </p:cNvSpPr>
          <p:nvPr/>
        </p:nvSpPr>
        <p:spPr bwMode="auto">
          <a:xfrm>
            <a:off x="762000" y="228600"/>
            <a:ext cx="40292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8"/>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9"/>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3.4.2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实数序列的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134748515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20358EE3-999A-48F9-899B-C82CAC355904}"/>
              </a:ext>
            </a:extLst>
          </p:cNvPr>
          <p:cNvSpPr>
            <a:spLocks noChangeArrowheads="1"/>
          </p:cNvSpPr>
          <p:nvPr/>
        </p:nvSpPr>
        <p:spPr bwMode="auto">
          <a:xfrm>
            <a:off x="755576" y="838200"/>
            <a:ext cx="762642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用一个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求得一个</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点实序列的</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DFT  </a:t>
            </a:r>
          </a:p>
        </p:txBody>
      </p:sp>
      <p:sp>
        <p:nvSpPr>
          <p:cNvPr id="5" name="矩形 4"/>
          <p:cNvSpPr/>
          <p:nvPr/>
        </p:nvSpPr>
        <p:spPr>
          <a:xfrm>
            <a:off x="63631" y="1230283"/>
            <a:ext cx="10262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方法</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3" name="矩形 2"/>
          <p:cNvSpPr/>
          <p:nvPr/>
        </p:nvSpPr>
        <p:spPr>
          <a:xfrm>
            <a:off x="370788" y="1687483"/>
            <a:ext cx="8620811" cy="954107"/>
          </a:xfrm>
          <a:prstGeom prst="rect">
            <a:avLst/>
          </a:prstGeom>
        </p:spPr>
        <p:txBody>
          <a:bodyPr wrap="square">
            <a:spAutoFit/>
          </a:bodyPr>
          <a:lstStyle/>
          <a:p>
            <a:pPr marL="514350" marR="0" lvl="0" indent="-514350" algn="l" defTabSz="914400" rtl="0" eaLnBrk="0" fontAlgn="base" latinLnBrk="0" hangingPunct="0">
              <a:lnSpc>
                <a:spcPct val="100000"/>
              </a:lnSpc>
              <a:spcBef>
                <a:spcPct val="0"/>
              </a:spcBef>
              <a:spcAft>
                <a:spcPct val="0"/>
              </a:spcAft>
              <a:buClrTx/>
              <a:buSzTx/>
              <a:buFontTx/>
              <a:buAutoNum type="arabicParenBoth"/>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将</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，按</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为偶数和奇数，分别组成</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两个</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点实序列</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0" name="Object 4">
            <a:extLst>
              <a:ext uri="{FF2B5EF4-FFF2-40B4-BE49-F238E27FC236}">
                <a16:creationId xmlns:a16="http://schemas.microsoft.com/office/drawing/2014/main" id="{FC743EEB-77EC-429B-AB92-8C833AAD878B}"/>
              </a:ext>
            </a:extLst>
          </p:cNvPr>
          <p:cNvGraphicFramePr>
            <a:graphicFrameLocks noChangeAspect="1"/>
          </p:cNvGraphicFramePr>
          <p:nvPr/>
        </p:nvGraphicFramePr>
        <p:xfrm>
          <a:off x="2362200" y="2590800"/>
          <a:ext cx="4698720" cy="914400"/>
        </p:xfrm>
        <a:graphic>
          <a:graphicData uri="http://schemas.openxmlformats.org/presentationml/2006/ole">
            <mc:AlternateContent xmlns:mc="http://schemas.openxmlformats.org/markup-compatibility/2006">
              <mc:Choice xmlns:v="urn:schemas-microsoft-com:vml" Requires="v">
                <p:oleObj name="Equation" r:id="rId2" imgW="2349360" imgH="457200" progId="Equation.DSMT4">
                  <p:embed/>
                </p:oleObj>
              </mc:Choice>
              <mc:Fallback>
                <p:oleObj name="Equation" r:id="rId2" imgW="2349360" imgH="457200" progId="Equation.DSMT4">
                  <p:embed/>
                  <p:pic>
                    <p:nvPicPr>
                      <p:cNvPr id="10" name="Object 4">
                        <a:extLst>
                          <a:ext uri="{FF2B5EF4-FFF2-40B4-BE49-F238E27FC236}">
                            <a16:creationId xmlns:a16="http://schemas.microsoft.com/office/drawing/2014/main" id="{FC743EEB-77EC-429B-AB92-8C833AAD878B}"/>
                          </a:ext>
                        </a:extLst>
                      </p:cNvPr>
                      <p:cNvPicPr>
                        <a:picLocks noChangeAspect="1" noChangeArrowheads="1"/>
                      </p:cNvPicPr>
                      <p:nvPr/>
                    </p:nvPicPr>
                    <p:blipFill>
                      <a:blip r:embed="rId3"/>
                      <a:srcRect/>
                      <a:stretch>
                        <a:fillRect/>
                      </a:stretch>
                    </p:blipFill>
                    <p:spPr bwMode="auto">
                      <a:xfrm>
                        <a:off x="2362200" y="2590800"/>
                        <a:ext cx="4698720" cy="914400"/>
                      </a:xfrm>
                      <a:prstGeom prst="rect">
                        <a:avLst/>
                      </a:prstGeom>
                      <a:noFill/>
                      <a:ln>
                        <a:noFill/>
                      </a:ln>
                    </p:spPr>
                  </p:pic>
                </p:oleObj>
              </mc:Fallback>
            </mc:AlternateContent>
          </a:graphicData>
        </a:graphic>
      </p:graphicFrame>
      <p:graphicFrame>
        <p:nvGraphicFramePr>
          <p:cNvPr id="11" name="Object 4">
            <a:extLst>
              <a:ext uri="{FF2B5EF4-FFF2-40B4-BE49-F238E27FC236}">
                <a16:creationId xmlns:a16="http://schemas.microsoft.com/office/drawing/2014/main" id="{820369C8-DA56-49AF-B4AE-6A49652CBEDE}"/>
              </a:ext>
            </a:extLst>
          </p:cNvPr>
          <p:cNvGraphicFramePr>
            <a:graphicFrameLocks noChangeAspect="1"/>
          </p:cNvGraphicFramePr>
          <p:nvPr/>
        </p:nvGraphicFramePr>
        <p:xfrm>
          <a:off x="1055688" y="3518046"/>
          <a:ext cx="3357562" cy="525463"/>
        </p:xfrm>
        <a:graphic>
          <a:graphicData uri="http://schemas.openxmlformats.org/presentationml/2006/ole">
            <mc:AlternateContent xmlns:mc="http://schemas.openxmlformats.org/markup-compatibility/2006">
              <mc:Choice xmlns:v="urn:schemas-microsoft-com:vml" Requires="v">
                <p:oleObj name="Equation" r:id="rId4" imgW="1460160" imgH="228600" progId="Equation.DSMT4">
                  <p:embed/>
                </p:oleObj>
              </mc:Choice>
              <mc:Fallback>
                <p:oleObj name="Equation" r:id="rId4" imgW="1460160" imgH="228600" progId="Equation.DSMT4">
                  <p:embed/>
                  <p:pic>
                    <p:nvPicPr>
                      <p:cNvPr id="11" name="Object 4">
                        <a:extLst>
                          <a:ext uri="{FF2B5EF4-FFF2-40B4-BE49-F238E27FC236}">
                            <a16:creationId xmlns:a16="http://schemas.microsoft.com/office/drawing/2014/main" id="{820369C8-DA56-49AF-B4AE-6A49652CBEDE}"/>
                          </a:ext>
                        </a:extLst>
                      </p:cNvPr>
                      <p:cNvPicPr>
                        <a:picLocks noChangeAspect="1" noChangeArrowheads="1"/>
                      </p:cNvPicPr>
                      <p:nvPr/>
                    </p:nvPicPr>
                    <p:blipFill>
                      <a:blip r:embed="rId5"/>
                      <a:srcRect/>
                      <a:stretch>
                        <a:fillRect/>
                      </a:stretch>
                    </p:blipFill>
                    <p:spPr bwMode="auto">
                      <a:xfrm>
                        <a:off x="1055688" y="3518046"/>
                        <a:ext cx="3357562" cy="525463"/>
                      </a:xfrm>
                      <a:prstGeom prst="rect">
                        <a:avLst/>
                      </a:prstGeom>
                      <a:noFill/>
                      <a:ln>
                        <a:noFill/>
                      </a:ln>
                    </p:spPr>
                  </p:pic>
                </p:oleObj>
              </mc:Fallback>
            </mc:AlternateContent>
          </a:graphicData>
        </a:graphic>
      </p:graphicFrame>
      <p:sp>
        <p:nvSpPr>
          <p:cNvPr id="6" name="矩形 5"/>
          <p:cNvSpPr/>
          <p:nvPr/>
        </p:nvSpPr>
        <p:spPr>
          <a:xfrm>
            <a:off x="4413250" y="3518046"/>
            <a:ext cx="488315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进行</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运算，得</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G</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k</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2" name="Object 3">
            <a:extLst>
              <a:ext uri="{FF2B5EF4-FFF2-40B4-BE49-F238E27FC236}">
                <a16:creationId xmlns:a16="http://schemas.microsoft.com/office/drawing/2014/main" id="{4EFD6D8C-43B9-4AD9-98E0-7F00B92CFEFD}"/>
              </a:ext>
            </a:extLst>
          </p:cNvPr>
          <p:cNvGraphicFramePr>
            <a:graphicFrameLocks noChangeAspect="1"/>
          </p:cNvGraphicFramePr>
          <p:nvPr/>
        </p:nvGraphicFramePr>
        <p:xfrm>
          <a:off x="2362200" y="3981808"/>
          <a:ext cx="3759120" cy="786960"/>
        </p:xfrm>
        <a:graphic>
          <a:graphicData uri="http://schemas.openxmlformats.org/presentationml/2006/ole">
            <mc:AlternateContent xmlns:mc="http://schemas.openxmlformats.org/markup-compatibility/2006">
              <mc:Choice xmlns:v="urn:schemas-microsoft-com:vml" Requires="v">
                <p:oleObj name="Equation" r:id="rId6" imgW="1879560" imgH="393480" progId="Equation.DSMT4">
                  <p:embed/>
                </p:oleObj>
              </mc:Choice>
              <mc:Fallback>
                <p:oleObj name="Equation" r:id="rId6" imgW="1879560" imgH="393480" progId="Equation.DSMT4">
                  <p:embed/>
                  <p:pic>
                    <p:nvPicPr>
                      <p:cNvPr id="12" name="Object 3">
                        <a:extLst>
                          <a:ext uri="{FF2B5EF4-FFF2-40B4-BE49-F238E27FC236}">
                            <a16:creationId xmlns:a16="http://schemas.microsoft.com/office/drawing/2014/main" id="{4EFD6D8C-43B9-4AD9-98E0-7F00B92CFEFD}"/>
                          </a:ext>
                        </a:extLst>
                      </p:cNvPr>
                      <p:cNvPicPr>
                        <a:picLocks noChangeAspect="1" noChangeArrowheads="1"/>
                      </p:cNvPicPr>
                      <p:nvPr/>
                    </p:nvPicPr>
                    <p:blipFill>
                      <a:blip r:embed="rId7"/>
                      <a:srcRect/>
                      <a:stretch>
                        <a:fillRect/>
                      </a:stretch>
                    </p:blipFill>
                    <p:spPr bwMode="auto">
                      <a:xfrm>
                        <a:off x="2362200" y="3981808"/>
                        <a:ext cx="3759120" cy="786960"/>
                      </a:xfrm>
                      <a:prstGeom prst="rect">
                        <a:avLst/>
                      </a:prstGeom>
                      <a:noFill/>
                      <a:ln>
                        <a:noFill/>
                      </a:ln>
                    </p:spPr>
                  </p:pic>
                </p:oleObj>
              </mc:Fallback>
            </mc:AlternateContent>
          </a:graphicData>
        </a:graphic>
      </p:graphicFrame>
      <p:graphicFrame>
        <p:nvGraphicFramePr>
          <p:cNvPr id="13" name="Object 3">
            <a:extLst>
              <a:ext uri="{FF2B5EF4-FFF2-40B4-BE49-F238E27FC236}">
                <a16:creationId xmlns:a16="http://schemas.microsoft.com/office/drawing/2014/main" id="{2D761D01-CEDD-48A2-8677-A3D6689A627E}"/>
              </a:ext>
            </a:extLst>
          </p:cNvPr>
          <p:cNvGraphicFramePr>
            <a:graphicFrameLocks noChangeAspect="1"/>
          </p:cNvGraphicFramePr>
          <p:nvPr/>
        </p:nvGraphicFramePr>
        <p:xfrm>
          <a:off x="2273280" y="4699392"/>
          <a:ext cx="3936960" cy="838080"/>
        </p:xfrm>
        <a:graphic>
          <a:graphicData uri="http://schemas.openxmlformats.org/presentationml/2006/ole">
            <mc:AlternateContent xmlns:mc="http://schemas.openxmlformats.org/markup-compatibility/2006">
              <mc:Choice xmlns:v="urn:schemas-microsoft-com:vml" Requires="v">
                <p:oleObj name="Equation" r:id="rId8" imgW="1968480" imgH="419040" progId="Equation.DSMT4">
                  <p:embed/>
                </p:oleObj>
              </mc:Choice>
              <mc:Fallback>
                <p:oleObj name="Equation" r:id="rId8" imgW="1968480" imgH="419040" progId="Equation.DSMT4">
                  <p:embed/>
                  <p:pic>
                    <p:nvPicPr>
                      <p:cNvPr id="13" name="Object 3">
                        <a:extLst>
                          <a:ext uri="{FF2B5EF4-FFF2-40B4-BE49-F238E27FC236}">
                            <a16:creationId xmlns:a16="http://schemas.microsoft.com/office/drawing/2014/main" id="{2D761D01-CEDD-48A2-8677-A3D6689A627E}"/>
                          </a:ext>
                        </a:extLst>
                      </p:cNvPr>
                      <p:cNvPicPr>
                        <a:picLocks noChangeAspect="1" noChangeArrowheads="1"/>
                      </p:cNvPicPr>
                      <p:nvPr/>
                    </p:nvPicPr>
                    <p:blipFill>
                      <a:blip r:embed="rId9"/>
                      <a:srcRect/>
                      <a:stretch>
                        <a:fillRect/>
                      </a:stretch>
                    </p:blipFill>
                    <p:spPr bwMode="auto">
                      <a:xfrm>
                        <a:off x="2273280" y="4699392"/>
                        <a:ext cx="3936960" cy="838080"/>
                      </a:xfrm>
                      <a:prstGeom prst="rect">
                        <a:avLst/>
                      </a:prstGeom>
                      <a:noFill/>
                      <a:ln>
                        <a:noFill/>
                      </a:ln>
                    </p:spPr>
                  </p:pic>
                </p:oleObj>
              </mc:Fallback>
            </mc:AlternateContent>
          </a:graphicData>
        </a:graphic>
      </p:graphicFrame>
      <p:sp>
        <p:nvSpPr>
          <p:cNvPr id="14" name="矩形 13"/>
          <p:cNvSpPr/>
          <p:nvPr/>
        </p:nvSpPr>
        <p:spPr>
          <a:xfrm>
            <a:off x="449085" y="3518046"/>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(2)</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6" name="矩形 15"/>
          <p:cNvSpPr/>
          <p:nvPr/>
        </p:nvSpPr>
        <p:spPr>
          <a:xfrm>
            <a:off x="430231" y="5536686"/>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8" name="Object 17">
            <a:extLst>
              <a:ext uri="{FF2B5EF4-FFF2-40B4-BE49-F238E27FC236}">
                <a16:creationId xmlns:a16="http://schemas.microsoft.com/office/drawing/2014/main" id="{14CCB953-68FF-4213-843F-BE2B1A7904DA}"/>
              </a:ext>
            </a:extLst>
          </p:cNvPr>
          <p:cNvGraphicFramePr>
            <a:graphicFrameLocks noChangeAspect="1"/>
          </p:cNvGraphicFramePr>
          <p:nvPr>
            <p:extLst>
              <p:ext uri="{D42A27DB-BD31-4B8C-83A1-F6EECF244321}">
                <p14:modId xmlns:p14="http://schemas.microsoft.com/office/powerpoint/2010/main" val="177613788"/>
              </p:ext>
            </p:extLst>
          </p:nvPr>
        </p:nvGraphicFramePr>
        <p:xfrm>
          <a:off x="1642856" y="5575205"/>
          <a:ext cx="3546475" cy="506412"/>
        </p:xfrm>
        <a:graphic>
          <a:graphicData uri="http://schemas.openxmlformats.org/presentationml/2006/ole">
            <mc:AlternateContent xmlns:mc="http://schemas.openxmlformats.org/markup-compatibility/2006">
              <mc:Choice xmlns:v="urn:schemas-microsoft-com:vml" Requires="v">
                <p:oleObj name="Equation" r:id="rId10" imgW="1688760" imgH="241200" progId="Equation.DSMT4">
                  <p:embed/>
                </p:oleObj>
              </mc:Choice>
              <mc:Fallback>
                <p:oleObj name="Equation" r:id="rId10" imgW="1688760" imgH="241200" progId="Equation.DSMT4">
                  <p:embed/>
                  <p:pic>
                    <p:nvPicPr>
                      <p:cNvPr id="18" name="Object 17">
                        <a:extLst>
                          <a:ext uri="{FF2B5EF4-FFF2-40B4-BE49-F238E27FC236}">
                            <a16:creationId xmlns:a16="http://schemas.microsoft.com/office/drawing/2014/main" id="{14CCB953-68FF-4213-843F-BE2B1A7904DA}"/>
                          </a:ext>
                        </a:extLst>
                      </p:cNvPr>
                      <p:cNvPicPr>
                        <a:picLocks noChangeAspect="1" noChangeArrowheads="1"/>
                      </p:cNvPicPr>
                      <p:nvPr/>
                    </p:nvPicPr>
                    <p:blipFill>
                      <a:blip r:embed="rId11"/>
                      <a:srcRect/>
                      <a:stretch>
                        <a:fillRect/>
                      </a:stretch>
                    </p:blipFill>
                    <p:spPr bwMode="auto">
                      <a:xfrm>
                        <a:off x="1642856" y="5575205"/>
                        <a:ext cx="3546475" cy="506412"/>
                      </a:xfrm>
                      <a:prstGeom prst="rect">
                        <a:avLst/>
                      </a:prstGeom>
                      <a:noFill/>
                      <a:ln>
                        <a:noFill/>
                      </a:ln>
                    </p:spPr>
                  </p:pic>
                </p:oleObj>
              </mc:Fallback>
            </mc:AlternateContent>
          </a:graphicData>
        </a:graphic>
      </p:graphicFrame>
      <p:graphicFrame>
        <p:nvGraphicFramePr>
          <p:cNvPr id="19" name="Object 18">
            <a:extLst>
              <a:ext uri="{FF2B5EF4-FFF2-40B4-BE49-F238E27FC236}">
                <a16:creationId xmlns:a16="http://schemas.microsoft.com/office/drawing/2014/main" id="{28F410F5-5512-4B57-A4F9-133F7B9D45BE}"/>
              </a:ext>
            </a:extLst>
          </p:cNvPr>
          <p:cNvGraphicFramePr>
            <a:graphicFrameLocks noChangeAspect="1"/>
          </p:cNvGraphicFramePr>
          <p:nvPr/>
        </p:nvGraphicFramePr>
        <p:xfrm>
          <a:off x="1054523" y="6172200"/>
          <a:ext cx="4133850" cy="506412"/>
        </p:xfrm>
        <a:graphic>
          <a:graphicData uri="http://schemas.openxmlformats.org/presentationml/2006/ole">
            <mc:AlternateContent xmlns:mc="http://schemas.openxmlformats.org/markup-compatibility/2006">
              <mc:Choice xmlns:v="urn:schemas-microsoft-com:vml" Requires="v">
                <p:oleObj name="Equation" r:id="rId12" imgW="1968480" imgH="241200" progId="Equation.DSMT4">
                  <p:embed/>
                </p:oleObj>
              </mc:Choice>
              <mc:Fallback>
                <p:oleObj name="Equation" r:id="rId12" imgW="1968480" imgH="241200" progId="Equation.DSMT4">
                  <p:embed/>
                  <p:pic>
                    <p:nvPicPr>
                      <p:cNvPr id="19" name="Object 18">
                        <a:extLst>
                          <a:ext uri="{FF2B5EF4-FFF2-40B4-BE49-F238E27FC236}">
                            <a16:creationId xmlns:a16="http://schemas.microsoft.com/office/drawing/2014/main" id="{28F410F5-5512-4B57-A4F9-133F7B9D45BE}"/>
                          </a:ext>
                        </a:extLst>
                      </p:cNvPr>
                      <p:cNvPicPr>
                        <a:picLocks noChangeAspect="1" noChangeArrowheads="1"/>
                      </p:cNvPicPr>
                      <p:nvPr/>
                    </p:nvPicPr>
                    <p:blipFill>
                      <a:blip r:embed="rId13"/>
                      <a:srcRect/>
                      <a:stretch>
                        <a:fillRect/>
                      </a:stretch>
                    </p:blipFill>
                    <p:spPr bwMode="auto">
                      <a:xfrm>
                        <a:off x="1054523" y="6172200"/>
                        <a:ext cx="4133850" cy="506412"/>
                      </a:xfrm>
                      <a:prstGeom prst="rect">
                        <a:avLst/>
                      </a:prstGeom>
                      <a:noFill/>
                      <a:ln>
                        <a:noFill/>
                      </a:ln>
                    </p:spPr>
                  </p:pic>
                </p:oleObj>
              </mc:Fallback>
            </mc:AlternateContent>
          </a:graphicData>
        </a:graphic>
      </p:graphicFrame>
      <p:graphicFrame>
        <p:nvGraphicFramePr>
          <p:cNvPr id="20" name="Object 17">
            <a:extLst>
              <a:ext uri="{FF2B5EF4-FFF2-40B4-BE49-F238E27FC236}">
                <a16:creationId xmlns:a16="http://schemas.microsoft.com/office/drawing/2014/main" id="{14CCB953-68FF-4213-843F-BE2B1A7904DA}"/>
              </a:ext>
            </a:extLst>
          </p:cNvPr>
          <p:cNvGraphicFramePr>
            <a:graphicFrameLocks noChangeAspect="1"/>
          </p:cNvGraphicFramePr>
          <p:nvPr/>
        </p:nvGraphicFramePr>
        <p:xfrm>
          <a:off x="5776706" y="5882386"/>
          <a:ext cx="2293938" cy="398462"/>
        </p:xfrm>
        <a:graphic>
          <a:graphicData uri="http://schemas.openxmlformats.org/presentationml/2006/ole">
            <mc:AlternateContent xmlns:mc="http://schemas.openxmlformats.org/markup-compatibility/2006">
              <mc:Choice xmlns:v="urn:schemas-microsoft-com:vml" Requires="v">
                <p:oleObj name="Equation" r:id="rId14" imgW="1091880" imgH="190440" progId="Equation.DSMT4">
                  <p:embed/>
                </p:oleObj>
              </mc:Choice>
              <mc:Fallback>
                <p:oleObj name="Equation" r:id="rId14" imgW="1091880" imgH="190440" progId="Equation.DSMT4">
                  <p:embed/>
                  <p:pic>
                    <p:nvPicPr>
                      <p:cNvPr id="20" name="Object 17">
                        <a:extLst>
                          <a:ext uri="{FF2B5EF4-FFF2-40B4-BE49-F238E27FC236}">
                            <a16:creationId xmlns:a16="http://schemas.microsoft.com/office/drawing/2014/main" id="{14CCB953-68FF-4213-843F-BE2B1A7904DA}"/>
                          </a:ext>
                        </a:extLst>
                      </p:cNvPr>
                      <p:cNvPicPr>
                        <a:picLocks noChangeAspect="1" noChangeArrowheads="1"/>
                      </p:cNvPicPr>
                      <p:nvPr/>
                    </p:nvPicPr>
                    <p:blipFill>
                      <a:blip r:embed="rId15"/>
                      <a:srcRect/>
                      <a:stretch>
                        <a:fillRect/>
                      </a:stretch>
                    </p:blipFill>
                    <p:spPr bwMode="auto">
                      <a:xfrm>
                        <a:off x="5776706" y="5882386"/>
                        <a:ext cx="2293938" cy="398462"/>
                      </a:xfrm>
                      <a:prstGeom prst="rect">
                        <a:avLst/>
                      </a:prstGeom>
                      <a:noFill/>
                      <a:ln>
                        <a:noFill/>
                      </a:ln>
                    </p:spPr>
                  </p:pic>
                </p:oleObj>
              </mc:Fallback>
            </mc:AlternateContent>
          </a:graphicData>
        </a:graphic>
      </p:graphicFrame>
      <p:sp>
        <p:nvSpPr>
          <p:cNvPr id="17" name="Rectangle 4">
            <a:extLst>
              <a:ext uri="{FF2B5EF4-FFF2-40B4-BE49-F238E27FC236}">
                <a16:creationId xmlns:a16="http://schemas.microsoft.com/office/drawing/2014/main" id="{2E8D8316-DA97-4C0F-9447-4D1D41603542}"/>
              </a:ext>
            </a:extLst>
          </p:cNvPr>
          <p:cNvSpPr>
            <a:spLocks noChangeArrowheads="1"/>
          </p:cNvSpPr>
          <p:nvPr/>
        </p:nvSpPr>
        <p:spPr bwMode="auto">
          <a:xfrm>
            <a:off x="762000" y="228600"/>
            <a:ext cx="40292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3.4.2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实数序列的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369144041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 grpId="0"/>
      <p:bldP spid="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BA4635F7-9B53-4229-A802-355025214D69}"/>
              </a:ext>
            </a:extLst>
          </p:cNvPr>
          <p:cNvSpPr>
            <a:spLocks noChangeArrowheads="1"/>
          </p:cNvSpPr>
          <p:nvPr/>
        </p:nvSpPr>
        <p:spPr bwMode="auto">
          <a:xfrm>
            <a:off x="833736" y="890757"/>
            <a:ext cx="777686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宋体"/>
                <a:ea typeface="宋体"/>
                <a:cs typeface="+mn-cs"/>
              </a:rPr>
              <a:t>求线性时不变系统的响应需要用到线性卷积：</a:t>
            </a:r>
            <a:endParaRPr kumimoji="1" lang="en-US" altLang="zh-CN" sz="2800" b="1" i="0" u="none" strike="noStrike" kern="1200" cap="none" spc="0" normalizeH="0" baseline="0" noProof="0" dirty="0">
              <a:ln>
                <a:noFill/>
              </a:ln>
              <a:solidFill>
                <a:srgbClr val="000000"/>
              </a:solidFill>
              <a:effectLst/>
              <a:uLnTx/>
              <a:uFillTx/>
              <a:latin typeface="宋体"/>
              <a:ea typeface="宋体"/>
              <a:cs typeface="+mn-cs"/>
            </a:endParaRPr>
          </a:p>
        </p:txBody>
      </p:sp>
      <p:sp>
        <p:nvSpPr>
          <p:cNvPr id="5"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graphicFrame>
        <p:nvGraphicFramePr>
          <p:cNvPr id="12" name="Object 6">
            <a:extLst>
              <a:ext uri="{FF2B5EF4-FFF2-40B4-BE49-F238E27FC236}">
                <a16:creationId xmlns:a16="http://schemas.microsoft.com/office/drawing/2014/main" id="{38284548-25C9-4DA8-9DA2-6D07EDCE9D24}"/>
              </a:ext>
            </a:extLst>
          </p:cNvPr>
          <p:cNvGraphicFramePr>
            <a:graphicFrameLocks noChangeAspect="1"/>
          </p:cNvGraphicFramePr>
          <p:nvPr/>
        </p:nvGraphicFramePr>
        <p:xfrm>
          <a:off x="2840038" y="1556085"/>
          <a:ext cx="2686860" cy="466992"/>
        </p:xfrm>
        <a:graphic>
          <a:graphicData uri="http://schemas.openxmlformats.org/presentationml/2006/ole">
            <mc:AlternateContent xmlns:mc="http://schemas.openxmlformats.org/markup-compatibility/2006">
              <mc:Choice xmlns:v="urn:schemas-microsoft-com:vml" Requires="v">
                <p:oleObj name="Equation" r:id="rId4" imgW="1168200" imgH="203040" progId="Equation.DSMT4">
                  <p:embed/>
                </p:oleObj>
              </mc:Choice>
              <mc:Fallback>
                <p:oleObj name="Equation" r:id="rId4" imgW="1168200" imgH="203040" progId="Equation.DSMT4">
                  <p:embed/>
                  <p:pic>
                    <p:nvPicPr>
                      <p:cNvPr id="12" name="Object 6">
                        <a:extLst>
                          <a:ext uri="{FF2B5EF4-FFF2-40B4-BE49-F238E27FC236}">
                            <a16:creationId xmlns:a16="http://schemas.microsoft.com/office/drawing/2014/main" id="{38284548-25C9-4DA8-9DA2-6D07EDCE9D24}"/>
                          </a:ext>
                        </a:extLst>
                      </p:cNvPr>
                      <p:cNvPicPr>
                        <a:picLocks noChangeAspect="1" noChangeArrowheads="1"/>
                      </p:cNvPicPr>
                      <p:nvPr/>
                    </p:nvPicPr>
                    <p:blipFill>
                      <a:blip r:embed="rId5"/>
                      <a:srcRect/>
                      <a:stretch>
                        <a:fillRect/>
                      </a:stretch>
                    </p:blipFill>
                    <p:spPr bwMode="auto">
                      <a:xfrm>
                        <a:off x="2840038" y="1556085"/>
                        <a:ext cx="2686860" cy="466992"/>
                      </a:xfrm>
                      <a:prstGeom prst="rect">
                        <a:avLst/>
                      </a:prstGeom>
                      <a:noFill/>
                      <a:ln>
                        <a:noFill/>
                      </a:ln>
                    </p:spPr>
                  </p:pic>
                </p:oleObj>
              </mc:Fallback>
            </mc:AlternateContent>
          </a:graphicData>
        </a:graphic>
      </p:graphicFrame>
      <p:sp>
        <p:nvSpPr>
          <p:cNvPr id="8" name="矩形 7"/>
          <p:cNvSpPr/>
          <p:nvPr/>
        </p:nvSpPr>
        <p:spPr>
          <a:xfrm>
            <a:off x="4719434" y="2017693"/>
            <a:ext cx="925253" cy="95410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80808"/>
                </a:solidFill>
                <a:effectLst/>
                <a:uLnTx/>
                <a:uFillTx/>
                <a:latin typeface="Arial" charset="0"/>
                <a:ea typeface="宋体" charset="-122"/>
                <a:cs typeface="+mn-cs"/>
              </a:rPr>
              <a:t>长度</a:t>
            </a:r>
            <a:endParaRPr kumimoji="0" lang="en-US" altLang="zh-CN" sz="2800" b="1" i="0" u="none" strike="noStrike" kern="1200" cap="none" spc="0" normalizeH="0" baseline="0" noProof="0" dirty="0">
              <a:ln>
                <a:noFill/>
              </a:ln>
              <a:solidFill>
                <a:srgbClr val="080808"/>
              </a:solidFill>
              <a:effectLst/>
              <a:uLnTx/>
              <a:uFillTx/>
              <a:latin typeface="Arial" charset="0"/>
              <a:ea typeface="宋体"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80808"/>
                </a:solidFill>
                <a:effectLst/>
                <a:uLnTx/>
                <a:uFillTx/>
                <a:latin typeface="Arial" charset="0"/>
                <a:ea typeface="宋体" charset="-122"/>
                <a:cs typeface="+mn-cs"/>
              </a:rPr>
              <a:t>为</a:t>
            </a:r>
            <a:r>
              <a:rPr kumimoji="0" lang="en-US" altLang="zh-CN" sz="2800" b="1" i="1" u="none" strike="noStrike" kern="1200" cap="none" spc="0" normalizeH="0" baseline="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N</a:t>
            </a:r>
            <a:r>
              <a:rPr kumimoji="0" lang="en-US" altLang="zh-CN" sz="2800" b="1" i="0" u="none" strike="noStrike" kern="1200" cap="none" spc="0" normalizeH="0" baseline="-2500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1</a:t>
            </a:r>
            <a:endPar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endParaRPr>
          </a:p>
        </p:txBody>
      </p:sp>
      <p:sp>
        <p:nvSpPr>
          <p:cNvPr id="9" name="矩形 8"/>
          <p:cNvSpPr/>
          <p:nvPr/>
        </p:nvSpPr>
        <p:spPr>
          <a:xfrm>
            <a:off x="3729720" y="2017692"/>
            <a:ext cx="925253" cy="954107"/>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80808"/>
                </a:solidFill>
                <a:effectLst/>
                <a:uLnTx/>
                <a:uFillTx/>
                <a:latin typeface="Arial" charset="0"/>
                <a:ea typeface="宋体" charset="-122"/>
                <a:cs typeface="+mn-cs"/>
              </a:rPr>
              <a:t>长度</a:t>
            </a:r>
            <a:endParaRPr kumimoji="0" lang="en-US" altLang="zh-CN" sz="2800" b="1" i="0" u="none" strike="noStrike" kern="1200" cap="none" spc="0" normalizeH="0" baseline="0" noProof="0" dirty="0">
              <a:ln>
                <a:noFill/>
              </a:ln>
              <a:solidFill>
                <a:srgbClr val="080808"/>
              </a:solidFill>
              <a:effectLst/>
              <a:uLnTx/>
              <a:uFillTx/>
              <a:latin typeface="Arial" charset="0"/>
              <a:ea typeface="宋体"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80808"/>
                </a:solidFill>
                <a:effectLst/>
                <a:uLnTx/>
                <a:uFillTx/>
                <a:latin typeface="Arial" charset="0"/>
                <a:ea typeface="宋体" charset="-122"/>
                <a:cs typeface="+mn-cs"/>
              </a:rPr>
              <a:t>为</a:t>
            </a:r>
            <a:r>
              <a:rPr kumimoji="0" lang="en-US" altLang="zh-CN" sz="2800" b="1" i="1" u="none" strike="noStrike" kern="1200" cap="none" spc="0" normalizeH="0" baseline="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N</a:t>
            </a:r>
            <a:r>
              <a:rPr kumimoji="0" lang="en-US" altLang="zh-CN" sz="2800" b="1" i="0" u="none" strike="noStrike" kern="1200" cap="none" spc="0" normalizeH="0" baseline="-2500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2</a:t>
            </a:r>
            <a:endParaRPr kumimoji="0" lang="zh-CN" altLang="en-US" sz="1800" b="0" i="0" u="none" strike="noStrike" kern="12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endParaRPr>
          </a:p>
        </p:txBody>
      </p:sp>
      <p:graphicFrame>
        <p:nvGraphicFramePr>
          <p:cNvPr id="10" name="对象 3"/>
          <p:cNvGraphicFramePr>
            <a:graphicFrameLocks noChangeAspect="1"/>
          </p:cNvGraphicFramePr>
          <p:nvPr/>
        </p:nvGraphicFramePr>
        <p:xfrm>
          <a:off x="1625543" y="2479542"/>
          <a:ext cx="1752048" cy="525780"/>
        </p:xfrm>
        <a:graphic>
          <a:graphicData uri="http://schemas.openxmlformats.org/presentationml/2006/ole">
            <mc:AlternateContent xmlns:mc="http://schemas.openxmlformats.org/markup-compatibility/2006">
              <mc:Choice xmlns:v="urn:schemas-microsoft-com:vml" Requires="v">
                <p:oleObj name="Equation" r:id="rId6" imgW="761760" imgH="228600" progId="Equation.DSMT4">
                  <p:embed/>
                </p:oleObj>
              </mc:Choice>
              <mc:Fallback>
                <p:oleObj name="Equation" r:id="rId6" imgW="761760" imgH="228600" progId="Equation.DSMT4">
                  <p:embed/>
                  <p:pic>
                    <p:nvPicPr>
                      <p:cNvPr id="10" name="对象 3"/>
                      <p:cNvPicPr>
                        <a:picLocks noChangeAspect="1" noChangeArrowheads="1"/>
                      </p:cNvPicPr>
                      <p:nvPr/>
                    </p:nvPicPr>
                    <p:blipFill>
                      <a:blip r:embed="rId7"/>
                      <a:srcRect/>
                      <a:stretch>
                        <a:fillRect/>
                      </a:stretch>
                    </p:blipFill>
                    <p:spPr bwMode="auto">
                      <a:xfrm>
                        <a:off x="1625543" y="2479542"/>
                        <a:ext cx="1752048"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2143418" y="2067580"/>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长度</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cxnSp>
        <p:nvCxnSpPr>
          <p:cNvPr id="14" name="直接箭头连接符 13"/>
          <p:cNvCxnSpPr/>
          <p:nvPr/>
        </p:nvCxnSpPr>
        <p:spPr>
          <a:xfrm flipV="1">
            <a:off x="2840038" y="1972608"/>
            <a:ext cx="167552" cy="160992"/>
          </a:xfrm>
          <a:prstGeom prst="straightConnector1">
            <a:avLst/>
          </a:prstGeom>
          <a:noFill/>
          <a:ln w="25400" cap="flat" cmpd="sng" algn="ctr">
            <a:solidFill>
              <a:srgbClr val="4472C4"/>
            </a:solidFill>
            <a:prstDash val="solid"/>
            <a:miter lim="800000"/>
            <a:tailEnd type="triangle"/>
          </a:ln>
          <a:effectLst/>
        </p:spPr>
      </p:cxnSp>
      <p:sp>
        <p:nvSpPr>
          <p:cNvPr id="17" name="Rectangle 7">
            <a:extLst>
              <a:ext uri="{FF2B5EF4-FFF2-40B4-BE49-F238E27FC236}">
                <a16:creationId xmlns:a16="http://schemas.microsoft.com/office/drawing/2014/main" id="{44AAA71D-1753-4ADB-9169-BDD258FF7F56}"/>
              </a:ext>
            </a:extLst>
          </p:cNvPr>
          <p:cNvSpPr>
            <a:spLocks noChangeArrowheads="1"/>
          </p:cNvSpPr>
          <p:nvPr/>
        </p:nvSpPr>
        <p:spPr bwMode="auto">
          <a:xfrm>
            <a:off x="3523268" y="3200400"/>
            <a:ext cx="455393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点循环卷积等于线性卷积</a:t>
            </a:r>
          </a:p>
        </p:txBody>
      </p:sp>
      <p:graphicFrame>
        <p:nvGraphicFramePr>
          <p:cNvPr id="18" name="对象 3"/>
          <p:cNvGraphicFramePr>
            <a:graphicFrameLocks noChangeAspect="1"/>
          </p:cNvGraphicFramePr>
          <p:nvPr/>
        </p:nvGraphicFramePr>
        <p:xfrm>
          <a:off x="891877" y="3213739"/>
          <a:ext cx="2529792" cy="548640"/>
        </p:xfrm>
        <a:graphic>
          <a:graphicData uri="http://schemas.openxmlformats.org/presentationml/2006/ole">
            <mc:AlternateContent xmlns:mc="http://schemas.openxmlformats.org/markup-compatibility/2006">
              <mc:Choice xmlns:v="urn:schemas-microsoft-com:vml" Requires="v">
                <p:oleObj name="Equation" r:id="rId8" imgW="1054080" imgH="228600" progId="Equation.DSMT4">
                  <p:embed/>
                </p:oleObj>
              </mc:Choice>
              <mc:Fallback>
                <p:oleObj name="Equation" r:id="rId8" imgW="1054080" imgH="228600" progId="Equation.DSMT4">
                  <p:embed/>
                  <p:pic>
                    <p:nvPicPr>
                      <p:cNvPr id="18" name="对象 3"/>
                      <p:cNvPicPr>
                        <a:picLocks noChangeAspect="1" noChangeArrowheads="1"/>
                      </p:cNvPicPr>
                      <p:nvPr/>
                    </p:nvPicPr>
                    <p:blipFill>
                      <a:blip r:embed="rId9"/>
                      <a:srcRect/>
                      <a:stretch>
                        <a:fillRect/>
                      </a:stretch>
                    </p:blipFill>
                    <p:spPr bwMode="auto">
                      <a:xfrm>
                        <a:off x="891877" y="3213739"/>
                        <a:ext cx="2529792"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 name="图片 14"/>
          <p:cNvPicPr>
            <a:picLocks noChangeAspect="1"/>
          </p:cNvPicPr>
          <p:nvPr/>
        </p:nvPicPr>
        <p:blipFill>
          <a:blip r:embed="rId10"/>
          <a:stretch>
            <a:fillRect/>
          </a:stretch>
        </p:blipFill>
        <p:spPr>
          <a:xfrm>
            <a:off x="827451" y="4045128"/>
            <a:ext cx="7479792" cy="1847088"/>
          </a:xfrm>
          <a:prstGeom prst="rect">
            <a:avLst/>
          </a:prstGeom>
        </p:spPr>
      </p:pic>
      <p:sp>
        <p:nvSpPr>
          <p:cNvPr id="16" name="矩形 15"/>
          <p:cNvSpPr/>
          <p:nvPr/>
        </p:nvSpPr>
        <p:spPr>
          <a:xfrm>
            <a:off x="2246941" y="6098765"/>
            <a:ext cx="3890809" cy="46166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3.29 </a:t>
            </a:r>
            <a:r>
              <a:rPr kumimoji="0" lang="zh-CN" altLang="en-US" sz="24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用</a:t>
            </a:r>
            <a:r>
              <a:rPr kumimoji="0" lang="en-US" altLang="zh-CN" sz="24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DFT</a:t>
            </a:r>
            <a:r>
              <a:rPr kumimoji="0" lang="zh-CN" altLang="en-US" sz="2400" b="1" i="0" u="none" strike="noStrike" kern="0" cap="none" spc="0" normalizeH="0" baseline="0" noProof="0" dirty="0">
                <a:ln>
                  <a:noFill/>
                </a:ln>
                <a:solidFill>
                  <a:srgbClr val="000000"/>
                </a:solidFill>
                <a:effectLst/>
                <a:uLnTx/>
                <a:uFillTx/>
                <a:latin typeface="Times New Roman"/>
                <a:ea typeface="宋体" panose="02010600030101010101" pitchFamily="2" charset="-122"/>
                <a:cs typeface="+mn-cs"/>
              </a:rPr>
              <a:t>计算线性卷积</a:t>
            </a:r>
            <a:endParaRPr kumimoji="0" lang="zh-CN" altLang="en-US" sz="1800" b="0" i="0" u="none" strike="noStrike" kern="0" cap="none" spc="0" normalizeH="0" baseline="0" noProof="0" dirty="0">
              <a:ln>
                <a:noFill/>
              </a:ln>
              <a:solidFill>
                <a:sysClr val="windowText" lastClr="000000"/>
              </a:solidFill>
              <a:effectLst/>
              <a:uLnTx/>
              <a:uFillTx/>
              <a:latin typeface="Times New Roman"/>
              <a:ea typeface="宋体" charset="-122"/>
              <a:cs typeface="+mn-cs"/>
            </a:endParaRPr>
          </a:p>
        </p:txBody>
      </p:sp>
    </p:spTree>
    <p:extLst>
      <p:ext uri="{BB962C8B-B14F-4D97-AF65-F5344CB8AC3E}">
        <p14:creationId xmlns:p14="http://schemas.microsoft.com/office/powerpoint/2010/main" val="18755231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90600" y="824373"/>
            <a:ext cx="4509568" cy="523220"/>
          </a:xfrm>
          <a:prstGeom prst="rect">
            <a:avLst/>
          </a:prstGeom>
        </p:spPr>
        <p:txBody>
          <a:bodyPr wrap="none">
            <a:spAutoFit/>
          </a:body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CC"/>
                </a:solidFill>
                <a:effectLst/>
                <a:uLnTx/>
                <a:uFillTx/>
                <a:latin typeface="宋体"/>
                <a:ea typeface="宋体"/>
                <a:cs typeface="+mn-cs"/>
              </a:rPr>
              <a:t>用</a:t>
            </a:r>
            <a:r>
              <a:rPr kumimoji="1"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a:cs typeface="Times New Roman" panose="02020603050405020304" pitchFamily="18" charset="0"/>
              </a:rPr>
              <a:t>DFT</a:t>
            </a:r>
            <a:r>
              <a:rPr kumimoji="1" lang="zh-CN" altLang="en-US" sz="2800" b="1" i="0" u="none" strike="noStrike" kern="1200" cap="none" spc="0" normalizeH="0" baseline="0" noProof="0" dirty="0">
                <a:ln>
                  <a:noFill/>
                </a:ln>
                <a:solidFill>
                  <a:srgbClr val="0000CC"/>
                </a:solidFill>
                <a:effectLst/>
                <a:uLnTx/>
                <a:uFillTx/>
                <a:latin typeface="宋体"/>
                <a:ea typeface="宋体"/>
                <a:cs typeface="+mn-cs"/>
              </a:rPr>
              <a:t>求线性卷积的步骤：</a:t>
            </a:r>
          </a:p>
        </p:txBody>
      </p:sp>
      <p:sp>
        <p:nvSpPr>
          <p:cNvPr id="5" name="矩形 4"/>
          <p:cNvSpPr/>
          <p:nvPr/>
        </p:nvSpPr>
        <p:spPr>
          <a:xfrm>
            <a:off x="970931" y="1295400"/>
            <a:ext cx="4930775"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对</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x</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n</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h</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n</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补零延长到</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L</a:t>
            </a: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点，</a:t>
            </a:r>
            <a:endPar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7" name="矩形 6"/>
          <p:cNvSpPr/>
          <p:nvPr/>
        </p:nvSpPr>
        <p:spPr>
          <a:xfrm>
            <a:off x="970931" y="1765349"/>
            <a:ext cx="4572000" cy="2160591"/>
          </a:xfrm>
          <a:prstGeom prst="rect">
            <a:avLst/>
          </a:prstGeom>
        </p:spPr>
        <p:txBody>
          <a:bodyPr>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(1)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(2)</a:t>
            </a:r>
            <a:endParaRPr kumimoji="0" lang="zh-CN" altLang="zh-CN" sz="2800" b="1" i="0" u="none" strike="noStrike" kern="100" cap="none" spc="0" normalizeH="0" baseline="0" noProof="0" dirty="0">
              <a:ln>
                <a:noFill/>
              </a:ln>
              <a:solidFill>
                <a:prstClr val="black"/>
              </a:solidFill>
              <a:effectLst/>
              <a:uLnTx/>
              <a:uFillTx/>
              <a:latin typeface="Times New Roman"/>
              <a:ea typeface="宋体"/>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(3)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a:ea typeface="宋体"/>
              <a:cs typeface="+mn-cs"/>
            </a:endParaRPr>
          </a:p>
        </p:txBody>
      </p:sp>
      <p:grpSp>
        <p:nvGrpSpPr>
          <p:cNvPr id="8" name="组合 7"/>
          <p:cNvGrpSpPr/>
          <p:nvPr/>
        </p:nvGrpSpPr>
        <p:grpSpPr>
          <a:xfrm>
            <a:off x="1609725" y="1752600"/>
            <a:ext cx="3138488" cy="578189"/>
            <a:chOff x="1446106" y="2873633"/>
            <a:chExt cx="3138488" cy="578189"/>
          </a:xfrm>
        </p:grpSpPr>
        <p:graphicFrame>
          <p:nvGraphicFramePr>
            <p:cNvPr id="9" name="对象 8"/>
            <p:cNvGraphicFramePr>
              <a:graphicFrameLocks noChangeAspect="1"/>
            </p:cNvGraphicFramePr>
            <p:nvPr/>
          </p:nvGraphicFramePr>
          <p:xfrm>
            <a:off x="1446106" y="2902547"/>
            <a:ext cx="3138488" cy="549275"/>
          </p:xfrm>
          <a:graphic>
            <a:graphicData uri="http://schemas.openxmlformats.org/presentationml/2006/ole">
              <mc:AlternateContent xmlns:mc="http://schemas.openxmlformats.org/markup-compatibility/2006">
                <mc:Choice xmlns:v="urn:schemas-microsoft-com:vml" Requires="v">
                  <p:oleObj name="Equation" r:id="rId2" imgW="1307880" imgH="228600" progId="Equation.DSMT4">
                    <p:embed/>
                  </p:oleObj>
                </mc:Choice>
                <mc:Fallback>
                  <p:oleObj name="Equation" r:id="rId2" imgW="1307880" imgH="228600" progId="Equation.DSMT4">
                    <p:embed/>
                    <p:pic>
                      <p:nvPicPr>
                        <p:cNvPr id="9" name="对象 8"/>
                        <p:cNvPicPr>
                          <a:picLocks noChangeAspect="1" noChangeArrowheads="1"/>
                        </p:cNvPicPr>
                        <p:nvPr/>
                      </p:nvPicPr>
                      <p:blipFill>
                        <a:blip r:embed="rId3"/>
                        <a:srcRect/>
                        <a:stretch>
                          <a:fillRect/>
                        </a:stretch>
                      </p:blipFill>
                      <p:spPr bwMode="auto">
                        <a:xfrm>
                          <a:off x="1446106" y="2902547"/>
                          <a:ext cx="31384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矩形 9"/>
            <p:cNvSpPr/>
            <p:nvPr/>
          </p:nvSpPr>
          <p:spPr>
            <a:xfrm>
              <a:off x="2362148" y="2873633"/>
              <a:ext cx="5581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00" cap="none" spc="0" normalizeH="0" baseline="0" noProof="0" dirty="0">
                  <a:ln>
                    <a:noFill/>
                  </a:ln>
                  <a:solidFill>
                    <a:prstClr val="black"/>
                  </a:solidFill>
                  <a:effectLst/>
                  <a:uLnTx/>
                  <a:uFillTx/>
                  <a:latin typeface="Times New Roman"/>
                  <a:ea typeface="宋体"/>
                  <a:cs typeface="+mn-cs"/>
                </a:rPr>
                <a:t>L</a:t>
              </a:r>
              <a:r>
                <a:rPr kumimoji="0" lang="zh-CN" altLang="zh-CN" sz="1800" b="1" i="0" u="none" strike="noStrike" kern="100" cap="none" spc="0" normalizeH="0" baseline="0" noProof="0" dirty="0">
                  <a:ln>
                    <a:noFill/>
                  </a:ln>
                  <a:solidFill>
                    <a:prstClr val="black"/>
                  </a:solidFill>
                  <a:effectLst/>
                  <a:uLnTx/>
                  <a:uFillTx/>
                  <a:latin typeface="Times New Roman"/>
                  <a:ea typeface="宋体"/>
                  <a:cs typeface="Times New Roman" panose="02020603050405020304" pitchFamily="18" charset="0"/>
                </a:rPr>
                <a:t>点</a:t>
              </a:r>
              <a:endParaRPr kumimoji="0" lang="zh-CN" altLang="en-US" sz="1800" b="0" i="0" u="none" strike="noStrike" kern="0" cap="none" spc="0" normalizeH="0" baseline="0" noProof="0" dirty="0">
                <a:ln>
                  <a:noFill/>
                </a:ln>
                <a:solidFill>
                  <a:prstClr val="black"/>
                </a:solidFill>
                <a:effectLst/>
                <a:uLnTx/>
                <a:uFillTx/>
                <a:latin typeface="Times New Roman"/>
                <a:ea typeface="宋体"/>
                <a:cs typeface="+mn-cs"/>
              </a:endParaRPr>
            </a:p>
          </p:txBody>
        </p:sp>
      </p:grpSp>
      <p:grpSp>
        <p:nvGrpSpPr>
          <p:cNvPr id="11" name="组合 10"/>
          <p:cNvGrpSpPr/>
          <p:nvPr/>
        </p:nvGrpSpPr>
        <p:grpSpPr>
          <a:xfrm>
            <a:off x="1614488" y="2250996"/>
            <a:ext cx="3138487" cy="578268"/>
            <a:chOff x="1446753" y="2873633"/>
            <a:chExt cx="3138487" cy="578268"/>
          </a:xfrm>
        </p:grpSpPr>
        <p:graphicFrame>
          <p:nvGraphicFramePr>
            <p:cNvPr id="12" name="对象 11"/>
            <p:cNvGraphicFramePr>
              <a:graphicFrameLocks noChangeAspect="1"/>
            </p:cNvGraphicFramePr>
            <p:nvPr/>
          </p:nvGraphicFramePr>
          <p:xfrm>
            <a:off x="1446753" y="2902626"/>
            <a:ext cx="3138487" cy="549275"/>
          </p:xfrm>
          <a:graphic>
            <a:graphicData uri="http://schemas.openxmlformats.org/presentationml/2006/ole">
              <mc:AlternateContent xmlns:mc="http://schemas.openxmlformats.org/markup-compatibility/2006">
                <mc:Choice xmlns:v="urn:schemas-microsoft-com:vml" Requires="v">
                  <p:oleObj name="Equation" r:id="rId4" imgW="1307880" imgH="228600" progId="Equation.DSMT4">
                    <p:embed/>
                  </p:oleObj>
                </mc:Choice>
                <mc:Fallback>
                  <p:oleObj name="Equation" r:id="rId4" imgW="1307880" imgH="228600" progId="Equation.DSMT4">
                    <p:embed/>
                    <p:pic>
                      <p:nvPicPr>
                        <p:cNvPr id="12" name="对象 11"/>
                        <p:cNvPicPr>
                          <a:picLocks noChangeAspect="1" noChangeArrowheads="1"/>
                        </p:cNvPicPr>
                        <p:nvPr/>
                      </p:nvPicPr>
                      <p:blipFill>
                        <a:blip r:embed="rId5"/>
                        <a:srcRect/>
                        <a:stretch>
                          <a:fillRect/>
                        </a:stretch>
                      </p:blipFill>
                      <p:spPr bwMode="auto">
                        <a:xfrm>
                          <a:off x="1446753" y="2902626"/>
                          <a:ext cx="31384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矩形 12"/>
            <p:cNvSpPr/>
            <p:nvPr/>
          </p:nvSpPr>
          <p:spPr>
            <a:xfrm>
              <a:off x="2362148" y="2873633"/>
              <a:ext cx="5581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00" cap="none" spc="0" normalizeH="0" baseline="0" noProof="0" dirty="0">
                  <a:ln>
                    <a:noFill/>
                  </a:ln>
                  <a:solidFill>
                    <a:prstClr val="black"/>
                  </a:solidFill>
                  <a:effectLst/>
                  <a:uLnTx/>
                  <a:uFillTx/>
                  <a:latin typeface="Times New Roman"/>
                  <a:ea typeface="宋体"/>
                  <a:cs typeface="+mn-cs"/>
                </a:rPr>
                <a:t>L</a:t>
              </a:r>
              <a:r>
                <a:rPr kumimoji="0" lang="zh-CN" altLang="zh-CN" sz="1800" b="1" i="0" u="none" strike="noStrike" kern="100" cap="none" spc="0" normalizeH="0" baseline="0" noProof="0" dirty="0">
                  <a:ln>
                    <a:noFill/>
                  </a:ln>
                  <a:solidFill>
                    <a:prstClr val="black"/>
                  </a:solidFill>
                  <a:effectLst/>
                  <a:uLnTx/>
                  <a:uFillTx/>
                  <a:latin typeface="Times New Roman"/>
                  <a:ea typeface="宋体"/>
                  <a:cs typeface="Times New Roman" panose="02020603050405020304" pitchFamily="18" charset="0"/>
                </a:rPr>
                <a:t>点</a:t>
              </a:r>
              <a:endParaRPr kumimoji="0" lang="zh-CN" altLang="en-US" sz="1800" b="0" i="0" u="none" strike="noStrike" kern="0" cap="none" spc="0" normalizeH="0" baseline="0" noProof="0" dirty="0">
                <a:ln>
                  <a:noFill/>
                </a:ln>
                <a:solidFill>
                  <a:prstClr val="black"/>
                </a:solidFill>
                <a:effectLst/>
                <a:uLnTx/>
                <a:uFillTx/>
                <a:latin typeface="Times New Roman"/>
                <a:ea typeface="宋体"/>
                <a:cs typeface="+mn-cs"/>
              </a:endParaRPr>
            </a:p>
          </p:txBody>
        </p:sp>
      </p:grpSp>
      <p:grpSp>
        <p:nvGrpSpPr>
          <p:cNvPr id="14" name="组合 13"/>
          <p:cNvGrpSpPr/>
          <p:nvPr/>
        </p:nvGrpSpPr>
        <p:grpSpPr>
          <a:xfrm>
            <a:off x="1568450" y="3308766"/>
            <a:ext cx="3141663" cy="577434"/>
            <a:chOff x="1446027" y="2798681"/>
            <a:chExt cx="3141663" cy="577434"/>
          </a:xfrm>
        </p:grpSpPr>
        <p:graphicFrame>
          <p:nvGraphicFramePr>
            <p:cNvPr id="15" name="对象 14"/>
            <p:cNvGraphicFramePr>
              <a:graphicFrameLocks noChangeAspect="1"/>
            </p:cNvGraphicFramePr>
            <p:nvPr/>
          </p:nvGraphicFramePr>
          <p:xfrm>
            <a:off x="1446027" y="2826840"/>
            <a:ext cx="3141663" cy="549275"/>
          </p:xfrm>
          <a:graphic>
            <a:graphicData uri="http://schemas.openxmlformats.org/presentationml/2006/ole">
              <mc:AlternateContent xmlns:mc="http://schemas.openxmlformats.org/markup-compatibility/2006">
                <mc:Choice xmlns:v="urn:schemas-microsoft-com:vml" Requires="v">
                  <p:oleObj name="Equation" r:id="rId6" imgW="1307880" imgH="228600" progId="Equation.DSMT4">
                    <p:embed/>
                  </p:oleObj>
                </mc:Choice>
                <mc:Fallback>
                  <p:oleObj name="Equation" r:id="rId6" imgW="1307880" imgH="228600" progId="Equation.DSMT4">
                    <p:embed/>
                    <p:pic>
                      <p:nvPicPr>
                        <p:cNvPr id="15" name="对象 14"/>
                        <p:cNvPicPr>
                          <a:picLocks noChangeAspect="1" noChangeArrowheads="1"/>
                        </p:cNvPicPr>
                        <p:nvPr/>
                      </p:nvPicPr>
                      <p:blipFill>
                        <a:blip r:embed="rId7"/>
                        <a:srcRect/>
                        <a:stretch>
                          <a:fillRect/>
                        </a:stretch>
                      </p:blipFill>
                      <p:spPr bwMode="auto">
                        <a:xfrm>
                          <a:off x="1446027" y="2826840"/>
                          <a:ext cx="314166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 name="矩形 15"/>
            <p:cNvSpPr/>
            <p:nvPr/>
          </p:nvSpPr>
          <p:spPr>
            <a:xfrm>
              <a:off x="2362148" y="2798681"/>
              <a:ext cx="5581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00" cap="none" spc="0" normalizeH="0" baseline="0" noProof="0" dirty="0">
                  <a:ln>
                    <a:noFill/>
                  </a:ln>
                  <a:solidFill>
                    <a:prstClr val="black"/>
                  </a:solidFill>
                  <a:effectLst/>
                  <a:uLnTx/>
                  <a:uFillTx/>
                  <a:latin typeface="Times New Roman"/>
                  <a:ea typeface="宋体"/>
                  <a:cs typeface="+mn-cs"/>
                </a:rPr>
                <a:t>L</a:t>
              </a:r>
              <a:r>
                <a:rPr kumimoji="0" lang="zh-CN" altLang="zh-CN" sz="1800" b="1" i="0" u="none" strike="noStrike" kern="100" cap="none" spc="0" normalizeH="0" baseline="0" noProof="0" dirty="0">
                  <a:ln>
                    <a:noFill/>
                  </a:ln>
                  <a:solidFill>
                    <a:prstClr val="black"/>
                  </a:solidFill>
                  <a:effectLst/>
                  <a:uLnTx/>
                  <a:uFillTx/>
                  <a:latin typeface="Times New Roman"/>
                  <a:ea typeface="宋体"/>
                  <a:cs typeface="Times New Roman" panose="02020603050405020304" pitchFamily="18" charset="0"/>
                </a:rPr>
                <a:t>点</a:t>
              </a:r>
              <a:endParaRPr kumimoji="0" lang="zh-CN" altLang="en-US" sz="1800" b="0" i="0" u="none" strike="noStrike" kern="0" cap="none" spc="0" normalizeH="0" baseline="0" noProof="0" dirty="0">
                <a:ln>
                  <a:noFill/>
                </a:ln>
                <a:solidFill>
                  <a:prstClr val="black"/>
                </a:solidFill>
                <a:effectLst/>
                <a:uLnTx/>
                <a:uFillTx/>
                <a:latin typeface="Times New Roman"/>
                <a:ea typeface="宋体"/>
                <a:cs typeface="+mn-cs"/>
              </a:endParaRPr>
            </a:p>
          </p:txBody>
        </p:sp>
      </p:grpSp>
      <p:sp>
        <p:nvSpPr>
          <p:cNvPr id="17" name="矩形 16"/>
          <p:cNvSpPr/>
          <p:nvPr/>
        </p:nvSpPr>
        <p:spPr>
          <a:xfrm>
            <a:off x="1494428" y="2782558"/>
            <a:ext cx="2746265" cy="609398"/>
          </a:xfrm>
          <a:prstGeom prst="rect">
            <a:avLst/>
          </a:prstGeom>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Y</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 =</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 H</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 </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X</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 </a:t>
            </a:r>
            <a:endParaRPr kumimoji="0" lang="zh-CN" altLang="zh-CN" sz="2800" b="1" i="0" u="none" strike="noStrike" kern="100" cap="none" spc="0" normalizeH="0" baseline="0" noProof="0" dirty="0">
              <a:ln>
                <a:noFill/>
              </a:ln>
              <a:solidFill>
                <a:prstClr val="black"/>
              </a:solidFill>
              <a:effectLst/>
              <a:uLnTx/>
              <a:uFillTx/>
              <a:latin typeface="Times New Roman"/>
              <a:ea typeface="宋体"/>
              <a:cs typeface="+mn-cs"/>
            </a:endParaRPr>
          </a:p>
        </p:txBody>
      </p:sp>
      <p:graphicFrame>
        <p:nvGraphicFramePr>
          <p:cNvPr id="18" name="对象 3"/>
          <p:cNvGraphicFramePr>
            <a:graphicFrameLocks noChangeAspect="1"/>
          </p:cNvGraphicFramePr>
          <p:nvPr/>
        </p:nvGraphicFramePr>
        <p:xfrm>
          <a:off x="5761038" y="1295919"/>
          <a:ext cx="2438400" cy="547687"/>
        </p:xfrm>
        <a:graphic>
          <a:graphicData uri="http://schemas.openxmlformats.org/presentationml/2006/ole">
            <mc:AlternateContent xmlns:mc="http://schemas.openxmlformats.org/markup-compatibility/2006">
              <mc:Choice xmlns:v="urn:schemas-microsoft-com:vml" Requires="v">
                <p:oleObj name="Equation" r:id="rId8" imgW="1015920" imgH="228600" progId="Equation.DSMT4">
                  <p:embed/>
                </p:oleObj>
              </mc:Choice>
              <mc:Fallback>
                <p:oleObj name="Equation" r:id="rId8" imgW="1015920" imgH="228600" progId="Equation.DSMT4">
                  <p:embed/>
                  <p:pic>
                    <p:nvPicPr>
                      <p:cNvPr id="18" name="对象 3"/>
                      <p:cNvPicPr>
                        <a:picLocks noChangeAspect="1" noChangeArrowheads="1"/>
                      </p:cNvPicPr>
                      <p:nvPr/>
                    </p:nvPicPr>
                    <p:blipFill>
                      <a:blip r:embed="rId9"/>
                      <a:srcRect/>
                      <a:stretch>
                        <a:fillRect/>
                      </a:stretch>
                    </p:blipFill>
                    <p:spPr bwMode="auto">
                      <a:xfrm>
                        <a:off x="5761038" y="1295919"/>
                        <a:ext cx="2438400"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矩形 21"/>
          <p:cNvSpPr/>
          <p:nvPr/>
        </p:nvSpPr>
        <p:spPr>
          <a:xfrm>
            <a:off x="5788807" y="3975756"/>
            <a:ext cx="3130534" cy="95410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若用基</a:t>
            </a:r>
            <a:r>
              <a:rPr kumimoji="1" lang="en-US" altLang="zh-CN"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2FFT</a:t>
            </a:r>
            <a:r>
              <a:rPr kumimoji="1" lang="zh-CN" altLang="en-US"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a:t>
            </a:r>
            <a:endParaRPr kumimoji="1" lang="en-US" altLang="zh-CN"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选择</a:t>
            </a:r>
            <a:r>
              <a:rPr kumimoji="1" lang="en-US" altLang="zh-CN" sz="2800" b="1" i="1"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L</a:t>
            </a:r>
            <a:r>
              <a:rPr kumimoji="1" lang="zh-CN" altLang="en-US"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为</a:t>
            </a:r>
            <a:r>
              <a:rPr kumimoji="1" lang="en-US" altLang="zh-CN"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2</a:t>
            </a:r>
            <a:r>
              <a:rPr kumimoji="1" lang="zh-CN" altLang="en-US" sz="2800" b="1" i="0" u="none" strike="noStrike" kern="0" cap="none" spc="0" normalizeH="0" baseline="0" noProof="0" dirty="0">
                <a:ln>
                  <a:noFill/>
                </a:ln>
                <a:solidFill>
                  <a:srgbClr val="000000"/>
                </a:solidFill>
                <a:effectLst/>
                <a:uLnTx/>
                <a:uFillTx/>
                <a:latin typeface="Times New Roman"/>
                <a:ea typeface="宋体"/>
                <a:cs typeface="Times New Roman" panose="02020603050405020304" pitchFamily="18" charset="0"/>
              </a:rPr>
              <a:t>的整数幂</a:t>
            </a:r>
            <a:endParaRPr kumimoji="0" lang="zh-CN" altLang="en-US" sz="2800" b="1" i="0" u="none" strike="noStrike" kern="0" cap="none" spc="0" normalizeH="0" baseline="0" noProof="0" dirty="0">
              <a:ln>
                <a:noFill/>
              </a:ln>
              <a:solidFill>
                <a:sysClr val="windowText" lastClr="000000"/>
              </a:solidFill>
              <a:effectLst/>
              <a:uLnTx/>
              <a:uFillTx/>
              <a:latin typeface="Times New Roman"/>
              <a:ea typeface="宋体"/>
              <a:cs typeface="+mn-cs"/>
            </a:endParaRPr>
          </a:p>
        </p:txBody>
      </p:sp>
      <p:graphicFrame>
        <p:nvGraphicFramePr>
          <p:cNvPr id="23" name="Object 6">
            <a:extLst>
              <a:ext uri="{FF2B5EF4-FFF2-40B4-BE49-F238E27FC236}">
                <a16:creationId xmlns:a16="http://schemas.microsoft.com/office/drawing/2014/main" id="{B08D7CDA-541D-4EAD-80E4-F868276AAABB}"/>
              </a:ext>
            </a:extLst>
          </p:cNvPr>
          <p:cNvGraphicFramePr>
            <a:graphicFrameLocks noChangeAspect="1"/>
          </p:cNvGraphicFramePr>
          <p:nvPr/>
        </p:nvGraphicFramePr>
        <p:xfrm>
          <a:off x="2736481" y="4386654"/>
          <a:ext cx="2106216" cy="826308"/>
        </p:xfrm>
        <a:graphic>
          <a:graphicData uri="http://schemas.openxmlformats.org/presentationml/2006/ole">
            <mc:AlternateContent xmlns:mc="http://schemas.openxmlformats.org/markup-compatibility/2006">
              <mc:Choice xmlns:v="urn:schemas-microsoft-com:vml" Requires="v">
                <p:oleObj name="Equation" r:id="rId10" imgW="1002960" imgH="393480" progId="Equation.DSMT4">
                  <p:embed/>
                </p:oleObj>
              </mc:Choice>
              <mc:Fallback>
                <p:oleObj name="Equation" r:id="rId10" imgW="1002960" imgH="393480" progId="Equation.DSMT4">
                  <p:embed/>
                  <p:pic>
                    <p:nvPicPr>
                      <p:cNvPr id="23" name="Object 6">
                        <a:extLst>
                          <a:ext uri="{FF2B5EF4-FFF2-40B4-BE49-F238E27FC236}">
                            <a16:creationId xmlns:a16="http://schemas.microsoft.com/office/drawing/2014/main" id="{B08D7CDA-541D-4EAD-80E4-F868276AAABB}"/>
                          </a:ext>
                        </a:extLst>
                      </p:cNvPr>
                      <p:cNvPicPr>
                        <a:picLocks noChangeAspect="1" noChangeArrowheads="1"/>
                      </p:cNvPicPr>
                      <p:nvPr/>
                    </p:nvPicPr>
                    <p:blipFill>
                      <a:blip r:embed="rId11"/>
                      <a:srcRect/>
                      <a:stretch>
                        <a:fillRect/>
                      </a:stretch>
                    </p:blipFill>
                    <p:spPr bwMode="auto">
                      <a:xfrm>
                        <a:off x="2736481" y="4386654"/>
                        <a:ext cx="2106216" cy="826308"/>
                      </a:xfrm>
                      <a:prstGeom prst="rect">
                        <a:avLst/>
                      </a:prstGeom>
                      <a:noFill/>
                      <a:ln>
                        <a:noFill/>
                      </a:ln>
                    </p:spPr>
                  </p:pic>
                </p:oleObj>
              </mc:Fallback>
            </mc:AlternateContent>
          </a:graphicData>
        </a:graphic>
      </p:graphicFrame>
      <p:sp>
        <p:nvSpPr>
          <p:cNvPr id="25" name="矩形 24"/>
          <p:cNvSpPr/>
          <p:nvPr/>
        </p:nvSpPr>
        <p:spPr>
          <a:xfrm>
            <a:off x="963200" y="4509100"/>
            <a:ext cx="1747594"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乘法次数</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27" name="矩形 26"/>
          <p:cNvSpPr/>
          <p:nvPr/>
        </p:nvSpPr>
        <p:spPr>
          <a:xfrm>
            <a:off x="960058" y="3971332"/>
            <a:ext cx="46025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DFT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和</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IDFT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都可用</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FFT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计算</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29" name="矩形 28"/>
          <p:cNvSpPr/>
          <p:nvPr/>
        </p:nvSpPr>
        <p:spPr>
          <a:xfrm>
            <a:off x="945007" y="5113720"/>
            <a:ext cx="2416046"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00" cap="none" spc="0" normalizeH="0" baseline="0" noProof="0" dirty="0">
                <a:ln>
                  <a:noFill/>
                </a:ln>
                <a:solidFill>
                  <a:prstClr val="black"/>
                </a:solidFill>
                <a:effectLst/>
                <a:uLnTx/>
                <a:uFillTx/>
                <a:latin typeface="Times New Roman"/>
                <a:ea typeface="宋体"/>
                <a:cs typeface="+mn-cs"/>
              </a:rPr>
              <a:t>若</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H</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 </a:t>
            </a:r>
            <a:r>
              <a:rPr kumimoji="0" lang="zh-CN" altLang="en-US" sz="2800" b="1" i="0" u="none" strike="noStrike" kern="100" cap="none" spc="0" normalizeH="0" baseline="0" noProof="0" dirty="0">
                <a:ln>
                  <a:noFill/>
                </a:ln>
                <a:solidFill>
                  <a:prstClr val="black"/>
                </a:solidFill>
                <a:effectLst/>
                <a:uLnTx/>
                <a:uFillTx/>
                <a:latin typeface="Times New Roman"/>
                <a:ea typeface="宋体"/>
                <a:cs typeface="+mn-cs"/>
              </a:rPr>
              <a:t>已知，</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30" name="矩形 29"/>
          <p:cNvSpPr/>
          <p:nvPr/>
        </p:nvSpPr>
        <p:spPr>
          <a:xfrm>
            <a:off x="3139678" y="5128646"/>
            <a:ext cx="1747594"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乘法次数</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31" name="Object 6">
            <a:extLst>
              <a:ext uri="{FF2B5EF4-FFF2-40B4-BE49-F238E27FC236}">
                <a16:creationId xmlns:a16="http://schemas.microsoft.com/office/drawing/2014/main" id="{B08D7CDA-541D-4EAD-80E4-F868276AAABB}"/>
              </a:ext>
            </a:extLst>
          </p:cNvPr>
          <p:cNvGraphicFramePr>
            <a:graphicFrameLocks noChangeAspect="1"/>
          </p:cNvGraphicFramePr>
          <p:nvPr/>
        </p:nvGraphicFramePr>
        <p:xfrm>
          <a:off x="4795707" y="4999797"/>
          <a:ext cx="2149475" cy="841375"/>
        </p:xfrm>
        <a:graphic>
          <a:graphicData uri="http://schemas.openxmlformats.org/presentationml/2006/ole">
            <mc:AlternateContent xmlns:mc="http://schemas.openxmlformats.org/markup-compatibility/2006">
              <mc:Choice xmlns:v="urn:schemas-microsoft-com:vml" Requires="v">
                <p:oleObj name="Equation" r:id="rId12" imgW="1002960" imgH="393480" progId="Equation.DSMT4">
                  <p:embed/>
                </p:oleObj>
              </mc:Choice>
              <mc:Fallback>
                <p:oleObj name="Equation" r:id="rId12" imgW="1002960" imgH="393480" progId="Equation.DSMT4">
                  <p:embed/>
                  <p:pic>
                    <p:nvPicPr>
                      <p:cNvPr id="31" name="Object 6">
                        <a:extLst>
                          <a:ext uri="{FF2B5EF4-FFF2-40B4-BE49-F238E27FC236}">
                            <a16:creationId xmlns:a16="http://schemas.microsoft.com/office/drawing/2014/main" id="{B08D7CDA-541D-4EAD-80E4-F868276AAABB}"/>
                          </a:ext>
                        </a:extLst>
                      </p:cNvPr>
                      <p:cNvPicPr>
                        <a:picLocks noChangeAspect="1" noChangeArrowheads="1"/>
                      </p:cNvPicPr>
                      <p:nvPr/>
                    </p:nvPicPr>
                    <p:blipFill>
                      <a:blip r:embed="rId13"/>
                      <a:srcRect/>
                      <a:stretch>
                        <a:fillRect/>
                      </a:stretch>
                    </p:blipFill>
                    <p:spPr bwMode="auto">
                      <a:xfrm>
                        <a:off x="4795707" y="4999797"/>
                        <a:ext cx="2149475" cy="841375"/>
                      </a:xfrm>
                      <a:prstGeom prst="rect">
                        <a:avLst/>
                      </a:prstGeom>
                      <a:noFill/>
                      <a:ln>
                        <a:noFill/>
                      </a:ln>
                    </p:spPr>
                  </p:pic>
                </p:oleObj>
              </mc:Fallback>
            </mc:AlternateContent>
          </a:graphicData>
        </a:graphic>
      </p:graphicFrame>
      <p:sp>
        <p:nvSpPr>
          <p:cNvPr id="32" name="矩形 31"/>
          <p:cNvSpPr/>
          <p:nvPr/>
        </p:nvSpPr>
        <p:spPr>
          <a:xfrm>
            <a:off x="588296" y="806793"/>
            <a:ext cx="54373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a:t>
            </a:r>
            <a:endParaRPr kumimoji="0" lang="zh-CN" altLang="en-US" sz="28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 name="矩形 32">
            <a:extLst>
              <a:ext uri="{FF2B5EF4-FFF2-40B4-BE49-F238E27FC236}">
                <a16:creationId xmlns:a16="http://schemas.microsoft.com/office/drawing/2014/main" id="{80E11702-1BA8-4893-893D-46AEED0766FF}"/>
              </a:ext>
            </a:extLst>
          </p:cNvPr>
          <p:cNvSpPr/>
          <p:nvPr/>
        </p:nvSpPr>
        <p:spPr>
          <a:xfrm>
            <a:off x="457200" y="5796171"/>
            <a:ext cx="8106714" cy="1061829"/>
          </a:xfrm>
          <a:prstGeom prst="rect">
            <a:avLst/>
          </a:prstGeom>
        </p:spPr>
        <p:txBody>
          <a:bodyPr wrap="square">
            <a:spAutoFit/>
          </a:bodyPr>
          <a:lstStyle/>
          <a:p>
            <a:pPr marL="0" marR="0" lvl="0" indent="0" algn="just" defTabSz="914400" rtl="0" eaLnBrk="1" fontAlgn="base" latinLnBrk="0" hangingPunct="1">
              <a:lnSpc>
                <a:spcPct val="10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基于</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算法的线性卷积计算比直接计算线性卷积有明显的优越性，也称</a:t>
            </a:r>
            <a:r>
              <a:rPr kumimoji="1" lang="zh-CN" altLang="en-US" sz="30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快速卷积</a:t>
            </a: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p>
        </p:txBody>
      </p:sp>
      <p:sp>
        <p:nvSpPr>
          <p:cNvPr id="26"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4"/>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5"/>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cxnSp>
        <p:nvCxnSpPr>
          <p:cNvPr id="28" name="直接连接符 27">
            <a:extLst>
              <a:ext uri="{FF2B5EF4-FFF2-40B4-BE49-F238E27FC236}">
                <a16:creationId xmlns:a16="http://schemas.microsoft.com/office/drawing/2014/main" id="{4DA20524-EB0A-4645-B585-1E3A55B3B1B0}"/>
              </a:ext>
            </a:extLst>
          </p:cNvPr>
          <p:cNvCxnSpPr>
            <a:cxnSpLocks/>
          </p:cNvCxnSpPr>
          <p:nvPr/>
        </p:nvCxnSpPr>
        <p:spPr>
          <a:xfrm>
            <a:off x="0" y="3931020"/>
            <a:ext cx="9109075" cy="0"/>
          </a:xfrm>
          <a:prstGeom prst="line">
            <a:avLst/>
          </a:prstGeom>
          <a:ln>
            <a:solidFill>
              <a:srgbClr val="0000C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769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209F8F12-713D-4B92-8357-1E1C90F5B724}"/>
              </a:ext>
            </a:extLst>
          </p:cNvPr>
          <p:cNvSpPr>
            <a:spLocks noChangeArrowheads="1"/>
          </p:cNvSpPr>
          <p:nvPr/>
        </p:nvSpPr>
        <p:spPr bwMode="auto">
          <a:xfrm>
            <a:off x="0" y="826369"/>
            <a:ext cx="6754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kumimoji="1" sz="4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4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4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4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4400">
                <a:solidFill>
                  <a:srgbClr val="3333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例</a:t>
            </a:r>
            <a:endParaRPr kumimoji="1" lang="zh-CN" altLang="en-US"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5" name="Rectangle 4">
            <a:extLst>
              <a:ext uri="{FF2B5EF4-FFF2-40B4-BE49-F238E27FC236}">
                <a16:creationId xmlns:a16="http://schemas.microsoft.com/office/drawing/2014/main" id="{209F8F12-713D-4B92-8357-1E1C90F5B724}"/>
              </a:ext>
            </a:extLst>
          </p:cNvPr>
          <p:cNvSpPr>
            <a:spLocks noChangeArrowheads="1"/>
          </p:cNvSpPr>
          <p:nvPr/>
        </p:nvSpPr>
        <p:spPr bwMode="auto">
          <a:xfrm>
            <a:off x="533400" y="826369"/>
            <a:ext cx="7391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nchor="ctr">
            <a:spAutoFit/>
          </a:bodyPr>
          <a:lstStyle>
            <a:lvl1pPr eaLnBrk="0" hangingPunct="0">
              <a:defRPr kumimoji="1" sz="4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4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4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4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4400">
                <a:solidFill>
                  <a:srgbClr val="333300"/>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4400">
                <a:solidFill>
                  <a:srgbClr val="333300"/>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两个有限长序列</a:t>
            </a:r>
            <a:endParaRPr kumimoji="1" lang="zh-CN" altLang="en-US" sz="2800" b="0"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graphicFrame>
        <p:nvGraphicFramePr>
          <p:cNvPr id="7" name="Object 4">
            <a:extLst>
              <a:ext uri="{FF2B5EF4-FFF2-40B4-BE49-F238E27FC236}">
                <a16:creationId xmlns:a16="http://schemas.microsoft.com/office/drawing/2014/main" id="{FC743EEB-77EC-429B-AB92-8C833AAD878B}"/>
              </a:ext>
            </a:extLst>
          </p:cNvPr>
          <p:cNvGraphicFramePr>
            <a:graphicFrameLocks noChangeAspect="1"/>
          </p:cNvGraphicFramePr>
          <p:nvPr>
            <p:extLst>
              <p:ext uri="{D42A27DB-BD31-4B8C-83A1-F6EECF244321}">
                <p14:modId xmlns:p14="http://schemas.microsoft.com/office/powerpoint/2010/main" val="640269229"/>
              </p:ext>
            </p:extLst>
          </p:nvPr>
        </p:nvGraphicFramePr>
        <p:xfrm>
          <a:off x="3154680" y="871538"/>
          <a:ext cx="4546600" cy="431800"/>
        </p:xfrm>
        <a:graphic>
          <a:graphicData uri="http://schemas.openxmlformats.org/presentationml/2006/ole">
            <mc:AlternateContent xmlns:mc="http://schemas.openxmlformats.org/markup-compatibility/2006">
              <mc:Choice xmlns:v="urn:schemas-microsoft-com:vml" Requires="v">
                <p:oleObj name="Equation" r:id="rId2" imgW="2273040" imgH="215640" progId="Equation.DSMT4">
                  <p:embed/>
                </p:oleObj>
              </mc:Choice>
              <mc:Fallback>
                <p:oleObj name="Equation" r:id="rId2" imgW="2273040" imgH="215640" progId="Equation.DSMT4">
                  <p:embed/>
                  <p:pic>
                    <p:nvPicPr>
                      <p:cNvPr id="7" name="Object 4">
                        <a:extLst>
                          <a:ext uri="{FF2B5EF4-FFF2-40B4-BE49-F238E27FC236}">
                            <a16:creationId xmlns:a16="http://schemas.microsoft.com/office/drawing/2014/main" id="{FC743EEB-77EC-429B-AB92-8C833AAD878B}"/>
                          </a:ext>
                        </a:extLst>
                      </p:cNvPr>
                      <p:cNvPicPr>
                        <a:picLocks noChangeAspect="1" noChangeArrowheads="1"/>
                      </p:cNvPicPr>
                      <p:nvPr/>
                    </p:nvPicPr>
                    <p:blipFill>
                      <a:blip r:embed="rId3"/>
                      <a:srcRect/>
                      <a:stretch>
                        <a:fillRect/>
                      </a:stretch>
                    </p:blipFill>
                    <p:spPr bwMode="auto">
                      <a:xfrm>
                        <a:off x="3154680" y="871538"/>
                        <a:ext cx="4546600" cy="431800"/>
                      </a:xfrm>
                      <a:prstGeom prst="rect">
                        <a:avLst/>
                      </a:prstGeom>
                      <a:noFill/>
                      <a:ln>
                        <a:noFill/>
                      </a:ln>
                    </p:spPr>
                  </p:pic>
                </p:oleObj>
              </mc:Fallback>
            </mc:AlternateContent>
          </a:graphicData>
        </a:graphic>
      </p:graphicFrame>
      <p:sp>
        <p:nvSpPr>
          <p:cNvPr id="8" name="矩形 7"/>
          <p:cNvSpPr/>
          <p:nvPr/>
        </p:nvSpPr>
        <p:spPr>
          <a:xfrm>
            <a:off x="304800" y="1295400"/>
            <a:ext cx="8839200" cy="1514261"/>
          </a:xfrm>
          <a:prstGeom prst="rect">
            <a:avLst/>
          </a:prstGeom>
        </p:spPr>
        <p:txBody>
          <a:bodyPr wrap="square">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(1)</a:t>
            </a: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rPr>
              <a:t>若用基</a:t>
            </a: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2FFT</a:t>
            </a: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rPr>
              <a:t>的循环卷积法（快速卷积算法）来完成两序列的线性卷积运算，至少应取多少点？</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a:ea typeface="宋体"/>
                <a:cs typeface="+mn-cs"/>
              </a:rPr>
              <a:t>(2)</a:t>
            </a: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rPr>
              <a:t>写出快速卷积的步骤，并求快速卷积中复乘的次数。</a:t>
            </a:r>
          </a:p>
        </p:txBody>
      </p:sp>
      <p:sp>
        <p:nvSpPr>
          <p:cNvPr id="9" name="矩形 8">
            <a:extLst>
              <a:ext uri="{FF2B5EF4-FFF2-40B4-BE49-F238E27FC236}">
                <a16:creationId xmlns:a16="http://schemas.microsoft.com/office/drawing/2014/main" id="{DACBD7EE-91BB-4E6C-84A3-C56CADEAF718}"/>
              </a:ext>
            </a:extLst>
          </p:cNvPr>
          <p:cNvSpPr>
            <a:spLocks noChangeArrowheads="1"/>
          </p:cNvSpPr>
          <p:nvPr/>
        </p:nvSpPr>
        <p:spPr bwMode="auto">
          <a:xfrm>
            <a:off x="0" y="2849770"/>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解：</a:t>
            </a:r>
          </a:p>
        </p:txBody>
      </p:sp>
      <p:sp>
        <p:nvSpPr>
          <p:cNvPr id="10" name="矩形 9"/>
          <p:cNvSpPr/>
          <p:nvPr/>
        </p:nvSpPr>
        <p:spPr>
          <a:xfrm>
            <a:off x="719177" y="2849770"/>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2" name="矩形 11"/>
          <p:cNvSpPr/>
          <p:nvPr/>
        </p:nvSpPr>
        <p:spPr>
          <a:xfrm>
            <a:off x="1295400" y="2867591"/>
            <a:ext cx="2348720" cy="523220"/>
          </a:xfrm>
          <a:prstGeom prst="rect">
            <a:avLst/>
          </a:prstGeom>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线性卷积</a:t>
            </a:r>
            <a:r>
              <a:rPr kumimoji="0" lang="zh-CN" altLang="en-US" sz="2800" b="1" i="0" u="none" strike="noStrike" kern="1200" cap="none" spc="0" normalizeH="0" baseline="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长度</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3" name="对象 3"/>
          <p:cNvGraphicFramePr>
            <a:graphicFrameLocks noChangeAspect="1"/>
          </p:cNvGraphicFramePr>
          <p:nvPr>
            <p:extLst>
              <p:ext uri="{D42A27DB-BD31-4B8C-83A1-F6EECF244321}">
                <p14:modId xmlns:p14="http://schemas.microsoft.com/office/powerpoint/2010/main" val="3755431090"/>
              </p:ext>
            </p:extLst>
          </p:nvPr>
        </p:nvGraphicFramePr>
        <p:xfrm>
          <a:off x="3581400" y="2911109"/>
          <a:ext cx="2378075" cy="458787"/>
        </p:xfrm>
        <a:graphic>
          <a:graphicData uri="http://schemas.openxmlformats.org/presentationml/2006/ole">
            <mc:AlternateContent xmlns:mc="http://schemas.openxmlformats.org/markup-compatibility/2006">
              <mc:Choice xmlns:v="urn:schemas-microsoft-com:vml" Requires="v">
                <p:oleObj name="Equation" r:id="rId4" imgW="990360" imgH="190440" progId="Equation.DSMT4">
                  <p:embed/>
                </p:oleObj>
              </mc:Choice>
              <mc:Fallback>
                <p:oleObj name="Equation" r:id="rId4" imgW="990360" imgH="190440" progId="Equation.DSMT4">
                  <p:embed/>
                  <p:pic>
                    <p:nvPicPr>
                      <p:cNvPr id="13" name="对象 3"/>
                      <p:cNvPicPr>
                        <a:picLocks noChangeAspect="1" noChangeArrowheads="1"/>
                      </p:cNvPicPr>
                      <p:nvPr/>
                    </p:nvPicPr>
                    <p:blipFill>
                      <a:blip r:embed="rId5"/>
                      <a:srcRect/>
                      <a:stretch>
                        <a:fillRect/>
                      </a:stretch>
                    </p:blipFill>
                    <p:spPr bwMode="auto">
                      <a:xfrm>
                        <a:off x="3581400" y="2911109"/>
                        <a:ext cx="23780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3"/>
          <p:cNvGraphicFramePr>
            <a:graphicFrameLocks noChangeAspect="1"/>
          </p:cNvGraphicFramePr>
          <p:nvPr>
            <p:extLst>
              <p:ext uri="{D42A27DB-BD31-4B8C-83A1-F6EECF244321}">
                <p14:modId xmlns:p14="http://schemas.microsoft.com/office/powerpoint/2010/main" val="3972869619"/>
              </p:ext>
            </p:extLst>
          </p:nvPr>
        </p:nvGraphicFramePr>
        <p:xfrm>
          <a:off x="6960348" y="2911109"/>
          <a:ext cx="942975" cy="425450"/>
        </p:xfrm>
        <a:graphic>
          <a:graphicData uri="http://schemas.openxmlformats.org/presentationml/2006/ole">
            <mc:AlternateContent xmlns:mc="http://schemas.openxmlformats.org/markup-compatibility/2006">
              <mc:Choice xmlns:v="urn:schemas-microsoft-com:vml" Requires="v">
                <p:oleObj name="Equation" r:id="rId6" imgW="393480" imgH="177480" progId="Equation.DSMT4">
                  <p:embed/>
                </p:oleObj>
              </mc:Choice>
              <mc:Fallback>
                <p:oleObj name="Equation" r:id="rId6" imgW="393480" imgH="177480" progId="Equation.DSMT4">
                  <p:embed/>
                  <p:pic>
                    <p:nvPicPr>
                      <p:cNvPr id="14" name="对象 3"/>
                      <p:cNvPicPr>
                        <a:picLocks noChangeAspect="1" noChangeArrowheads="1"/>
                      </p:cNvPicPr>
                      <p:nvPr/>
                    </p:nvPicPr>
                    <p:blipFill>
                      <a:blip r:embed="rId7"/>
                      <a:srcRect/>
                      <a:stretch>
                        <a:fillRect/>
                      </a:stretch>
                    </p:blipFill>
                    <p:spPr bwMode="auto">
                      <a:xfrm>
                        <a:off x="6960348" y="2911109"/>
                        <a:ext cx="942975"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矩形 14"/>
          <p:cNvSpPr/>
          <p:nvPr/>
        </p:nvSpPr>
        <p:spPr>
          <a:xfrm>
            <a:off x="719177" y="3411171"/>
            <a:ext cx="60465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16" name="矩形 15"/>
          <p:cNvSpPr/>
          <p:nvPr/>
        </p:nvSpPr>
        <p:spPr>
          <a:xfrm>
            <a:off x="1248942" y="3421351"/>
            <a:ext cx="4770858"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对</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x</a:t>
            </a:r>
            <a:r>
              <a:rPr kumimoji="0" lang="en-US" altLang="zh-CN" sz="2800" b="1" i="0" u="none" strike="noStrike" kern="100" cap="none" spc="0" normalizeH="0" baseline="-25000" noProof="0" dirty="0">
                <a:ln>
                  <a:noFill/>
                </a:ln>
                <a:solidFill>
                  <a:srgbClr val="000000"/>
                </a:solidFill>
                <a:effectLst/>
                <a:uLnTx/>
                <a:uFillTx/>
                <a:latin typeface="Times New Roman" panose="02020603050405020304" pitchFamily="18" charset="0"/>
                <a:ea typeface="宋体" charset="-122"/>
                <a:cs typeface="+mn-cs"/>
              </a:rPr>
              <a:t> </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n</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h</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n</a:t>
            </a:r>
            <a:r>
              <a:rPr kumimoji="0" lang="en-US"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a:t>
            </a: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补零延长到</a:t>
            </a:r>
            <a:r>
              <a:rPr kumimoji="0" lang="en-US" altLang="zh-CN" sz="2800" b="1" i="1"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mn-cs"/>
              </a:rPr>
              <a:t>L</a:t>
            </a:r>
            <a:r>
              <a:rPr kumimoji="0" lang="zh-CN" altLang="zh-CN" sz="2800" b="1" i="0" u="none" strike="noStrike" kern="10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点</a:t>
            </a:r>
            <a:endParaRPr kumimoji="0" lang="zh-CN" altLang="en-US" sz="2800" b="1"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33" name="矩形 32"/>
          <p:cNvSpPr/>
          <p:nvPr/>
        </p:nvSpPr>
        <p:spPr>
          <a:xfrm>
            <a:off x="6121217" y="2862224"/>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rPr>
              <a:t>应取</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39" name="矩形 38"/>
          <p:cNvSpPr/>
          <p:nvPr/>
        </p:nvSpPr>
        <p:spPr>
          <a:xfrm>
            <a:off x="6018599" y="3989055"/>
            <a:ext cx="1627369"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00"/>
                </a:solidFill>
                <a:effectLst/>
                <a:uLnTx/>
                <a:uFillTx/>
                <a:latin typeface="Times New Roman"/>
                <a:ea typeface="宋体"/>
                <a:cs typeface="+mn-cs"/>
              </a:rPr>
              <a:t>复乘次数</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40" name="Object 6">
            <a:extLst>
              <a:ext uri="{FF2B5EF4-FFF2-40B4-BE49-F238E27FC236}">
                <a16:creationId xmlns:a16="http://schemas.microsoft.com/office/drawing/2014/main" id="{B08D7CDA-541D-4EAD-80E4-F868276AAABB}"/>
              </a:ext>
            </a:extLst>
          </p:cNvPr>
          <p:cNvGraphicFramePr>
            <a:graphicFrameLocks noChangeAspect="1"/>
          </p:cNvGraphicFramePr>
          <p:nvPr>
            <p:extLst>
              <p:ext uri="{D42A27DB-BD31-4B8C-83A1-F6EECF244321}">
                <p14:modId xmlns:p14="http://schemas.microsoft.com/office/powerpoint/2010/main" val="1938616143"/>
              </p:ext>
            </p:extLst>
          </p:nvPr>
        </p:nvGraphicFramePr>
        <p:xfrm>
          <a:off x="6099635" y="4526263"/>
          <a:ext cx="2960687" cy="1227138"/>
        </p:xfrm>
        <a:graphic>
          <a:graphicData uri="http://schemas.openxmlformats.org/presentationml/2006/ole">
            <mc:AlternateContent xmlns:mc="http://schemas.openxmlformats.org/markup-compatibility/2006">
              <mc:Choice xmlns:v="urn:schemas-microsoft-com:vml" Requires="v">
                <p:oleObj name="Equation" r:id="rId8" imgW="1409400" imgH="583920" progId="Equation.DSMT4">
                  <p:embed/>
                </p:oleObj>
              </mc:Choice>
              <mc:Fallback>
                <p:oleObj name="Equation" r:id="rId8" imgW="1409400" imgH="583920" progId="Equation.DSMT4">
                  <p:embed/>
                  <p:pic>
                    <p:nvPicPr>
                      <p:cNvPr id="40" name="Object 6">
                        <a:extLst>
                          <a:ext uri="{FF2B5EF4-FFF2-40B4-BE49-F238E27FC236}">
                            <a16:creationId xmlns:a16="http://schemas.microsoft.com/office/drawing/2014/main" id="{B08D7CDA-541D-4EAD-80E4-F868276AAABB}"/>
                          </a:ext>
                        </a:extLst>
                      </p:cNvPr>
                      <p:cNvPicPr>
                        <a:picLocks noChangeAspect="1" noChangeArrowheads="1"/>
                      </p:cNvPicPr>
                      <p:nvPr/>
                    </p:nvPicPr>
                    <p:blipFill>
                      <a:blip r:embed="rId9"/>
                      <a:srcRect/>
                      <a:stretch>
                        <a:fillRect/>
                      </a:stretch>
                    </p:blipFill>
                    <p:spPr bwMode="auto">
                      <a:xfrm>
                        <a:off x="6099635" y="4526263"/>
                        <a:ext cx="2960687" cy="1227138"/>
                      </a:xfrm>
                      <a:prstGeom prst="rect">
                        <a:avLst/>
                      </a:prstGeom>
                      <a:noFill/>
                      <a:ln>
                        <a:noFill/>
                      </a:ln>
                    </p:spPr>
                  </p:pic>
                </p:oleObj>
              </mc:Fallback>
            </mc:AlternateContent>
          </a:graphicData>
        </a:graphic>
      </p:graphicFrame>
      <p:sp>
        <p:nvSpPr>
          <p:cNvPr id="32"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0"/>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11"/>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grpSp>
        <p:nvGrpSpPr>
          <p:cNvPr id="38" name="组合 37"/>
          <p:cNvGrpSpPr/>
          <p:nvPr/>
        </p:nvGrpSpPr>
        <p:grpSpPr>
          <a:xfrm>
            <a:off x="1625639" y="3988139"/>
            <a:ext cx="3138488" cy="578189"/>
            <a:chOff x="1446106" y="2873633"/>
            <a:chExt cx="3138488" cy="578189"/>
          </a:xfrm>
        </p:grpSpPr>
        <p:graphicFrame>
          <p:nvGraphicFramePr>
            <p:cNvPr id="41" name="对象 40"/>
            <p:cNvGraphicFramePr>
              <a:graphicFrameLocks noChangeAspect="1"/>
            </p:cNvGraphicFramePr>
            <p:nvPr/>
          </p:nvGraphicFramePr>
          <p:xfrm>
            <a:off x="1446106" y="2902547"/>
            <a:ext cx="3138488" cy="549275"/>
          </p:xfrm>
          <a:graphic>
            <a:graphicData uri="http://schemas.openxmlformats.org/presentationml/2006/ole">
              <mc:AlternateContent xmlns:mc="http://schemas.openxmlformats.org/markup-compatibility/2006">
                <mc:Choice xmlns:v="urn:schemas-microsoft-com:vml" Requires="v">
                  <p:oleObj name="Equation" r:id="rId12" imgW="1307880" imgH="228600" progId="Equation.DSMT4">
                    <p:embed/>
                  </p:oleObj>
                </mc:Choice>
                <mc:Fallback>
                  <p:oleObj name="Equation" r:id="rId12" imgW="1307880" imgH="228600" progId="Equation.DSMT4">
                    <p:embed/>
                    <p:pic>
                      <p:nvPicPr>
                        <p:cNvPr id="9" name="对象 8"/>
                        <p:cNvPicPr>
                          <a:picLocks noChangeAspect="1" noChangeArrowheads="1"/>
                        </p:cNvPicPr>
                        <p:nvPr/>
                      </p:nvPicPr>
                      <p:blipFill>
                        <a:blip r:embed="rId13"/>
                        <a:srcRect/>
                        <a:stretch>
                          <a:fillRect/>
                        </a:stretch>
                      </p:blipFill>
                      <p:spPr bwMode="auto">
                        <a:xfrm>
                          <a:off x="1446106" y="2902547"/>
                          <a:ext cx="31384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2" name="矩形 41"/>
            <p:cNvSpPr/>
            <p:nvPr/>
          </p:nvSpPr>
          <p:spPr>
            <a:xfrm>
              <a:off x="2362148" y="2873633"/>
              <a:ext cx="5581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00" cap="none" spc="0" normalizeH="0" baseline="0" noProof="0" dirty="0">
                  <a:ln>
                    <a:noFill/>
                  </a:ln>
                  <a:solidFill>
                    <a:prstClr val="black"/>
                  </a:solidFill>
                  <a:effectLst/>
                  <a:uLnTx/>
                  <a:uFillTx/>
                  <a:latin typeface="Times New Roman"/>
                  <a:ea typeface="宋体"/>
                  <a:cs typeface="+mn-cs"/>
                </a:rPr>
                <a:t>L</a:t>
              </a:r>
              <a:r>
                <a:rPr kumimoji="0" lang="zh-CN" altLang="zh-CN" sz="1800" b="1" i="0" u="none" strike="noStrike" kern="100" cap="none" spc="0" normalizeH="0" baseline="0" noProof="0" dirty="0">
                  <a:ln>
                    <a:noFill/>
                  </a:ln>
                  <a:solidFill>
                    <a:prstClr val="black"/>
                  </a:solidFill>
                  <a:effectLst/>
                  <a:uLnTx/>
                  <a:uFillTx/>
                  <a:latin typeface="Times New Roman"/>
                  <a:ea typeface="宋体"/>
                  <a:cs typeface="Times New Roman" panose="02020603050405020304" pitchFamily="18" charset="0"/>
                </a:rPr>
                <a:t>点</a:t>
              </a:r>
              <a:endParaRPr kumimoji="0" lang="zh-CN" altLang="en-US" sz="1800" b="0" i="0" u="none" strike="noStrike" kern="0" cap="none" spc="0" normalizeH="0" baseline="0" noProof="0" dirty="0">
                <a:ln>
                  <a:noFill/>
                </a:ln>
                <a:solidFill>
                  <a:prstClr val="black"/>
                </a:solidFill>
                <a:effectLst/>
                <a:uLnTx/>
                <a:uFillTx/>
                <a:latin typeface="Times New Roman"/>
                <a:ea typeface="宋体"/>
                <a:cs typeface="+mn-cs"/>
              </a:endParaRPr>
            </a:p>
          </p:txBody>
        </p:sp>
      </p:grpSp>
      <p:grpSp>
        <p:nvGrpSpPr>
          <p:cNvPr id="43" name="组合 42"/>
          <p:cNvGrpSpPr/>
          <p:nvPr/>
        </p:nvGrpSpPr>
        <p:grpSpPr>
          <a:xfrm>
            <a:off x="1630402" y="4486535"/>
            <a:ext cx="3138487" cy="578268"/>
            <a:chOff x="1446753" y="2873633"/>
            <a:chExt cx="3138487" cy="578268"/>
          </a:xfrm>
        </p:grpSpPr>
        <p:graphicFrame>
          <p:nvGraphicFramePr>
            <p:cNvPr id="44" name="对象 43"/>
            <p:cNvGraphicFramePr>
              <a:graphicFrameLocks noChangeAspect="1"/>
            </p:cNvGraphicFramePr>
            <p:nvPr/>
          </p:nvGraphicFramePr>
          <p:xfrm>
            <a:off x="1446753" y="2902626"/>
            <a:ext cx="3138487" cy="549275"/>
          </p:xfrm>
          <a:graphic>
            <a:graphicData uri="http://schemas.openxmlformats.org/presentationml/2006/ole">
              <mc:AlternateContent xmlns:mc="http://schemas.openxmlformats.org/markup-compatibility/2006">
                <mc:Choice xmlns:v="urn:schemas-microsoft-com:vml" Requires="v">
                  <p:oleObj name="Equation" r:id="rId14" imgW="1307880" imgH="228600" progId="Equation.DSMT4">
                    <p:embed/>
                  </p:oleObj>
                </mc:Choice>
                <mc:Fallback>
                  <p:oleObj name="Equation" r:id="rId14" imgW="1307880" imgH="228600" progId="Equation.DSMT4">
                    <p:embed/>
                    <p:pic>
                      <p:nvPicPr>
                        <p:cNvPr id="12" name="对象 11"/>
                        <p:cNvPicPr>
                          <a:picLocks noChangeAspect="1" noChangeArrowheads="1"/>
                        </p:cNvPicPr>
                        <p:nvPr/>
                      </p:nvPicPr>
                      <p:blipFill>
                        <a:blip r:embed="rId15"/>
                        <a:srcRect/>
                        <a:stretch>
                          <a:fillRect/>
                        </a:stretch>
                      </p:blipFill>
                      <p:spPr bwMode="auto">
                        <a:xfrm>
                          <a:off x="1446753" y="2902626"/>
                          <a:ext cx="3138487"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 name="矩形 44"/>
            <p:cNvSpPr/>
            <p:nvPr/>
          </p:nvSpPr>
          <p:spPr>
            <a:xfrm>
              <a:off x="2362148" y="2873633"/>
              <a:ext cx="5581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00" cap="none" spc="0" normalizeH="0" baseline="0" noProof="0" dirty="0">
                  <a:ln>
                    <a:noFill/>
                  </a:ln>
                  <a:solidFill>
                    <a:prstClr val="black"/>
                  </a:solidFill>
                  <a:effectLst/>
                  <a:uLnTx/>
                  <a:uFillTx/>
                  <a:latin typeface="Times New Roman"/>
                  <a:ea typeface="宋体"/>
                  <a:cs typeface="+mn-cs"/>
                </a:rPr>
                <a:t>L</a:t>
              </a:r>
              <a:r>
                <a:rPr kumimoji="0" lang="zh-CN" altLang="zh-CN" sz="1800" b="1" i="0" u="none" strike="noStrike" kern="100" cap="none" spc="0" normalizeH="0" baseline="0" noProof="0" dirty="0">
                  <a:ln>
                    <a:noFill/>
                  </a:ln>
                  <a:solidFill>
                    <a:prstClr val="black"/>
                  </a:solidFill>
                  <a:effectLst/>
                  <a:uLnTx/>
                  <a:uFillTx/>
                  <a:latin typeface="Times New Roman"/>
                  <a:ea typeface="宋体"/>
                  <a:cs typeface="Times New Roman" panose="02020603050405020304" pitchFamily="18" charset="0"/>
                </a:rPr>
                <a:t>点</a:t>
              </a:r>
              <a:endParaRPr kumimoji="0" lang="zh-CN" altLang="en-US" sz="1800" b="0" i="0" u="none" strike="noStrike" kern="0" cap="none" spc="0" normalizeH="0" baseline="0" noProof="0" dirty="0">
                <a:ln>
                  <a:noFill/>
                </a:ln>
                <a:solidFill>
                  <a:prstClr val="black"/>
                </a:solidFill>
                <a:effectLst/>
                <a:uLnTx/>
                <a:uFillTx/>
                <a:latin typeface="Times New Roman"/>
                <a:ea typeface="宋体"/>
                <a:cs typeface="+mn-cs"/>
              </a:endParaRPr>
            </a:p>
          </p:txBody>
        </p:sp>
      </p:grpSp>
      <p:grpSp>
        <p:nvGrpSpPr>
          <p:cNvPr id="46" name="组合 45"/>
          <p:cNvGrpSpPr/>
          <p:nvPr/>
        </p:nvGrpSpPr>
        <p:grpSpPr>
          <a:xfrm>
            <a:off x="1584364" y="5544305"/>
            <a:ext cx="3141663" cy="577434"/>
            <a:chOff x="1446027" y="2798681"/>
            <a:chExt cx="3141663" cy="577434"/>
          </a:xfrm>
        </p:grpSpPr>
        <p:graphicFrame>
          <p:nvGraphicFramePr>
            <p:cNvPr id="47" name="对象 46"/>
            <p:cNvGraphicFramePr>
              <a:graphicFrameLocks noChangeAspect="1"/>
            </p:cNvGraphicFramePr>
            <p:nvPr/>
          </p:nvGraphicFramePr>
          <p:xfrm>
            <a:off x="1446027" y="2826840"/>
            <a:ext cx="3141663" cy="549275"/>
          </p:xfrm>
          <a:graphic>
            <a:graphicData uri="http://schemas.openxmlformats.org/presentationml/2006/ole">
              <mc:AlternateContent xmlns:mc="http://schemas.openxmlformats.org/markup-compatibility/2006">
                <mc:Choice xmlns:v="urn:schemas-microsoft-com:vml" Requires="v">
                  <p:oleObj name="Equation" r:id="rId16" imgW="1307880" imgH="228600" progId="Equation.DSMT4">
                    <p:embed/>
                  </p:oleObj>
                </mc:Choice>
                <mc:Fallback>
                  <p:oleObj name="Equation" r:id="rId16" imgW="1307880" imgH="228600" progId="Equation.DSMT4">
                    <p:embed/>
                    <p:pic>
                      <p:nvPicPr>
                        <p:cNvPr id="15" name="对象 14"/>
                        <p:cNvPicPr>
                          <a:picLocks noChangeAspect="1" noChangeArrowheads="1"/>
                        </p:cNvPicPr>
                        <p:nvPr/>
                      </p:nvPicPr>
                      <p:blipFill>
                        <a:blip r:embed="rId17"/>
                        <a:srcRect/>
                        <a:stretch>
                          <a:fillRect/>
                        </a:stretch>
                      </p:blipFill>
                      <p:spPr bwMode="auto">
                        <a:xfrm>
                          <a:off x="1446027" y="2826840"/>
                          <a:ext cx="3141663"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 name="矩形 47"/>
            <p:cNvSpPr/>
            <p:nvPr/>
          </p:nvSpPr>
          <p:spPr>
            <a:xfrm>
              <a:off x="2362148" y="2798681"/>
              <a:ext cx="558166"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1" u="none" strike="noStrike" kern="100" cap="none" spc="0" normalizeH="0" baseline="0" noProof="0" dirty="0">
                  <a:ln>
                    <a:noFill/>
                  </a:ln>
                  <a:solidFill>
                    <a:prstClr val="black"/>
                  </a:solidFill>
                  <a:effectLst/>
                  <a:uLnTx/>
                  <a:uFillTx/>
                  <a:latin typeface="Times New Roman"/>
                  <a:ea typeface="宋体"/>
                  <a:cs typeface="+mn-cs"/>
                </a:rPr>
                <a:t>L</a:t>
              </a:r>
              <a:r>
                <a:rPr kumimoji="0" lang="zh-CN" altLang="zh-CN" sz="1800" b="1" i="0" u="none" strike="noStrike" kern="100" cap="none" spc="0" normalizeH="0" baseline="0" noProof="0" dirty="0">
                  <a:ln>
                    <a:noFill/>
                  </a:ln>
                  <a:solidFill>
                    <a:prstClr val="black"/>
                  </a:solidFill>
                  <a:effectLst/>
                  <a:uLnTx/>
                  <a:uFillTx/>
                  <a:latin typeface="Times New Roman"/>
                  <a:ea typeface="宋体"/>
                  <a:cs typeface="Times New Roman" panose="02020603050405020304" pitchFamily="18" charset="0"/>
                </a:rPr>
                <a:t>点</a:t>
              </a:r>
              <a:endParaRPr kumimoji="0" lang="zh-CN" altLang="en-US" sz="1800" b="0" i="0" u="none" strike="noStrike" kern="0" cap="none" spc="0" normalizeH="0" baseline="0" noProof="0" dirty="0">
                <a:ln>
                  <a:noFill/>
                </a:ln>
                <a:solidFill>
                  <a:prstClr val="black"/>
                </a:solidFill>
                <a:effectLst/>
                <a:uLnTx/>
                <a:uFillTx/>
                <a:latin typeface="Times New Roman"/>
                <a:ea typeface="宋体"/>
                <a:cs typeface="+mn-cs"/>
              </a:endParaRPr>
            </a:p>
          </p:txBody>
        </p:sp>
      </p:grpSp>
      <p:sp>
        <p:nvSpPr>
          <p:cNvPr id="49" name="矩形 48"/>
          <p:cNvSpPr/>
          <p:nvPr/>
        </p:nvSpPr>
        <p:spPr>
          <a:xfrm>
            <a:off x="1510342" y="5018097"/>
            <a:ext cx="2746265" cy="609398"/>
          </a:xfrm>
          <a:prstGeom prst="rect">
            <a:avLst/>
          </a:prstGeom>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Y</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 =</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 H</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 </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X</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k</a:t>
            </a: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a:t>
            </a:r>
            <a:r>
              <a:rPr kumimoji="0" lang="en-US" altLang="zh-CN" sz="2800" b="1" i="1" u="none" strike="noStrike" kern="100" cap="none" spc="0" normalizeH="0" baseline="0" noProof="0" dirty="0">
                <a:ln>
                  <a:noFill/>
                </a:ln>
                <a:solidFill>
                  <a:prstClr val="black"/>
                </a:solidFill>
                <a:effectLst/>
                <a:uLnTx/>
                <a:uFillTx/>
                <a:latin typeface="Times New Roman"/>
                <a:ea typeface="宋体"/>
                <a:cs typeface="+mn-cs"/>
              </a:rPr>
              <a:t> </a:t>
            </a:r>
            <a:endParaRPr kumimoji="0" lang="zh-CN" altLang="zh-CN" sz="2800" b="1" i="0" u="none" strike="noStrike" kern="100" cap="none" spc="0" normalizeH="0" baseline="0" noProof="0" dirty="0">
              <a:ln>
                <a:noFill/>
              </a:ln>
              <a:solidFill>
                <a:prstClr val="black"/>
              </a:solidFill>
              <a:effectLst/>
              <a:uLnTx/>
              <a:uFillTx/>
              <a:latin typeface="Times New Roman"/>
              <a:ea typeface="宋体"/>
              <a:cs typeface="+mn-cs"/>
            </a:endParaRPr>
          </a:p>
        </p:txBody>
      </p:sp>
      <p:sp>
        <p:nvSpPr>
          <p:cNvPr id="50" name="矩形 49"/>
          <p:cNvSpPr/>
          <p:nvPr/>
        </p:nvSpPr>
        <p:spPr>
          <a:xfrm>
            <a:off x="1264858" y="6106180"/>
            <a:ext cx="4602542"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DFT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和</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IDFT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都可用</a:t>
            </a:r>
            <a:r>
              <a:rPr kumimoji="0"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FFT</a:t>
            </a:r>
            <a:r>
              <a:rPr kumimoji="0"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宋体" charset="-122"/>
                <a:cs typeface="Times New Roman" panose="02020603050405020304" pitchFamily="18" charset="0"/>
              </a:rPr>
              <a:t>计算</a:t>
            </a:r>
            <a:endParaRPr kumimoji="0" lang="zh-CN" altLang="en-US" sz="2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51" name="矩形 50"/>
          <p:cNvSpPr/>
          <p:nvPr/>
        </p:nvSpPr>
        <p:spPr>
          <a:xfrm>
            <a:off x="1219200" y="3970859"/>
            <a:ext cx="4572000" cy="2160591"/>
          </a:xfrm>
          <a:prstGeom prst="rect">
            <a:avLst/>
          </a:prstGeom>
        </p:spPr>
        <p:txBody>
          <a:bodyPr>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1)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2)</a:t>
            </a:r>
            <a:endParaRPr kumimoji="0" lang="zh-CN" altLang="zh-CN" sz="2800" b="1" i="0" u="none" strike="noStrike" kern="100" cap="none" spc="0" normalizeH="0" baseline="0" noProof="0" dirty="0">
              <a:ln>
                <a:noFill/>
              </a:ln>
              <a:solidFill>
                <a:prstClr val="black"/>
              </a:solidFill>
              <a:effectLst/>
              <a:uLnTx/>
              <a:uFillTx/>
              <a:latin typeface="Times New Roman"/>
              <a:ea typeface="宋体"/>
              <a:cs typeface="+mn-cs"/>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3) </a:t>
            </a: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altLang="zh-CN" sz="2800" b="1" i="0" u="none" strike="noStrike" kern="100" cap="none" spc="0" normalizeH="0" baseline="0" noProof="0" dirty="0">
                <a:ln>
                  <a:noFill/>
                </a:ln>
                <a:solidFill>
                  <a:prstClr val="black"/>
                </a:solidFill>
                <a:effectLst/>
                <a:uLnTx/>
                <a:uFillTx/>
                <a:latin typeface="Times New Roman"/>
                <a:ea typeface="宋体"/>
                <a:cs typeface="+mn-cs"/>
              </a:rPr>
              <a:t>4)</a:t>
            </a:r>
            <a:endParaRPr kumimoji="0" lang="zh-CN" altLang="en-US" sz="2800" b="1" i="0" u="none" strike="noStrike" kern="1200" cap="none" spc="0" normalizeH="0" baseline="0" noProof="0" dirty="0">
              <a:ln>
                <a:noFill/>
              </a:ln>
              <a:solidFill>
                <a:prstClr val="black"/>
              </a:solidFill>
              <a:effectLst/>
              <a:uLnTx/>
              <a:uFillTx/>
              <a:latin typeface="Times New Roman"/>
              <a:ea typeface="宋体"/>
              <a:cs typeface="+mn-cs"/>
            </a:endParaRPr>
          </a:p>
        </p:txBody>
      </p:sp>
    </p:spTree>
    <p:extLst>
      <p:ext uri="{BB962C8B-B14F-4D97-AF65-F5344CB8AC3E}">
        <p14:creationId xmlns:p14="http://schemas.microsoft.com/office/powerpoint/2010/main" val="1327558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33" grpId="0"/>
      <p:bldP spid="39" grpId="0"/>
      <p:bldP spid="49" grpId="0"/>
      <p:bldP spid="50" grpId="0"/>
      <p:bldP spid="5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3">
            <a:extLst>
              <a:ext uri="{FF2B5EF4-FFF2-40B4-BE49-F238E27FC236}">
                <a16:creationId xmlns:a16="http://schemas.microsoft.com/office/drawing/2014/main" id="{FAF08E60-02BD-4FC8-B06B-1287D7747310}"/>
              </a:ext>
            </a:extLst>
          </p:cNvPr>
          <p:cNvSpPr>
            <a:spLocks noChangeArrowheads="1"/>
          </p:cNvSpPr>
          <p:nvPr/>
        </p:nvSpPr>
        <p:spPr bwMode="auto">
          <a:xfrm>
            <a:off x="304800" y="1295400"/>
            <a:ext cx="8524188" cy="1114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如果信号</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的长度远大于单位脉冲响应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的长度，将导致计算量大，占用存储多，处理延迟大。</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矩形 5"/>
          <p:cNvSpPr/>
          <p:nvPr/>
        </p:nvSpPr>
        <p:spPr>
          <a:xfrm>
            <a:off x="1219200" y="3962400"/>
            <a:ext cx="4572000" cy="1446550"/>
          </a:xfrm>
          <a:prstGeom prst="rect">
            <a:avLst/>
          </a:prstGeom>
        </p:spPr>
        <p:txBody>
          <a:bodyPr>
            <a:spAutoFit/>
          </a:bodyPr>
          <a:lstStyle/>
          <a:p>
            <a:pPr marL="0" marR="0" lvl="0" indent="0" algn="l" defTabSz="914400" rtl="0" eaLnBrk="1" fontAlgn="base" latinLnBrk="0" hangingPunct="1">
              <a:lnSpc>
                <a:spcPct val="125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重叠相加法</a:t>
            </a:r>
            <a:endParaRPr kumimoji="1" lang="en-US" altLang="zh-CN"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重叠保留法</a:t>
            </a:r>
          </a:p>
        </p:txBody>
      </p:sp>
      <p:sp>
        <p:nvSpPr>
          <p:cNvPr id="8" name="矩形 7"/>
          <p:cNvSpPr/>
          <p:nvPr/>
        </p:nvSpPr>
        <p:spPr>
          <a:xfrm>
            <a:off x="270235" y="2590800"/>
            <a:ext cx="8610600" cy="1114664"/>
          </a:xfrm>
          <a:prstGeom prst="rect">
            <a:avLst/>
          </a:prstGeom>
        </p:spPr>
        <p:txBody>
          <a:bodyPr wrap="square">
            <a:spAutoFit/>
          </a:bodyPr>
          <a:lstStyle/>
          <a:p>
            <a:pPr marL="0" marR="0" lvl="0" indent="720000" algn="l" defTabSz="914400" rtl="0" eaLnBrk="1" fontAlgn="base" latinLnBrk="0" hangingPunct="1">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可用分段做卷积的方法处理。将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分为许多段，每段的长度与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接近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具体处理方法有两种：</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左大括号 9"/>
          <p:cNvSpPr/>
          <p:nvPr/>
        </p:nvSpPr>
        <p:spPr>
          <a:xfrm>
            <a:off x="990600" y="4158328"/>
            <a:ext cx="228600" cy="1022022"/>
          </a:xfrm>
          <a:prstGeom prst="leftBrace">
            <a:avLst/>
          </a:prstGeom>
          <a:noFill/>
          <a:ln w="31750" cap="flat" cmpd="sng" algn="ctr">
            <a:solidFill>
              <a:srgbClr val="FF0000"/>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black"/>
              </a:solidFill>
              <a:effectLst/>
              <a:uLnTx/>
              <a:uFillTx/>
              <a:latin typeface="Times New Roman"/>
              <a:ea typeface="宋体"/>
              <a:cs typeface="+mn-cs"/>
            </a:endParaRPr>
          </a:p>
        </p:txBody>
      </p:sp>
      <p:sp>
        <p:nvSpPr>
          <p:cNvPr id="7"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591880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5B31139-B462-4790-AB76-CD80ACA55ECE}"/>
              </a:ext>
            </a:extLst>
          </p:cNvPr>
          <p:cNvPicPr>
            <a:picLocks noChangeAspect="1"/>
          </p:cNvPicPr>
          <p:nvPr/>
        </p:nvPicPr>
        <p:blipFill>
          <a:blip r:embed="rId2"/>
          <a:stretch>
            <a:fillRect/>
          </a:stretch>
        </p:blipFill>
        <p:spPr>
          <a:xfrm>
            <a:off x="806549" y="1241852"/>
            <a:ext cx="6507480" cy="3078480"/>
          </a:xfrm>
          <a:prstGeom prst="rect">
            <a:avLst/>
          </a:prstGeom>
        </p:spPr>
      </p:pic>
      <p:sp>
        <p:nvSpPr>
          <p:cNvPr id="135170" name="Rectangle 2">
            <a:extLst>
              <a:ext uri="{FF2B5EF4-FFF2-40B4-BE49-F238E27FC236}">
                <a16:creationId xmlns:a16="http://schemas.microsoft.com/office/drawing/2014/main" id="{30147E76-316A-4F3A-A516-7C9B5129E633}"/>
              </a:ext>
            </a:extLst>
          </p:cNvPr>
          <p:cNvSpPr>
            <a:spLocks noGrp="1" noChangeArrowheads="1"/>
          </p:cNvSpPr>
          <p:nvPr>
            <p:ph type="title"/>
          </p:nvPr>
        </p:nvSpPr>
        <p:spPr>
          <a:xfrm>
            <a:off x="761660" y="838200"/>
            <a:ext cx="3326909" cy="481657"/>
          </a:xfrm>
        </p:spPr>
        <p:txBody>
          <a:bodyPr/>
          <a:lstStyle/>
          <a:p>
            <a:pPr eaLnBrk="1" hangingPunct="1"/>
            <a:r>
              <a:rPr lang="en-US" altLang="zh-CN" sz="2800" b="1" i="0" dirty="0">
                <a:solidFill>
                  <a:schemeClr val="tx1"/>
                </a:solidFill>
              </a:rPr>
              <a:t>1. </a:t>
            </a:r>
            <a:r>
              <a:rPr lang="zh-CN" altLang="en-US" sz="2800" b="1" i="0" dirty="0">
                <a:solidFill>
                  <a:schemeClr val="tx1"/>
                </a:solidFill>
              </a:rPr>
              <a:t>重叠相加法</a:t>
            </a:r>
            <a:endParaRPr lang="zh-CN" altLang="en-US" sz="2800" b="1" dirty="0">
              <a:solidFill>
                <a:schemeClr val="tx1"/>
              </a:solidFill>
            </a:endParaRPr>
          </a:p>
        </p:txBody>
      </p:sp>
      <p:sp>
        <p:nvSpPr>
          <p:cNvPr id="4" name="文本框 3">
            <a:extLst>
              <a:ext uri="{FF2B5EF4-FFF2-40B4-BE49-F238E27FC236}">
                <a16:creationId xmlns:a16="http://schemas.microsoft.com/office/drawing/2014/main" id="{49471CBF-7A86-4E2A-867C-4657F8242BED}"/>
              </a:ext>
            </a:extLst>
          </p:cNvPr>
          <p:cNvSpPr txBox="1"/>
          <p:nvPr/>
        </p:nvSpPr>
        <p:spPr>
          <a:xfrm>
            <a:off x="3435350" y="1219200"/>
            <a:ext cx="5403850" cy="954107"/>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长度</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25000" noProof="0" dirty="0">
                <a:ln>
                  <a:noFill/>
                </a:ln>
                <a:solidFill>
                  <a:srgbClr val="000000"/>
                </a:solidFill>
                <a:effectLst/>
                <a:uLnTx/>
                <a:uFillTx/>
                <a:latin typeface="Times New Roman"/>
                <a:ea typeface="宋体" panose="02010600030101010101" pitchFamily="2" charset="-122"/>
                <a:cs typeface="+mn-cs"/>
              </a:rPr>
              <a:t>1</a:t>
            </a: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x</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的分段长度</a:t>
            </a:r>
            <a:r>
              <a:rPr kumimoji="1" lang="en-US" altLang="zh-CN" sz="2800" b="1" i="1"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25000" noProof="0" dirty="0">
                <a:ln>
                  <a:noFill/>
                </a:ln>
                <a:solidFill>
                  <a:srgbClr val="000066">
                    <a:lumMod val="60000"/>
                    <a:lumOff val="40000"/>
                  </a:srgbClr>
                </a:solidFill>
                <a:effectLst/>
                <a:uLnTx/>
                <a:uFillTx/>
                <a:latin typeface="Times New Roman"/>
                <a:ea typeface="宋体" panose="02010600030101010101" pitchFamily="2" charset="-122"/>
                <a:cs typeface="+mn-cs"/>
              </a:rPr>
              <a:t>2</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，段间无重叠</a:t>
            </a:r>
          </a:p>
        </p:txBody>
      </p:sp>
      <p:graphicFrame>
        <p:nvGraphicFramePr>
          <p:cNvPr id="7" name="Object 5">
            <a:extLst>
              <a:ext uri="{FF2B5EF4-FFF2-40B4-BE49-F238E27FC236}">
                <a16:creationId xmlns:a16="http://schemas.microsoft.com/office/drawing/2014/main" id="{C076F694-BB98-46FF-87C2-42F220EE131C}"/>
              </a:ext>
            </a:extLst>
          </p:cNvPr>
          <p:cNvGraphicFramePr>
            <a:graphicFrameLocks noChangeAspect="1"/>
          </p:cNvGraphicFramePr>
          <p:nvPr/>
        </p:nvGraphicFramePr>
        <p:xfrm>
          <a:off x="1066800" y="4114800"/>
          <a:ext cx="2213610" cy="906780"/>
        </p:xfrm>
        <a:graphic>
          <a:graphicData uri="http://schemas.openxmlformats.org/presentationml/2006/ole">
            <mc:AlternateContent xmlns:mc="http://schemas.openxmlformats.org/markup-compatibility/2006">
              <mc:Choice xmlns:v="urn:schemas-microsoft-com:vml" Requires="v">
                <p:oleObj name="Equation" r:id="rId3" imgW="1054100" imgH="431800" progId="Equation.DSMT4">
                  <p:embed/>
                </p:oleObj>
              </mc:Choice>
              <mc:Fallback>
                <p:oleObj name="Equation" r:id="rId3" imgW="1054100" imgH="431800" progId="Equation.DSMT4">
                  <p:embed/>
                  <p:pic>
                    <p:nvPicPr>
                      <p:cNvPr id="7" name="Object 5">
                        <a:extLst>
                          <a:ext uri="{FF2B5EF4-FFF2-40B4-BE49-F238E27FC236}">
                            <a16:creationId xmlns:a16="http://schemas.microsoft.com/office/drawing/2014/main" id="{C076F694-BB98-46FF-87C2-42F220EE13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4114800"/>
                        <a:ext cx="2213610" cy="906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6">
            <a:extLst>
              <a:ext uri="{FF2B5EF4-FFF2-40B4-BE49-F238E27FC236}">
                <a16:creationId xmlns:a16="http://schemas.microsoft.com/office/drawing/2014/main" id="{98312585-DA0E-4D34-AE6F-A837661E2DB8}"/>
              </a:ext>
            </a:extLst>
          </p:cNvPr>
          <p:cNvGraphicFramePr>
            <a:graphicFrameLocks noChangeAspect="1"/>
          </p:cNvGraphicFramePr>
          <p:nvPr/>
        </p:nvGraphicFramePr>
        <p:xfrm>
          <a:off x="990600" y="4876800"/>
          <a:ext cx="6267240" cy="906444"/>
        </p:xfrm>
        <a:graphic>
          <a:graphicData uri="http://schemas.openxmlformats.org/presentationml/2006/ole">
            <mc:AlternateContent xmlns:mc="http://schemas.openxmlformats.org/markup-compatibility/2006">
              <mc:Choice xmlns:v="urn:schemas-microsoft-com:vml" Requires="v">
                <p:oleObj name="Equation" r:id="rId5" imgW="2984400" imgH="431640" progId="Equation.DSMT4">
                  <p:embed/>
                </p:oleObj>
              </mc:Choice>
              <mc:Fallback>
                <p:oleObj name="Equation" r:id="rId5" imgW="2984400" imgH="431640" progId="Equation.DSMT4">
                  <p:embed/>
                  <p:pic>
                    <p:nvPicPr>
                      <p:cNvPr id="8" name="Object 6">
                        <a:extLst>
                          <a:ext uri="{FF2B5EF4-FFF2-40B4-BE49-F238E27FC236}">
                            <a16:creationId xmlns:a16="http://schemas.microsoft.com/office/drawing/2014/main" id="{98312585-DA0E-4D34-AE6F-A837661E2DB8}"/>
                          </a:ext>
                        </a:extLst>
                      </p:cNvPr>
                      <p:cNvPicPr>
                        <a:picLocks noChangeAspect="1" noChangeArrowheads="1"/>
                      </p:cNvPicPr>
                      <p:nvPr/>
                    </p:nvPicPr>
                    <p:blipFill>
                      <a:blip r:embed="rId6"/>
                      <a:srcRect/>
                      <a:stretch>
                        <a:fillRect/>
                      </a:stretch>
                    </p:blipFill>
                    <p:spPr bwMode="auto">
                      <a:xfrm>
                        <a:off x="990600" y="4876800"/>
                        <a:ext cx="6267240" cy="906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7">
            <a:extLst>
              <a:ext uri="{FF2B5EF4-FFF2-40B4-BE49-F238E27FC236}">
                <a16:creationId xmlns:a16="http://schemas.microsoft.com/office/drawing/2014/main" id="{40FB95B8-4331-41B4-A66C-A2B2218A4E63}"/>
              </a:ext>
            </a:extLst>
          </p:cNvPr>
          <p:cNvGraphicFramePr>
            <a:graphicFrameLocks noChangeAspect="1"/>
          </p:cNvGraphicFramePr>
          <p:nvPr/>
        </p:nvGraphicFramePr>
        <p:xfrm>
          <a:off x="1752600" y="5811783"/>
          <a:ext cx="2640330" cy="480060"/>
        </p:xfrm>
        <a:graphic>
          <a:graphicData uri="http://schemas.openxmlformats.org/presentationml/2006/ole">
            <mc:AlternateContent xmlns:mc="http://schemas.openxmlformats.org/markup-compatibility/2006">
              <mc:Choice xmlns:v="urn:schemas-microsoft-com:vml" Requires="v">
                <p:oleObj name="Equation" r:id="rId7" imgW="1257120" imgH="228600" progId="Equation.DSMT4">
                  <p:embed/>
                </p:oleObj>
              </mc:Choice>
              <mc:Fallback>
                <p:oleObj name="Equation" r:id="rId7" imgW="1257120" imgH="228600" progId="Equation.DSMT4">
                  <p:embed/>
                  <p:pic>
                    <p:nvPicPr>
                      <p:cNvPr id="9" name="Object 7">
                        <a:extLst>
                          <a:ext uri="{FF2B5EF4-FFF2-40B4-BE49-F238E27FC236}">
                            <a16:creationId xmlns:a16="http://schemas.microsoft.com/office/drawing/2014/main" id="{40FB95B8-4331-41B4-A66C-A2B2218A4E63}"/>
                          </a:ext>
                        </a:extLst>
                      </p:cNvPr>
                      <p:cNvPicPr>
                        <a:picLocks noChangeAspect="1" noChangeArrowheads="1"/>
                      </p:cNvPicPr>
                      <p:nvPr/>
                    </p:nvPicPr>
                    <p:blipFill>
                      <a:blip r:embed="rId8"/>
                      <a:srcRect/>
                      <a:stretch>
                        <a:fillRect/>
                      </a:stretch>
                    </p:blipFill>
                    <p:spPr bwMode="auto">
                      <a:xfrm>
                        <a:off x="1752600" y="5811783"/>
                        <a:ext cx="2640330" cy="4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矩形 9"/>
          <p:cNvSpPr/>
          <p:nvPr/>
        </p:nvSpPr>
        <p:spPr>
          <a:xfrm>
            <a:off x="918591" y="5791200"/>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式中</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2" name="Object 7">
            <a:extLst>
              <a:ext uri="{FF2B5EF4-FFF2-40B4-BE49-F238E27FC236}">
                <a16:creationId xmlns:a16="http://schemas.microsoft.com/office/drawing/2014/main" id="{40FB95B8-4331-41B4-A66C-A2B2218A4E63}"/>
              </a:ext>
            </a:extLst>
          </p:cNvPr>
          <p:cNvGraphicFramePr>
            <a:graphicFrameLocks noChangeAspect="1"/>
          </p:cNvGraphicFramePr>
          <p:nvPr/>
        </p:nvGraphicFramePr>
        <p:xfrm>
          <a:off x="1348105" y="2595659"/>
          <a:ext cx="825500" cy="479425"/>
        </p:xfrm>
        <a:graphic>
          <a:graphicData uri="http://schemas.openxmlformats.org/presentationml/2006/ole">
            <mc:AlternateContent xmlns:mc="http://schemas.openxmlformats.org/markup-compatibility/2006">
              <mc:Choice xmlns:v="urn:schemas-microsoft-com:vml" Requires="v">
                <p:oleObj name="Equation" r:id="rId9" imgW="393480" imgH="228600" progId="Equation.DSMT4">
                  <p:embed/>
                </p:oleObj>
              </mc:Choice>
              <mc:Fallback>
                <p:oleObj name="Equation" r:id="rId9" imgW="393480" imgH="228600" progId="Equation.DSMT4">
                  <p:embed/>
                  <p:pic>
                    <p:nvPicPr>
                      <p:cNvPr id="12" name="Object 7">
                        <a:extLst>
                          <a:ext uri="{FF2B5EF4-FFF2-40B4-BE49-F238E27FC236}">
                            <a16:creationId xmlns:a16="http://schemas.microsoft.com/office/drawing/2014/main" id="{40FB95B8-4331-41B4-A66C-A2B2218A4E63}"/>
                          </a:ext>
                        </a:extLst>
                      </p:cNvPr>
                      <p:cNvPicPr>
                        <a:picLocks noChangeAspect="1" noChangeArrowheads="1"/>
                      </p:cNvPicPr>
                      <p:nvPr/>
                    </p:nvPicPr>
                    <p:blipFill>
                      <a:blip r:embed="rId10"/>
                      <a:srcRect/>
                      <a:stretch>
                        <a:fillRect/>
                      </a:stretch>
                    </p:blipFill>
                    <p:spPr bwMode="auto">
                      <a:xfrm>
                        <a:off x="1348105" y="2595659"/>
                        <a:ext cx="8255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7">
            <a:extLst>
              <a:ext uri="{FF2B5EF4-FFF2-40B4-BE49-F238E27FC236}">
                <a16:creationId xmlns:a16="http://schemas.microsoft.com/office/drawing/2014/main" id="{40FB95B8-4331-41B4-A66C-A2B2218A4E63}"/>
              </a:ext>
            </a:extLst>
          </p:cNvPr>
          <p:cNvGraphicFramePr>
            <a:graphicFrameLocks noChangeAspect="1"/>
          </p:cNvGraphicFramePr>
          <p:nvPr/>
        </p:nvGraphicFramePr>
        <p:xfrm>
          <a:off x="2401887" y="2595659"/>
          <a:ext cx="798513" cy="479425"/>
        </p:xfrm>
        <a:graphic>
          <a:graphicData uri="http://schemas.openxmlformats.org/presentationml/2006/ole">
            <mc:AlternateContent xmlns:mc="http://schemas.openxmlformats.org/markup-compatibility/2006">
              <mc:Choice xmlns:v="urn:schemas-microsoft-com:vml" Requires="v">
                <p:oleObj name="Equation" r:id="rId11" imgW="380880" imgH="228600" progId="Equation.DSMT4">
                  <p:embed/>
                </p:oleObj>
              </mc:Choice>
              <mc:Fallback>
                <p:oleObj name="Equation" r:id="rId11" imgW="380880" imgH="228600" progId="Equation.DSMT4">
                  <p:embed/>
                  <p:pic>
                    <p:nvPicPr>
                      <p:cNvPr id="13" name="Object 7">
                        <a:extLst>
                          <a:ext uri="{FF2B5EF4-FFF2-40B4-BE49-F238E27FC236}">
                            <a16:creationId xmlns:a16="http://schemas.microsoft.com/office/drawing/2014/main" id="{40FB95B8-4331-41B4-A66C-A2B2218A4E63}"/>
                          </a:ext>
                        </a:extLst>
                      </p:cNvPr>
                      <p:cNvPicPr>
                        <a:picLocks noChangeAspect="1" noChangeArrowheads="1"/>
                      </p:cNvPicPr>
                      <p:nvPr/>
                    </p:nvPicPr>
                    <p:blipFill>
                      <a:blip r:embed="rId12"/>
                      <a:srcRect/>
                      <a:stretch>
                        <a:fillRect/>
                      </a:stretch>
                    </p:blipFill>
                    <p:spPr bwMode="auto">
                      <a:xfrm>
                        <a:off x="2401887" y="2595659"/>
                        <a:ext cx="798513"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7">
            <a:extLst>
              <a:ext uri="{FF2B5EF4-FFF2-40B4-BE49-F238E27FC236}">
                <a16:creationId xmlns:a16="http://schemas.microsoft.com/office/drawing/2014/main" id="{40FB95B8-4331-41B4-A66C-A2B2218A4E63}"/>
              </a:ext>
            </a:extLst>
          </p:cNvPr>
          <p:cNvGraphicFramePr>
            <a:graphicFrameLocks noChangeAspect="1"/>
          </p:cNvGraphicFramePr>
          <p:nvPr/>
        </p:nvGraphicFramePr>
        <p:xfrm>
          <a:off x="3435350" y="2573434"/>
          <a:ext cx="825500" cy="479425"/>
        </p:xfrm>
        <a:graphic>
          <a:graphicData uri="http://schemas.openxmlformats.org/presentationml/2006/ole">
            <mc:AlternateContent xmlns:mc="http://schemas.openxmlformats.org/markup-compatibility/2006">
              <mc:Choice xmlns:v="urn:schemas-microsoft-com:vml" Requires="v">
                <p:oleObj name="Equation" r:id="rId13" imgW="393480" imgH="228600" progId="Equation.DSMT4">
                  <p:embed/>
                </p:oleObj>
              </mc:Choice>
              <mc:Fallback>
                <p:oleObj name="Equation" r:id="rId13" imgW="393480" imgH="228600" progId="Equation.DSMT4">
                  <p:embed/>
                  <p:pic>
                    <p:nvPicPr>
                      <p:cNvPr id="14" name="Object 7">
                        <a:extLst>
                          <a:ext uri="{FF2B5EF4-FFF2-40B4-BE49-F238E27FC236}">
                            <a16:creationId xmlns:a16="http://schemas.microsoft.com/office/drawing/2014/main" id="{40FB95B8-4331-41B4-A66C-A2B2218A4E63}"/>
                          </a:ext>
                        </a:extLst>
                      </p:cNvPr>
                      <p:cNvPicPr>
                        <a:picLocks noChangeAspect="1" noChangeArrowheads="1"/>
                      </p:cNvPicPr>
                      <p:nvPr/>
                    </p:nvPicPr>
                    <p:blipFill>
                      <a:blip r:embed="rId14"/>
                      <a:srcRect/>
                      <a:stretch>
                        <a:fillRect/>
                      </a:stretch>
                    </p:blipFill>
                    <p:spPr bwMode="auto">
                      <a:xfrm>
                        <a:off x="3435350" y="2573434"/>
                        <a:ext cx="8255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7">
            <a:extLst>
              <a:ext uri="{FF2B5EF4-FFF2-40B4-BE49-F238E27FC236}">
                <a16:creationId xmlns:a16="http://schemas.microsoft.com/office/drawing/2014/main" id="{40FB95B8-4331-41B4-A66C-A2B2218A4E63}"/>
              </a:ext>
            </a:extLst>
          </p:cNvPr>
          <p:cNvGraphicFramePr>
            <a:graphicFrameLocks noChangeAspect="1"/>
          </p:cNvGraphicFramePr>
          <p:nvPr/>
        </p:nvGraphicFramePr>
        <p:xfrm>
          <a:off x="4430931" y="2749325"/>
          <a:ext cx="371475" cy="214312"/>
        </p:xfrm>
        <a:graphic>
          <a:graphicData uri="http://schemas.openxmlformats.org/presentationml/2006/ole">
            <mc:AlternateContent xmlns:mc="http://schemas.openxmlformats.org/markup-compatibility/2006">
              <mc:Choice xmlns:v="urn:schemas-microsoft-com:vml" Requires="v">
                <p:oleObj name="Equation" r:id="rId15" imgW="177480" imgH="101520" progId="Equation.DSMT4">
                  <p:embed/>
                </p:oleObj>
              </mc:Choice>
              <mc:Fallback>
                <p:oleObj name="Equation" r:id="rId15" imgW="177480" imgH="101520" progId="Equation.DSMT4">
                  <p:embed/>
                  <p:pic>
                    <p:nvPicPr>
                      <p:cNvPr id="15" name="Object 7">
                        <a:extLst>
                          <a:ext uri="{FF2B5EF4-FFF2-40B4-BE49-F238E27FC236}">
                            <a16:creationId xmlns:a16="http://schemas.microsoft.com/office/drawing/2014/main" id="{40FB95B8-4331-41B4-A66C-A2B2218A4E63}"/>
                          </a:ext>
                        </a:extLst>
                      </p:cNvPr>
                      <p:cNvPicPr>
                        <a:picLocks noChangeAspect="1" noChangeArrowheads="1"/>
                      </p:cNvPicPr>
                      <p:nvPr/>
                    </p:nvPicPr>
                    <p:blipFill>
                      <a:blip r:embed="rId16"/>
                      <a:srcRect/>
                      <a:stretch>
                        <a:fillRect/>
                      </a:stretch>
                    </p:blipFill>
                    <p:spPr bwMode="auto">
                      <a:xfrm>
                        <a:off x="4430931" y="2749325"/>
                        <a:ext cx="37147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矩形 15"/>
          <p:cNvSpPr/>
          <p:nvPr/>
        </p:nvSpPr>
        <p:spPr>
          <a:xfrm>
            <a:off x="5029200" y="5715000"/>
            <a:ext cx="3810000" cy="95410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333300"/>
                </a:solidFill>
                <a:effectLst/>
                <a:uLnTx/>
                <a:uFillTx/>
                <a:latin typeface="Times New Roman"/>
                <a:ea typeface="宋体"/>
                <a:cs typeface="+mn-cs"/>
              </a:rPr>
              <a:t>由分段卷积的各段相加构成总的卷积输出。</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graphicFrame>
        <p:nvGraphicFramePr>
          <p:cNvPr id="18" name="对象 3"/>
          <p:cNvGraphicFramePr>
            <a:graphicFrameLocks noChangeAspect="1"/>
          </p:cNvGraphicFramePr>
          <p:nvPr/>
        </p:nvGraphicFramePr>
        <p:xfrm>
          <a:off x="1750417" y="6293572"/>
          <a:ext cx="1752048" cy="525780"/>
        </p:xfrm>
        <a:graphic>
          <a:graphicData uri="http://schemas.openxmlformats.org/presentationml/2006/ole">
            <mc:AlternateContent xmlns:mc="http://schemas.openxmlformats.org/markup-compatibility/2006">
              <mc:Choice xmlns:v="urn:schemas-microsoft-com:vml" Requires="v">
                <p:oleObj name="Equation" r:id="rId17" imgW="761760" imgH="228600" progId="Equation.DSMT4">
                  <p:embed/>
                </p:oleObj>
              </mc:Choice>
              <mc:Fallback>
                <p:oleObj name="Equation" r:id="rId17" imgW="761760" imgH="228600" progId="Equation.DSMT4">
                  <p:embed/>
                  <p:pic>
                    <p:nvPicPr>
                      <p:cNvPr id="18" name="对象 3"/>
                      <p:cNvPicPr>
                        <a:picLocks noChangeAspect="1" noChangeArrowheads="1"/>
                      </p:cNvPicPr>
                      <p:nvPr/>
                    </p:nvPicPr>
                    <p:blipFill>
                      <a:blip r:embed="rId18"/>
                      <a:srcRect/>
                      <a:stretch>
                        <a:fillRect/>
                      </a:stretch>
                    </p:blipFill>
                    <p:spPr bwMode="auto">
                      <a:xfrm>
                        <a:off x="1750417" y="6293572"/>
                        <a:ext cx="1752048" cy="525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矩形 18"/>
          <p:cNvSpPr/>
          <p:nvPr/>
        </p:nvSpPr>
        <p:spPr>
          <a:xfrm>
            <a:off x="886415" y="6258580"/>
            <a:ext cx="906017"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80808"/>
                </a:solidFill>
                <a:effectLst/>
                <a:uLnTx/>
                <a:uFillTx/>
                <a:latin typeface="Times New Roman" panose="02020603050405020304" pitchFamily="18" charset="0"/>
                <a:ea typeface="宋体" charset="-122"/>
                <a:cs typeface="Times New Roman" panose="02020603050405020304" pitchFamily="18" charset="0"/>
              </a:rPr>
              <a:t>长度</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cxnSp>
        <p:nvCxnSpPr>
          <p:cNvPr id="21" name="直接箭头连接符 20"/>
          <p:cNvCxnSpPr/>
          <p:nvPr/>
        </p:nvCxnSpPr>
        <p:spPr>
          <a:xfrm flipV="1">
            <a:off x="1600200" y="6172200"/>
            <a:ext cx="167552" cy="160992"/>
          </a:xfrm>
          <a:prstGeom prst="straightConnector1">
            <a:avLst/>
          </a:prstGeom>
          <a:noFill/>
          <a:ln w="25400" cap="flat" cmpd="sng" algn="ctr">
            <a:solidFill>
              <a:srgbClr val="4472C4"/>
            </a:solidFill>
            <a:prstDash val="solid"/>
            <a:miter lim="800000"/>
            <a:tailEnd type="triangle"/>
          </a:ln>
          <a:effectLst/>
        </p:spPr>
      </p:cxnSp>
      <p:sp>
        <p:nvSpPr>
          <p:cNvPr id="20"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19"/>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20"/>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14981163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6" grpId="0"/>
      <p:bldP spid="19"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895DC0A-EFEA-4F3E-9C3E-C3F9BE828E7A}"/>
              </a:ext>
            </a:extLst>
          </p:cNvPr>
          <p:cNvPicPr>
            <a:picLocks noChangeAspect="1"/>
          </p:cNvPicPr>
          <p:nvPr/>
        </p:nvPicPr>
        <p:blipFill>
          <a:blip r:embed="rId2"/>
          <a:stretch>
            <a:fillRect/>
          </a:stretch>
        </p:blipFill>
        <p:spPr>
          <a:xfrm>
            <a:off x="1524000" y="228600"/>
            <a:ext cx="5976664" cy="6439767"/>
          </a:xfrm>
          <a:prstGeom prst="rect">
            <a:avLst/>
          </a:prstGeom>
        </p:spPr>
      </p:pic>
      <p:sp>
        <p:nvSpPr>
          <p:cNvPr id="3" name="文本框 2">
            <a:extLst>
              <a:ext uri="{FF2B5EF4-FFF2-40B4-BE49-F238E27FC236}">
                <a16:creationId xmlns:a16="http://schemas.microsoft.com/office/drawing/2014/main" id="{D0C25FA8-9ADF-4DF8-84C0-7A68A345F4B7}"/>
              </a:ext>
            </a:extLst>
          </p:cNvPr>
          <p:cNvSpPr txBox="1"/>
          <p:nvPr/>
        </p:nvSpPr>
        <p:spPr>
          <a:xfrm>
            <a:off x="323528" y="1628800"/>
            <a:ext cx="677108" cy="2304256"/>
          </a:xfrm>
          <a:prstGeom prst="rect">
            <a:avLst/>
          </a:prstGeom>
          <a:noFill/>
        </p:spPr>
        <p:txBody>
          <a:bodyPr vert="eaVert"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重叠相加法</a:t>
            </a:r>
          </a:p>
        </p:txBody>
      </p:sp>
      <p:graphicFrame>
        <p:nvGraphicFramePr>
          <p:cNvPr id="6" name="对象 3"/>
          <p:cNvGraphicFramePr>
            <a:graphicFrameLocks noChangeAspect="1"/>
          </p:cNvGraphicFramePr>
          <p:nvPr/>
        </p:nvGraphicFramePr>
        <p:xfrm>
          <a:off x="5425924" y="76200"/>
          <a:ext cx="2438400" cy="547687"/>
        </p:xfrm>
        <a:graphic>
          <a:graphicData uri="http://schemas.openxmlformats.org/presentationml/2006/ole">
            <mc:AlternateContent xmlns:mc="http://schemas.openxmlformats.org/markup-compatibility/2006">
              <mc:Choice xmlns:v="urn:schemas-microsoft-com:vml" Requires="v">
                <p:oleObj name="Equation" r:id="rId3" imgW="1015920" imgH="228600" progId="Equation.DSMT4">
                  <p:embed/>
                </p:oleObj>
              </mc:Choice>
              <mc:Fallback>
                <p:oleObj name="Equation" r:id="rId3" imgW="1015920" imgH="228600" progId="Equation.DSMT4">
                  <p:embed/>
                  <p:pic>
                    <p:nvPicPr>
                      <p:cNvPr id="6" name="对象 3"/>
                      <p:cNvPicPr>
                        <a:picLocks noChangeAspect="1" noChangeArrowheads="1"/>
                      </p:cNvPicPr>
                      <p:nvPr/>
                    </p:nvPicPr>
                    <p:blipFill>
                      <a:blip r:embed="rId4"/>
                      <a:srcRect/>
                      <a:stretch>
                        <a:fillRect/>
                      </a:stretch>
                    </p:blipFill>
                    <p:spPr bwMode="auto">
                      <a:xfrm>
                        <a:off x="5425924" y="76200"/>
                        <a:ext cx="2438400"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5715000" y="4114800"/>
            <a:ext cx="2512983" cy="95410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相邻两段</a:t>
            </a:r>
            <a:r>
              <a:rPr kumimoji="1" lang="en-US" altLang="zh-CN" sz="2800" b="1" i="1" u="none" strike="noStrike" kern="1200" cap="none" spc="0" normalizeH="0" baseline="0" noProof="0" dirty="0" err="1">
                <a:ln>
                  <a:noFill/>
                </a:ln>
                <a:solidFill>
                  <a:srgbClr val="000066">
                    <a:lumMod val="60000"/>
                    <a:lumOff val="40000"/>
                  </a:srgbClr>
                </a:solidFill>
                <a:effectLst/>
                <a:uLnTx/>
                <a:uFillTx/>
                <a:latin typeface="Times New Roman"/>
                <a:ea typeface="宋体" panose="02010600030101010101" pitchFamily="2" charset="-122"/>
                <a:cs typeface="+mn-cs"/>
              </a:rPr>
              <a:t>y</a:t>
            </a:r>
            <a:r>
              <a:rPr kumimoji="1" lang="en-US" altLang="zh-CN" sz="2800" b="1" i="1" u="none" strike="noStrike" kern="1200" cap="none" spc="0" normalizeH="0" baseline="-25000" noProof="0" dirty="0" err="1">
                <a:ln>
                  <a:noFill/>
                </a:ln>
                <a:solidFill>
                  <a:srgbClr val="000066">
                    <a:lumMod val="60000"/>
                    <a:lumOff val="40000"/>
                  </a:srgbClr>
                </a:solidFill>
                <a:effectLst/>
                <a:uLnTx/>
                <a:uFillTx/>
                <a:latin typeface="Times New Roman"/>
                <a:ea typeface="宋体" panose="02010600030101010101" pitchFamily="2" charset="-122"/>
                <a:cs typeface="+mn-cs"/>
              </a:rPr>
              <a:t>i</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重叠</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25000" noProof="0" dirty="0">
                <a:ln>
                  <a:noFill/>
                </a:ln>
                <a:solidFill>
                  <a:srgbClr val="000000"/>
                </a:solidFill>
                <a:effectLst/>
                <a:uLnTx/>
                <a:uFillTx/>
                <a:latin typeface="Times New Roman"/>
                <a:ea typeface="宋体" panose="02010600030101010101" pitchFamily="2" charset="-122"/>
                <a:cs typeface="+mn-cs"/>
              </a:rPr>
              <a:t>1</a:t>
            </a:r>
            <a:r>
              <a:rPr kumimoji="1" lang="en-US" altLang="zh-CN" sz="2800" b="1" i="0" u="none" strike="noStrike" kern="1200" cap="none" spc="0" normalizeH="0" baseline="0" noProof="0" dirty="0">
                <a:ln>
                  <a:noFill/>
                </a:ln>
                <a:solidFill>
                  <a:srgbClr val="000000"/>
                </a:solidFill>
                <a:effectLst/>
                <a:uLnTx/>
                <a:uFillTx/>
                <a:latin typeface="宋体"/>
                <a:ea typeface="宋体"/>
                <a:cs typeface="+mn-cs"/>
              </a:rPr>
              <a:t>-</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rPr>
              <a:t>1</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n-cs"/>
              </a:rPr>
              <a:t>点</a:t>
            </a:r>
            <a:endParaRPr kumimoji="1" lang="en-US" altLang="zh-CN" sz="2800" b="1" i="0" u="none" strike="noStrike" kern="1200" cap="none" spc="0" normalizeH="0" baseline="0" noProof="0" dirty="0">
              <a:ln>
                <a:noFill/>
              </a:ln>
              <a:solidFill>
                <a:srgbClr val="000000"/>
              </a:solidFill>
              <a:effectLst/>
              <a:uLnTx/>
              <a:uFillTx/>
              <a:latin typeface="Times New Roman"/>
              <a:ea typeface="宋体"/>
              <a:cs typeface="+mn-cs"/>
            </a:endParaRPr>
          </a:p>
        </p:txBody>
      </p:sp>
    </p:spTree>
    <p:extLst>
      <p:ext uri="{BB962C8B-B14F-4D97-AF65-F5344CB8AC3E}">
        <p14:creationId xmlns:p14="http://schemas.microsoft.com/office/powerpoint/2010/main" val="1893521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7">
            <a:extLst>
              <a:ext uri="{FF2B5EF4-FFF2-40B4-BE49-F238E27FC236}">
                <a16:creationId xmlns:a16="http://schemas.microsoft.com/office/drawing/2014/main" id="{23F2F879-8807-4EE2-BBB8-852E09AA1DF6}"/>
              </a:ext>
            </a:extLst>
          </p:cNvPr>
          <p:cNvGraphicFramePr>
            <a:graphicFrameLocks noChangeAspect="1"/>
          </p:cNvGraphicFramePr>
          <p:nvPr/>
        </p:nvGraphicFramePr>
        <p:xfrm>
          <a:off x="457200" y="1066800"/>
          <a:ext cx="8496300" cy="2982912"/>
        </p:xfrm>
        <a:graphic>
          <a:graphicData uri="http://schemas.openxmlformats.org/presentationml/2006/ole">
            <mc:AlternateContent xmlns:mc="http://schemas.openxmlformats.org/markup-compatibility/2006">
              <mc:Choice xmlns:v="urn:schemas-microsoft-com:vml" Requires="v">
                <p:oleObj name="Equation" r:id="rId2" imgW="3504960" imgH="1206360" progId="Equation.DSMT4">
                  <p:embed/>
                </p:oleObj>
              </mc:Choice>
              <mc:Fallback>
                <p:oleObj name="Equation" r:id="rId2" imgW="3504960" imgH="1206360" progId="Equation.DSMT4">
                  <p:embed/>
                  <p:pic>
                    <p:nvPicPr>
                      <p:cNvPr id="2" name="Object 7">
                        <a:extLst>
                          <a:ext uri="{FF2B5EF4-FFF2-40B4-BE49-F238E27FC236}">
                            <a16:creationId xmlns:a16="http://schemas.microsoft.com/office/drawing/2014/main" id="{23F2F879-8807-4EE2-BBB8-852E09AA1DF6}"/>
                          </a:ext>
                        </a:extLst>
                      </p:cNvPr>
                      <p:cNvPicPr>
                        <a:picLocks noChangeAspect="1" noChangeArrowheads="1"/>
                      </p:cNvPicPr>
                      <p:nvPr/>
                    </p:nvPicPr>
                    <p:blipFill>
                      <a:blip r:embed="rId3"/>
                      <a:srcRect/>
                      <a:stretch>
                        <a:fillRect/>
                      </a:stretch>
                    </p:blipFill>
                    <p:spPr bwMode="auto">
                      <a:xfrm>
                        <a:off x="457200" y="1066800"/>
                        <a:ext cx="8496300" cy="2982912"/>
                      </a:xfrm>
                      <a:prstGeom prst="rect">
                        <a:avLst/>
                      </a:prstGeom>
                      <a:noFill/>
                      <a:ln>
                        <a:noFill/>
                      </a:ln>
                    </p:spPr>
                  </p:pic>
                </p:oleObj>
              </mc:Fallback>
            </mc:AlternateContent>
          </a:graphicData>
        </a:graphic>
      </p:graphicFrame>
      <p:graphicFrame>
        <p:nvGraphicFramePr>
          <p:cNvPr id="3" name="Object 7">
            <a:extLst>
              <a:ext uri="{FF2B5EF4-FFF2-40B4-BE49-F238E27FC236}">
                <a16:creationId xmlns:a16="http://schemas.microsoft.com/office/drawing/2014/main" id="{AE461D00-9BE3-4C51-8F65-BFC15659074C}"/>
              </a:ext>
            </a:extLst>
          </p:cNvPr>
          <p:cNvGraphicFramePr>
            <a:graphicFrameLocks noChangeAspect="1"/>
          </p:cNvGraphicFramePr>
          <p:nvPr/>
        </p:nvGraphicFramePr>
        <p:xfrm>
          <a:off x="304800" y="4495800"/>
          <a:ext cx="8588375" cy="1066800"/>
        </p:xfrm>
        <a:graphic>
          <a:graphicData uri="http://schemas.openxmlformats.org/presentationml/2006/ole">
            <mc:AlternateContent xmlns:mc="http://schemas.openxmlformats.org/markup-compatibility/2006">
              <mc:Choice xmlns:v="urn:schemas-microsoft-com:vml" Requires="v">
                <p:oleObj name="Equation" r:id="rId4" imgW="3543120" imgH="431640" progId="Equation.DSMT4">
                  <p:embed/>
                </p:oleObj>
              </mc:Choice>
              <mc:Fallback>
                <p:oleObj name="Equation" r:id="rId4" imgW="3543120" imgH="431640" progId="Equation.DSMT4">
                  <p:embed/>
                  <p:pic>
                    <p:nvPicPr>
                      <p:cNvPr id="3" name="Object 7">
                        <a:extLst>
                          <a:ext uri="{FF2B5EF4-FFF2-40B4-BE49-F238E27FC236}">
                            <a16:creationId xmlns:a16="http://schemas.microsoft.com/office/drawing/2014/main" id="{AE461D00-9BE3-4C51-8F65-BFC15659074C}"/>
                          </a:ext>
                        </a:extLst>
                      </p:cNvPr>
                      <p:cNvPicPr>
                        <a:picLocks noChangeAspect="1" noChangeArrowheads="1"/>
                      </p:cNvPicPr>
                      <p:nvPr/>
                    </p:nvPicPr>
                    <p:blipFill>
                      <a:blip r:embed="rId5"/>
                      <a:srcRect/>
                      <a:stretch>
                        <a:fillRect/>
                      </a:stretch>
                    </p:blipFill>
                    <p:spPr bwMode="auto">
                      <a:xfrm>
                        <a:off x="304800" y="4495800"/>
                        <a:ext cx="8588375" cy="1066800"/>
                      </a:xfrm>
                      <a:prstGeom prst="rect">
                        <a:avLst/>
                      </a:prstGeom>
                      <a:noFill/>
                      <a:ln>
                        <a:noFill/>
                      </a:ln>
                    </p:spPr>
                  </p:pic>
                </p:oleObj>
              </mc:Fallback>
            </mc:AlternateContent>
          </a:graphicData>
        </a:graphic>
      </p:graphicFrame>
      <p:sp>
        <p:nvSpPr>
          <p:cNvPr id="5"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33430465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66150" y="2196775"/>
            <a:ext cx="5448300" cy="3400425"/>
          </a:xfrm>
          <a:prstGeom prst="rect">
            <a:avLst/>
          </a:prstGeom>
        </p:spPr>
      </p:pic>
      <p:sp>
        <p:nvSpPr>
          <p:cNvPr id="138242" name="Rectangle 2">
            <a:extLst>
              <a:ext uri="{FF2B5EF4-FFF2-40B4-BE49-F238E27FC236}">
                <a16:creationId xmlns:a16="http://schemas.microsoft.com/office/drawing/2014/main" id="{3A50EEB8-318C-4009-9BF7-F5D605C205A6}"/>
              </a:ext>
            </a:extLst>
          </p:cNvPr>
          <p:cNvSpPr>
            <a:spLocks noGrp="1" noChangeArrowheads="1"/>
          </p:cNvSpPr>
          <p:nvPr>
            <p:ph type="title"/>
          </p:nvPr>
        </p:nvSpPr>
        <p:spPr>
          <a:xfrm>
            <a:off x="609600" y="762000"/>
            <a:ext cx="2662064" cy="725215"/>
          </a:xfrm>
        </p:spPr>
        <p:txBody>
          <a:bodyPr/>
          <a:lstStyle/>
          <a:p>
            <a:pPr algn="l" eaLnBrk="1" hangingPunct="1"/>
            <a:r>
              <a:rPr lang="en-US" altLang="zh-CN" sz="2800" b="1" i="0" dirty="0">
                <a:solidFill>
                  <a:schemeClr val="tx1"/>
                </a:solidFill>
              </a:rPr>
              <a:t>2. </a:t>
            </a:r>
            <a:r>
              <a:rPr lang="zh-CN" altLang="en-US" sz="2800" b="1" i="0" dirty="0">
                <a:solidFill>
                  <a:schemeClr val="tx1"/>
                </a:solidFill>
              </a:rPr>
              <a:t>重叠保留法</a:t>
            </a:r>
          </a:p>
        </p:txBody>
      </p:sp>
      <p:sp>
        <p:nvSpPr>
          <p:cNvPr id="138243" name="Rectangle 3">
            <a:extLst>
              <a:ext uri="{FF2B5EF4-FFF2-40B4-BE49-F238E27FC236}">
                <a16:creationId xmlns:a16="http://schemas.microsoft.com/office/drawing/2014/main" id="{BAD75265-9168-4106-A60F-67617964B09E}"/>
              </a:ext>
            </a:extLst>
          </p:cNvPr>
          <p:cNvSpPr>
            <a:spLocks noChangeArrowheads="1"/>
          </p:cNvSpPr>
          <p:nvPr/>
        </p:nvSpPr>
        <p:spPr bwMode="auto">
          <a:xfrm>
            <a:off x="3073004" y="2438400"/>
            <a:ext cx="5638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tabLst>
                <a:tab pos="381000" algn="l"/>
              </a:tabLst>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381000" algn="l"/>
              </a:tabLst>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381000" algn="l"/>
              </a:tabLst>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381000" algn="l"/>
              </a:tabLst>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381000" algn="l"/>
              </a:tabLst>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381000" algn="l"/>
              </a:tabLst>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381000" algn="l"/>
              </a:tabLst>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381000" algn="l"/>
              </a:tabLst>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381000" algn="l"/>
              </a:tabLst>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tab pos="381000" algn="l"/>
              </a:tabLst>
              <a:defRPr/>
            </a:pP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第一段前面补零</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0" noProof="0" dirty="0">
                <a:ln>
                  <a:noFill/>
                </a:ln>
                <a:solidFill>
                  <a:srgbClr val="000000"/>
                </a:solidFill>
                <a:effectLst/>
                <a:uLnTx/>
                <a:uFillTx/>
                <a:latin typeface="宋体"/>
                <a:ea typeface="宋体"/>
                <a:cs typeface="+mn-cs"/>
              </a:rPr>
              <a:t>-</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个点</a:t>
            </a:r>
          </a:p>
        </p:txBody>
      </p:sp>
      <p:sp>
        <p:nvSpPr>
          <p:cNvPr id="7" name="矩形 6"/>
          <p:cNvSpPr/>
          <p:nvPr/>
        </p:nvSpPr>
        <p:spPr>
          <a:xfrm>
            <a:off x="3157059" y="1373034"/>
            <a:ext cx="1927131"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长度</a:t>
            </a:r>
            <a:r>
              <a:rPr kumimoji="1" lang="en-US" altLang="zh-CN" sz="2800" b="1" i="1"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25000" noProof="0" dirty="0">
                <a:ln>
                  <a:noFill/>
                </a:ln>
                <a:solidFill>
                  <a:srgbClr val="000000"/>
                </a:solidFill>
                <a:effectLst/>
                <a:uLnTx/>
                <a:uFillTx/>
                <a:latin typeface="Times New Roman"/>
                <a:ea typeface="宋体" panose="02010600030101010101" pitchFamily="2" charset="-122"/>
                <a:cs typeface="+mn-cs"/>
              </a:rPr>
              <a:t>1</a:t>
            </a:r>
            <a:endParaRPr kumimoji="1" lang="en-US" altLang="zh-CN"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endParaRPr>
          </a:p>
        </p:txBody>
      </p:sp>
      <p:sp>
        <p:nvSpPr>
          <p:cNvPr id="9" name="矩形 8"/>
          <p:cNvSpPr/>
          <p:nvPr/>
        </p:nvSpPr>
        <p:spPr>
          <a:xfrm>
            <a:off x="3178269" y="1909040"/>
            <a:ext cx="6524135"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x</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a:t>
            </a:r>
            <a:r>
              <a:rPr kumimoji="1" lang="en-US" altLang="zh-CN" sz="2800" b="1" i="1"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n</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分段长度</a:t>
            </a:r>
            <a:r>
              <a:rPr kumimoji="1" lang="en-US" altLang="zh-CN"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      </a:t>
            </a:r>
            <a:r>
              <a:rPr kumimoji="1" lang="zh-CN" altLang="en-US" sz="2800" b="1" i="0" u="none" strike="noStrike" kern="1200" cap="none" spc="0" normalizeH="0" baseline="0" noProof="0" dirty="0">
                <a:ln>
                  <a:noFill/>
                </a:ln>
                <a:solidFill>
                  <a:srgbClr val="000066">
                    <a:lumMod val="60000"/>
                    <a:lumOff val="40000"/>
                  </a:srgbClr>
                </a:solidFill>
                <a:effectLst/>
                <a:uLnTx/>
                <a:uFillTx/>
                <a:latin typeface="Times New Roman"/>
                <a:ea typeface="宋体" panose="02010600030101010101" pitchFamily="2" charset="-122"/>
                <a:cs typeface="+mn-cs"/>
              </a:rPr>
              <a:t>段间重叠          个点</a:t>
            </a:r>
            <a:r>
              <a:rPr kumimoji="1" lang="zh-CN" altLang="en-US" sz="2800" b="1"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a:t>
            </a:r>
          </a:p>
        </p:txBody>
      </p:sp>
      <p:graphicFrame>
        <p:nvGraphicFramePr>
          <p:cNvPr id="13" name="对象 3"/>
          <p:cNvGraphicFramePr>
            <a:graphicFrameLocks noChangeAspect="1"/>
          </p:cNvGraphicFramePr>
          <p:nvPr/>
        </p:nvGraphicFramePr>
        <p:xfrm>
          <a:off x="7240131" y="1935480"/>
          <a:ext cx="949608" cy="502920"/>
        </p:xfrm>
        <a:graphic>
          <a:graphicData uri="http://schemas.openxmlformats.org/presentationml/2006/ole">
            <mc:AlternateContent xmlns:mc="http://schemas.openxmlformats.org/markup-compatibility/2006">
              <mc:Choice xmlns:v="urn:schemas-microsoft-com:vml" Requires="v">
                <p:oleObj name="Equation" r:id="rId3" imgW="431640" imgH="228600" progId="Equation.DSMT4">
                  <p:embed/>
                </p:oleObj>
              </mc:Choice>
              <mc:Fallback>
                <p:oleObj name="Equation" r:id="rId3" imgW="431640" imgH="228600" progId="Equation.DSMT4">
                  <p:embed/>
                  <p:pic>
                    <p:nvPicPr>
                      <p:cNvPr id="13" name="对象 3"/>
                      <p:cNvPicPr>
                        <a:picLocks noChangeAspect="1" noChangeArrowheads="1"/>
                      </p:cNvPicPr>
                      <p:nvPr/>
                    </p:nvPicPr>
                    <p:blipFill>
                      <a:blip r:embed="rId4"/>
                      <a:srcRect/>
                      <a:stretch>
                        <a:fillRect/>
                      </a:stretch>
                    </p:blipFill>
                    <p:spPr bwMode="auto">
                      <a:xfrm>
                        <a:off x="7240131" y="1935480"/>
                        <a:ext cx="949608" cy="502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3"/>
          <p:cNvGraphicFramePr>
            <a:graphicFrameLocks noChangeAspect="1"/>
          </p:cNvGraphicFramePr>
          <p:nvPr/>
        </p:nvGraphicFramePr>
        <p:xfrm>
          <a:off x="5324715" y="1992683"/>
          <a:ext cx="457200" cy="427038"/>
        </p:xfrm>
        <a:graphic>
          <a:graphicData uri="http://schemas.openxmlformats.org/presentationml/2006/ole">
            <mc:AlternateContent xmlns:mc="http://schemas.openxmlformats.org/markup-compatibility/2006">
              <mc:Choice xmlns:v="urn:schemas-microsoft-com:vml" Requires="v">
                <p:oleObj name="Equation" r:id="rId5" imgW="190440" imgH="177480" progId="Equation.DSMT4">
                  <p:embed/>
                </p:oleObj>
              </mc:Choice>
              <mc:Fallback>
                <p:oleObj name="Equation" r:id="rId5" imgW="190440" imgH="177480" progId="Equation.DSMT4">
                  <p:embed/>
                  <p:pic>
                    <p:nvPicPr>
                      <p:cNvPr id="14" name="对象 3"/>
                      <p:cNvPicPr>
                        <a:picLocks noChangeAspect="1" noChangeArrowheads="1"/>
                      </p:cNvPicPr>
                      <p:nvPr/>
                    </p:nvPicPr>
                    <p:blipFill>
                      <a:blip r:embed="rId6"/>
                      <a:srcRect/>
                      <a:stretch>
                        <a:fillRect/>
                      </a:stretch>
                    </p:blipFill>
                    <p:spPr bwMode="auto">
                      <a:xfrm>
                        <a:off x="5324715" y="1992683"/>
                        <a:ext cx="4572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矩形 11"/>
          <p:cNvSpPr/>
          <p:nvPr/>
        </p:nvSpPr>
        <p:spPr>
          <a:xfrm>
            <a:off x="901241" y="5884935"/>
            <a:ext cx="5113209" cy="583558"/>
          </a:xfrm>
          <a:prstGeom prst="rect">
            <a:avLst/>
          </a:prstGeom>
        </p:spPr>
        <p:txBody>
          <a:bodyPr wrap="square">
            <a:spAutoFit/>
          </a:bodyPr>
          <a:lstStyle/>
          <a:p>
            <a:pPr marL="0" marR="0" lvl="0" indent="0" algn="just" defTabSz="914400" rtl="0" eaLnBrk="1" fontAlgn="base" latinLnBrk="0" hangingPunct="1">
              <a:lnSpc>
                <a:spcPct val="114000"/>
              </a:lnSpc>
              <a:spcBef>
                <a:spcPct val="0"/>
              </a:spcBef>
              <a:spcAft>
                <a:spcPct val="0"/>
              </a:spcAft>
              <a:buClrTx/>
              <a:buSzTx/>
              <a:buFontTx/>
              <a:buNone/>
              <a:tabLst>
                <a:tab pos="38100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计算</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1"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i</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L</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点循环卷积</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7"/>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8"/>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7449062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3657600" y="872606"/>
            <a:ext cx="5276850" cy="3371850"/>
          </a:xfrm>
          <a:prstGeom prst="rect">
            <a:avLst/>
          </a:prstGeom>
        </p:spPr>
      </p:pic>
      <p:sp>
        <p:nvSpPr>
          <p:cNvPr id="5" name="矩形 4"/>
          <p:cNvSpPr/>
          <p:nvPr/>
        </p:nvSpPr>
        <p:spPr>
          <a:xfrm>
            <a:off x="533400" y="5791200"/>
            <a:ext cx="8077200" cy="1074781"/>
          </a:xfrm>
          <a:prstGeom prst="rect">
            <a:avLst/>
          </a:prstGeom>
        </p:spPr>
        <p:txBody>
          <a:bodyPr wrap="square">
            <a:spAutoFit/>
          </a:bodyPr>
          <a:lstStyle/>
          <a:p>
            <a:pPr marL="0" marR="0" lvl="0" indent="0" algn="just" defTabSz="914400" rtl="0" eaLnBrk="1" fontAlgn="base" latinLnBrk="0" hangingPunct="1">
              <a:lnSpc>
                <a:spcPct val="114000"/>
              </a:lnSpc>
              <a:spcBef>
                <a:spcPct val="0"/>
              </a:spcBef>
              <a:spcAft>
                <a:spcPct val="0"/>
              </a:spcAft>
              <a:buClrTx/>
              <a:buSzTx/>
              <a:buFontTx/>
              <a:buNone/>
              <a:tabLst>
                <a:tab pos="38100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重叠保留法与重叠相加法的计算量相近，但省去了重叠相加法最后的相加运算。</a:t>
            </a:r>
          </a:p>
        </p:txBody>
      </p:sp>
      <p:sp>
        <p:nvSpPr>
          <p:cNvPr id="9" name="矩形 8"/>
          <p:cNvSpPr/>
          <p:nvPr/>
        </p:nvSpPr>
        <p:spPr>
          <a:xfrm>
            <a:off x="502457" y="4267200"/>
            <a:ext cx="7955743" cy="1566006"/>
          </a:xfrm>
          <a:prstGeom prst="rect">
            <a:avLst/>
          </a:prstGeom>
        </p:spPr>
        <p:txBody>
          <a:bodyPr wrap="square">
            <a:spAutoFit/>
          </a:bodyPr>
          <a:lstStyle/>
          <a:p>
            <a:pPr marL="0" marR="0" lvl="0" indent="0" algn="just" defTabSz="914400" rtl="0" eaLnBrk="1" fontAlgn="base" latinLnBrk="0" hangingPunct="1">
              <a:lnSpc>
                <a:spcPct val="114000"/>
              </a:lnSpc>
              <a:spcBef>
                <a:spcPct val="0"/>
              </a:spcBef>
              <a:spcAft>
                <a:spcPct val="0"/>
              </a:spcAft>
              <a:buClrTx/>
              <a:buSzTx/>
              <a:buFontTx/>
              <a:buNone/>
              <a:tabLst>
                <a:tab pos="381000" algn="l"/>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每段循环卷积结果中，</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前</a:t>
            </a:r>
            <a:r>
              <a:rPr kumimoji="1" lang="en-US" altLang="zh-CN" sz="2800" b="1" i="1"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30000" noProof="0" dirty="0">
                <a:ln>
                  <a:noFill/>
                </a:ln>
                <a:solidFill>
                  <a:srgbClr val="FF0000"/>
                </a:solidFill>
                <a:effectLst/>
                <a:uLnTx/>
                <a:uFillTx/>
                <a:latin typeface="Times New Roman" panose="02020603050405020304" pitchFamily="18" charset="0"/>
                <a:ea typeface="宋体" panose="02010600030101010101" pitchFamily="2" charset="-122"/>
                <a:cs typeface="+mn-cs"/>
              </a:rPr>
              <a:t>1</a:t>
            </a:r>
            <a:r>
              <a:rPr kumimoji="1" lang="en-US" altLang="zh-CN" sz="2800" b="1" i="0" u="none" strike="noStrike" kern="1200" cap="none" spc="0" normalizeH="0" baseline="0" noProof="0" dirty="0">
                <a:ln>
                  <a:noFill/>
                </a:ln>
                <a:solidFill>
                  <a:srgbClr val="FF0000"/>
                </a:solidFill>
                <a:effectLst/>
                <a:uLnTx/>
                <a:uFillTx/>
                <a:latin typeface="宋体"/>
                <a:ea typeface="宋体"/>
                <a:cs typeface="+mn-cs"/>
              </a:rPr>
              <a:t>-</a:t>
            </a:r>
            <a:r>
              <a:rPr kumimoji="1" lang="en-US" altLang="zh-CN"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1</a:t>
            </a:r>
            <a:r>
              <a:rPr kumimoji="1"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个点存在混叠，需舍去，</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把各相邻段留下来的点衔接起来，即为</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3000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和</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h</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的线性卷积。</a:t>
            </a:r>
            <a:r>
              <a:rPr kumimoji="1" lang="zh-CN" altLang="en-US"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endParaRPr kumimoji="1" lang="en-US" altLang="zh-CN"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8" name="Rectangle 2">
            <a:extLst>
              <a:ext uri="{FF2B5EF4-FFF2-40B4-BE49-F238E27FC236}">
                <a16:creationId xmlns:a16="http://schemas.microsoft.com/office/drawing/2014/main" id="{3A50EEB8-318C-4009-9BF7-F5D605C205A6}"/>
              </a:ext>
            </a:extLst>
          </p:cNvPr>
          <p:cNvSpPr>
            <a:spLocks noGrp="1" noChangeArrowheads="1"/>
          </p:cNvSpPr>
          <p:nvPr>
            <p:ph type="title"/>
          </p:nvPr>
        </p:nvSpPr>
        <p:spPr>
          <a:xfrm>
            <a:off x="609600" y="762000"/>
            <a:ext cx="2662064" cy="725215"/>
          </a:xfrm>
        </p:spPr>
        <p:txBody>
          <a:bodyPr/>
          <a:lstStyle/>
          <a:p>
            <a:pPr algn="l" eaLnBrk="1" hangingPunct="1"/>
            <a:r>
              <a:rPr lang="en-US" altLang="zh-CN" sz="2800" b="1" i="0" dirty="0">
                <a:solidFill>
                  <a:schemeClr val="tx1"/>
                </a:solidFill>
              </a:rPr>
              <a:t>2. </a:t>
            </a:r>
            <a:r>
              <a:rPr lang="zh-CN" altLang="en-US" sz="2800" b="1" i="0" dirty="0">
                <a:solidFill>
                  <a:schemeClr val="tx1"/>
                </a:solidFill>
              </a:rPr>
              <a:t>重叠保留法</a:t>
            </a:r>
          </a:p>
        </p:txBody>
      </p:sp>
      <p:sp>
        <p:nvSpPr>
          <p:cNvPr id="7" name="Rectangle 4">
            <a:extLst>
              <a:ext uri="{FF2B5EF4-FFF2-40B4-BE49-F238E27FC236}">
                <a16:creationId xmlns:a16="http://schemas.microsoft.com/office/drawing/2014/main" id="{EB1DDC2B-4E47-4FB7-BF19-1445FE9F68E7}"/>
              </a:ext>
            </a:extLst>
          </p:cNvPr>
          <p:cNvSpPr>
            <a:spLocks noChangeArrowheads="1"/>
          </p:cNvSpPr>
          <p:nvPr/>
        </p:nvSpPr>
        <p:spPr bwMode="auto">
          <a:xfrm>
            <a:off x="762000" y="228600"/>
            <a:ext cx="486864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3"/>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4"/>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3.4.3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线性卷积的</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算法</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 </a:t>
            </a:r>
            <a:endPar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endParaRPr>
          </a:p>
        </p:txBody>
      </p:sp>
    </p:spTree>
    <p:extLst>
      <p:ext uri="{BB962C8B-B14F-4D97-AF65-F5344CB8AC3E}">
        <p14:creationId xmlns:p14="http://schemas.microsoft.com/office/powerpoint/2010/main" val="427761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A562433-8703-40E2-B55F-271CF87BBE14}"/>
              </a:ext>
            </a:extLst>
          </p:cNvPr>
          <p:cNvSpPr>
            <a:spLocks noChangeArrowheads="1"/>
          </p:cNvSpPr>
          <p:nvPr/>
        </p:nvSpPr>
        <p:spPr bwMode="auto">
          <a:xfrm>
            <a:off x="292100" y="914400"/>
            <a:ext cx="8305800"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400050">
              <a:spcBef>
                <a:spcPct val="20000"/>
              </a:spcBef>
              <a:buChar char="•"/>
              <a:tabLst>
                <a:tab pos="400050" algn="l"/>
              </a:tabLst>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tabLst>
                <a:tab pos="400050" algn="l"/>
              </a:tabLst>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tabLst>
                <a:tab pos="400050" algn="l"/>
              </a:tabLst>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tabLst>
                <a:tab pos="400050" algn="l"/>
              </a:tabLst>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tabLst>
                <a:tab pos="400050" algn="l"/>
              </a:tabLst>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tabLst>
                <a:tab pos="400050" algn="l"/>
              </a:tabLst>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tabLst>
                <a:tab pos="400050" algn="l"/>
              </a:tabLst>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tabLst>
                <a:tab pos="400050" algn="l"/>
              </a:tabLst>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tabLst>
                <a:tab pos="400050" algn="l"/>
              </a:tabLst>
              <a:defRPr sz="2000" b="1">
                <a:solidFill>
                  <a:schemeClr val="tx1"/>
                </a:solidFill>
                <a:latin typeface="黑体" panose="02010609060101010101" pitchFamily="49" charset="-122"/>
                <a:ea typeface="黑体" panose="02010609060101010101" pitchFamily="49" charset="-122"/>
              </a:defRPr>
            </a:lvl9pPr>
          </a:lstStyle>
          <a:p>
            <a:pPr marL="0" marR="0" lvl="0" indent="-400050" algn="just" defTabSz="914400" rtl="0" eaLnBrk="1" fontAlgn="base" latinLnBrk="0" hangingPunct="1">
              <a:lnSpc>
                <a:spcPct val="120000"/>
              </a:lnSpc>
              <a:spcBef>
                <a:spcPct val="0"/>
              </a:spcBef>
              <a:spcAft>
                <a:spcPct val="0"/>
              </a:spcAft>
              <a:buClrTx/>
              <a:buSzTx/>
              <a:buFontTx/>
              <a:buNone/>
              <a:tabLst>
                <a:tab pos="400050" algn="l"/>
              </a:tabLst>
              <a:defRPr/>
            </a:pPr>
            <a:r>
              <a:rPr kumimoji="1" lang="en-US" altLang="zh-CN"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相关的概念很重要，互相关运算广泛应用于信号分析与统计分析，如通过相关函数峰值的检测测量两个信号的时延差等。</a:t>
            </a:r>
          </a:p>
          <a:p>
            <a:pPr marL="0" marR="0" lvl="0" indent="-400050" algn="just" defTabSz="914400" rtl="0" eaLnBrk="1" fontAlgn="base" latinLnBrk="0" hangingPunct="1">
              <a:lnSpc>
                <a:spcPct val="120000"/>
              </a:lnSpc>
              <a:spcBef>
                <a:spcPct val="0"/>
              </a:spcBef>
              <a:spcAft>
                <a:spcPct val="0"/>
              </a:spcAft>
              <a:buClrTx/>
              <a:buSzTx/>
              <a:buFontTx/>
              <a:buNone/>
              <a:tabLst>
                <a:tab pos="400050" algn="l"/>
              </a:tabLst>
              <a:defRPr/>
            </a:pPr>
            <a:r>
              <a:rPr kumimoji="1" lang="zh-CN" altLang="en-US" sz="28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rPr>
              <a:t>        </a:t>
            </a:r>
            <a:endPar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aphicFrame>
        <p:nvGraphicFramePr>
          <p:cNvPr id="55299" name="Object 3">
            <a:extLst>
              <a:ext uri="{FF2B5EF4-FFF2-40B4-BE49-F238E27FC236}">
                <a16:creationId xmlns:a16="http://schemas.microsoft.com/office/drawing/2014/main" id="{0C9F5C21-507D-4F9F-8912-9EF2C72309BA}"/>
              </a:ext>
            </a:extLst>
          </p:cNvPr>
          <p:cNvGraphicFramePr>
            <a:graphicFrameLocks noChangeAspect="1"/>
          </p:cNvGraphicFramePr>
          <p:nvPr/>
        </p:nvGraphicFramePr>
        <p:xfrm>
          <a:off x="990600" y="3581400"/>
          <a:ext cx="6797040" cy="1036320"/>
        </p:xfrm>
        <a:graphic>
          <a:graphicData uri="http://schemas.openxmlformats.org/presentationml/2006/ole">
            <mc:AlternateContent xmlns:mc="http://schemas.openxmlformats.org/markup-compatibility/2006">
              <mc:Choice xmlns:v="urn:schemas-microsoft-com:vml" Requires="v">
                <p:oleObj name="Equation" r:id="rId2" imgW="2832100" imgH="431800" progId="Equation.DSMT4">
                  <p:embed/>
                </p:oleObj>
              </mc:Choice>
              <mc:Fallback>
                <p:oleObj name="Equation" r:id="rId2" imgW="2832100" imgH="431800" progId="Equation.DSMT4">
                  <p:embed/>
                  <p:pic>
                    <p:nvPicPr>
                      <p:cNvPr id="55299" name="Object 3">
                        <a:extLst>
                          <a:ext uri="{FF2B5EF4-FFF2-40B4-BE49-F238E27FC236}">
                            <a16:creationId xmlns:a16="http://schemas.microsoft.com/office/drawing/2014/main" id="{0C9F5C21-507D-4F9F-8912-9EF2C7230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581400"/>
                        <a:ext cx="6797040" cy="103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0" name="Object 4">
            <a:extLst>
              <a:ext uri="{FF2B5EF4-FFF2-40B4-BE49-F238E27FC236}">
                <a16:creationId xmlns:a16="http://schemas.microsoft.com/office/drawing/2014/main" id="{B5D983E9-9ACC-4ED8-A2BE-C629B639D7C2}"/>
              </a:ext>
            </a:extLst>
          </p:cNvPr>
          <p:cNvGraphicFramePr>
            <a:graphicFrameLocks noChangeAspect="1"/>
          </p:cNvGraphicFramePr>
          <p:nvPr/>
        </p:nvGraphicFramePr>
        <p:xfrm>
          <a:off x="2286000" y="5410200"/>
          <a:ext cx="3962400" cy="1036320"/>
        </p:xfrm>
        <a:graphic>
          <a:graphicData uri="http://schemas.openxmlformats.org/presentationml/2006/ole">
            <mc:AlternateContent xmlns:mc="http://schemas.openxmlformats.org/markup-compatibility/2006">
              <mc:Choice xmlns:v="urn:schemas-microsoft-com:vml" Requires="v">
                <p:oleObj name="Equation" r:id="rId4" imgW="1651000" imgH="431800" progId="Equation.DSMT4">
                  <p:embed/>
                </p:oleObj>
              </mc:Choice>
              <mc:Fallback>
                <p:oleObj name="Equation" r:id="rId4" imgW="1651000" imgH="431800" progId="Equation.DSMT4">
                  <p:embed/>
                  <p:pic>
                    <p:nvPicPr>
                      <p:cNvPr id="55300" name="Object 4">
                        <a:extLst>
                          <a:ext uri="{FF2B5EF4-FFF2-40B4-BE49-F238E27FC236}">
                            <a16:creationId xmlns:a16="http://schemas.microsoft.com/office/drawing/2014/main" id="{B5D983E9-9ACC-4ED8-A2BE-C629B639D7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5410200"/>
                        <a:ext cx="3962400" cy="103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5301" name="Rectangle 5">
            <a:extLst>
              <a:ext uri="{FF2B5EF4-FFF2-40B4-BE49-F238E27FC236}">
                <a16:creationId xmlns:a16="http://schemas.microsoft.com/office/drawing/2014/main" id="{E7F8C9B4-F077-45C6-B9A8-52067C1248EB}"/>
              </a:ext>
            </a:extLst>
          </p:cNvPr>
          <p:cNvSpPr>
            <a:spLocks noChangeArrowheads="1"/>
          </p:cNvSpPr>
          <p:nvPr/>
        </p:nvSpPr>
        <p:spPr bwMode="auto">
          <a:xfrm>
            <a:off x="292100" y="4754404"/>
            <a:ext cx="6853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当</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时，得到</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的自相关函数为：</a:t>
            </a:r>
          </a:p>
        </p:txBody>
      </p:sp>
      <p:sp>
        <p:nvSpPr>
          <p:cNvPr id="7" name="Rectangle 4">
            <a:extLst>
              <a:ext uri="{FF2B5EF4-FFF2-40B4-BE49-F238E27FC236}">
                <a16:creationId xmlns:a16="http://schemas.microsoft.com/office/drawing/2014/main" id="{862FF5A5-5607-4EC1-9839-A073BBBB4508}"/>
              </a:ext>
            </a:extLst>
          </p:cNvPr>
          <p:cNvSpPr>
            <a:spLocks noChangeArrowheads="1"/>
          </p:cNvSpPr>
          <p:nvPr/>
        </p:nvSpPr>
        <p:spPr bwMode="auto">
          <a:xfrm>
            <a:off x="762000" y="228600"/>
            <a:ext cx="47660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3.4.4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用</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计算相关函数</a:t>
            </a:r>
          </a:p>
        </p:txBody>
      </p:sp>
      <p:sp>
        <p:nvSpPr>
          <p:cNvPr id="3" name="矩形 2"/>
          <p:cNvSpPr/>
          <p:nvPr/>
        </p:nvSpPr>
        <p:spPr>
          <a:xfrm>
            <a:off x="292100" y="2662428"/>
            <a:ext cx="8633772" cy="1076961"/>
          </a:xfrm>
          <a:prstGeom prst="rect">
            <a:avLst/>
          </a:prstGeom>
        </p:spPr>
        <p:txBody>
          <a:bodyPr wrap="square">
            <a:spAutoFit/>
          </a:bodyPr>
          <a:lstStyle/>
          <a:p>
            <a:pPr marL="0" marR="0" lvl="0" indent="0" algn="l" defTabSz="914400" rtl="0" eaLnBrk="0" fontAlgn="base" latinLnBrk="0" hangingPunct="0">
              <a:lnSpc>
                <a:spcPct val="12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两个长为</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的实离散时间序列 </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x</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与</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y</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的互相关函数定义为 </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Tree>
    <p:extLst>
      <p:ext uri="{BB962C8B-B14F-4D97-AF65-F5344CB8AC3E}">
        <p14:creationId xmlns:p14="http://schemas.microsoft.com/office/powerpoint/2010/main" val="39398971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8" name="Text Box 8">
            <a:extLst>
              <a:ext uri="{FF2B5EF4-FFF2-40B4-BE49-F238E27FC236}">
                <a16:creationId xmlns:a16="http://schemas.microsoft.com/office/drawing/2014/main" id="{A346DC5C-96E8-408B-A80F-F35AF90D62E4}"/>
              </a:ext>
            </a:extLst>
          </p:cNvPr>
          <p:cNvSpPr txBox="1">
            <a:spLocks noChangeArrowheads="1"/>
          </p:cNvSpPr>
          <p:nvPr/>
        </p:nvSpPr>
        <p:spPr bwMode="auto">
          <a:xfrm>
            <a:off x="914400" y="990600"/>
            <a:ext cx="7843814"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互相关和自相关函数的计算可利用</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实现。</a:t>
            </a:r>
          </a:p>
          <a:p>
            <a:pPr marL="0" marR="0" lvl="0" indent="0" algn="just"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正如循环卷积在一定条件下等于线性卷积，</a:t>
            </a:r>
          </a:p>
          <a:p>
            <a:pPr marL="0" marR="0" lvl="0" indent="0" algn="just" defTabSz="914400" rtl="0" eaLnBrk="0" fontAlgn="base" latinLnBrk="0" hangingPunct="0">
              <a:lnSpc>
                <a:spcPct val="125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循环相关在一定条件下也等于线性相关             。</a:t>
            </a:r>
          </a:p>
        </p:txBody>
      </p:sp>
      <p:graphicFrame>
        <p:nvGraphicFramePr>
          <p:cNvPr id="56322" name="Object 2">
            <a:extLst>
              <a:ext uri="{FF2B5EF4-FFF2-40B4-BE49-F238E27FC236}">
                <a16:creationId xmlns:a16="http://schemas.microsoft.com/office/drawing/2014/main" id="{9AECA537-B6C6-464F-A31A-51C25174C474}"/>
              </a:ext>
            </a:extLst>
          </p:cNvPr>
          <p:cNvGraphicFramePr>
            <a:graphicFrameLocks noChangeAspect="1"/>
          </p:cNvGraphicFramePr>
          <p:nvPr/>
        </p:nvGraphicFramePr>
        <p:xfrm>
          <a:off x="7120160" y="2144000"/>
          <a:ext cx="1021752" cy="554760"/>
        </p:xfrm>
        <a:graphic>
          <a:graphicData uri="http://schemas.openxmlformats.org/presentationml/2006/ole">
            <mc:AlternateContent xmlns:mc="http://schemas.openxmlformats.org/markup-compatibility/2006">
              <mc:Choice xmlns:v="urn:schemas-microsoft-com:vml" Requires="v">
                <p:oleObj name="Equation" r:id="rId2" imgW="444240" imgH="241200" progId="Equation.DSMT4">
                  <p:embed/>
                </p:oleObj>
              </mc:Choice>
              <mc:Fallback>
                <p:oleObj name="Equation" r:id="rId2" imgW="444240" imgH="241200" progId="Equation.DSMT4">
                  <p:embed/>
                  <p:pic>
                    <p:nvPicPr>
                      <p:cNvPr id="56322" name="Object 2">
                        <a:extLst>
                          <a:ext uri="{FF2B5EF4-FFF2-40B4-BE49-F238E27FC236}">
                            <a16:creationId xmlns:a16="http://schemas.microsoft.com/office/drawing/2014/main" id="{9AECA537-B6C6-464F-A31A-51C25174C474}"/>
                          </a:ext>
                        </a:extLst>
                      </p:cNvPr>
                      <p:cNvPicPr>
                        <a:picLocks noChangeAspect="1" noChangeArrowheads="1"/>
                      </p:cNvPicPr>
                      <p:nvPr/>
                    </p:nvPicPr>
                    <p:blipFill>
                      <a:blip r:embed="rId3"/>
                      <a:srcRect/>
                      <a:stretch>
                        <a:fillRect/>
                      </a:stretch>
                    </p:blipFill>
                    <p:spPr bwMode="auto">
                      <a:xfrm>
                        <a:off x="7120160" y="2144000"/>
                        <a:ext cx="1021752" cy="554760"/>
                      </a:xfrm>
                      <a:prstGeom prst="rect">
                        <a:avLst/>
                      </a:prstGeom>
                      <a:noFill/>
                      <a:ln>
                        <a:noFill/>
                      </a:ln>
                    </p:spPr>
                  </p:pic>
                </p:oleObj>
              </mc:Fallback>
            </mc:AlternateContent>
          </a:graphicData>
        </a:graphic>
      </p:graphicFrame>
      <p:graphicFrame>
        <p:nvGraphicFramePr>
          <p:cNvPr id="56324" name="Object 4">
            <a:extLst>
              <a:ext uri="{FF2B5EF4-FFF2-40B4-BE49-F238E27FC236}">
                <a16:creationId xmlns:a16="http://schemas.microsoft.com/office/drawing/2014/main" id="{5AA95300-2BB8-4C07-91ED-8DA9B750FE3E}"/>
              </a:ext>
            </a:extLst>
          </p:cNvPr>
          <p:cNvGraphicFramePr>
            <a:graphicFrameLocks noGrp="1" noChangeAspect="1"/>
          </p:cNvGraphicFramePr>
          <p:nvPr>
            <p:ph sz="half" idx="1"/>
          </p:nvPr>
        </p:nvGraphicFramePr>
        <p:xfrm>
          <a:off x="1295400" y="3048000"/>
          <a:ext cx="6864120" cy="992772"/>
        </p:xfrm>
        <a:graphic>
          <a:graphicData uri="http://schemas.openxmlformats.org/presentationml/2006/ole">
            <mc:AlternateContent xmlns:mc="http://schemas.openxmlformats.org/markup-compatibility/2006">
              <mc:Choice xmlns:v="urn:schemas-microsoft-com:vml" Requires="v">
                <p:oleObj name="Equation" r:id="rId4" imgW="2984400" imgH="431640" progId="Equation.DSMT4">
                  <p:embed/>
                </p:oleObj>
              </mc:Choice>
              <mc:Fallback>
                <p:oleObj name="Equation" r:id="rId4" imgW="2984400" imgH="431640" progId="Equation.DSMT4">
                  <p:embed/>
                  <p:pic>
                    <p:nvPicPr>
                      <p:cNvPr id="56324" name="Object 4">
                        <a:extLst>
                          <a:ext uri="{FF2B5EF4-FFF2-40B4-BE49-F238E27FC236}">
                            <a16:creationId xmlns:a16="http://schemas.microsoft.com/office/drawing/2014/main" id="{5AA95300-2BB8-4C07-91ED-8DA9B750FE3E}"/>
                          </a:ext>
                        </a:extLst>
                      </p:cNvPr>
                      <p:cNvPicPr>
                        <a:picLocks noChangeAspect="1" noChangeArrowheads="1"/>
                      </p:cNvPicPr>
                      <p:nvPr/>
                    </p:nvPicPr>
                    <p:blipFill>
                      <a:blip r:embed="rId5"/>
                      <a:srcRect/>
                      <a:stretch>
                        <a:fillRect/>
                      </a:stretch>
                    </p:blipFill>
                    <p:spPr bwMode="auto">
                      <a:xfrm>
                        <a:off x="1295400" y="3048000"/>
                        <a:ext cx="6864120" cy="9927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Rectangle 4">
            <a:extLst>
              <a:ext uri="{FF2B5EF4-FFF2-40B4-BE49-F238E27FC236}">
                <a16:creationId xmlns:a16="http://schemas.microsoft.com/office/drawing/2014/main" id="{862FF5A5-5607-4EC1-9839-A073BBBB4508}"/>
              </a:ext>
            </a:extLst>
          </p:cNvPr>
          <p:cNvSpPr>
            <a:spLocks noChangeArrowheads="1"/>
          </p:cNvSpPr>
          <p:nvPr/>
        </p:nvSpPr>
        <p:spPr bwMode="auto">
          <a:xfrm>
            <a:off x="762000" y="228600"/>
            <a:ext cx="47660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6"/>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7"/>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3.4.4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用</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计算相关函数</a:t>
            </a:r>
          </a:p>
        </p:txBody>
      </p:sp>
    </p:spTree>
    <p:extLst>
      <p:ext uri="{BB962C8B-B14F-4D97-AF65-F5344CB8AC3E}">
        <p14:creationId xmlns:p14="http://schemas.microsoft.com/office/powerpoint/2010/main" val="12672790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8" name="Group 3">
            <a:extLst>
              <a:ext uri="{FF2B5EF4-FFF2-40B4-BE49-F238E27FC236}">
                <a16:creationId xmlns:a16="http://schemas.microsoft.com/office/drawing/2014/main" id="{FC8212C4-3A41-4E94-9FB3-56BAF8ECBD38}"/>
              </a:ext>
            </a:extLst>
          </p:cNvPr>
          <p:cNvGrpSpPr>
            <a:grpSpLocks/>
          </p:cNvGrpSpPr>
          <p:nvPr/>
        </p:nvGrpSpPr>
        <p:grpSpPr bwMode="auto">
          <a:xfrm>
            <a:off x="940843" y="2167562"/>
            <a:ext cx="7056834" cy="3600946"/>
            <a:chOff x="2131" y="2730"/>
            <a:chExt cx="8312" cy="4921"/>
          </a:xfrm>
        </p:grpSpPr>
        <p:grpSp>
          <p:nvGrpSpPr>
            <p:cNvPr id="109" name="Group 4">
              <a:extLst>
                <a:ext uri="{FF2B5EF4-FFF2-40B4-BE49-F238E27FC236}">
                  <a16:creationId xmlns:a16="http://schemas.microsoft.com/office/drawing/2014/main" id="{50BF6FE0-097A-4641-8377-7EFA5E46749A}"/>
                </a:ext>
              </a:extLst>
            </p:cNvPr>
            <p:cNvGrpSpPr>
              <a:grpSpLocks/>
            </p:cNvGrpSpPr>
            <p:nvPr/>
          </p:nvGrpSpPr>
          <p:grpSpPr bwMode="auto">
            <a:xfrm>
              <a:off x="2131" y="2730"/>
              <a:ext cx="8312" cy="4921"/>
              <a:chOff x="2131" y="2730"/>
              <a:chExt cx="8312" cy="4921"/>
            </a:xfrm>
          </p:grpSpPr>
          <p:sp>
            <p:nvSpPr>
              <p:cNvPr id="112" name="Rectangle 5">
                <a:extLst>
                  <a:ext uri="{FF2B5EF4-FFF2-40B4-BE49-F238E27FC236}">
                    <a16:creationId xmlns:a16="http://schemas.microsoft.com/office/drawing/2014/main" id="{53D89F9F-C91E-4F61-83EE-14C9E0C2BCD5}"/>
                  </a:ext>
                </a:extLst>
              </p:cNvPr>
              <p:cNvSpPr>
                <a:spLocks noChangeArrowheads="1"/>
              </p:cNvSpPr>
              <p:nvPr/>
            </p:nvSpPr>
            <p:spPr bwMode="auto">
              <a:xfrm>
                <a:off x="2131" y="2730"/>
                <a:ext cx="8312" cy="4921"/>
              </a:xfrm>
              <a:prstGeom prst="rect">
                <a:avLst/>
              </a:prstGeom>
              <a:solidFill>
                <a:srgbClr val="FFFFFF"/>
              </a:solidFill>
              <a:ln w="5080">
                <a:solidFill>
                  <a:srgbClr val="FFFFFF"/>
                </a:solidFill>
                <a:miter lim="800000"/>
                <a:headEnd/>
                <a:tailEnd/>
              </a:ln>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3" name="Rectangle 6">
                <a:extLst>
                  <a:ext uri="{FF2B5EF4-FFF2-40B4-BE49-F238E27FC236}">
                    <a16:creationId xmlns:a16="http://schemas.microsoft.com/office/drawing/2014/main" id="{5A1078FD-7D2A-457D-8E0D-5D5548577D55}"/>
                  </a:ext>
                </a:extLst>
              </p:cNvPr>
              <p:cNvSpPr>
                <a:spLocks noChangeArrowheads="1"/>
              </p:cNvSpPr>
              <p:nvPr/>
            </p:nvSpPr>
            <p:spPr bwMode="auto">
              <a:xfrm>
                <a:off x="3180" y="3053"/>
                <a:ext cx="2702" cy="40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4" name="Rectangle 7">
                <a:extLst>
                  <a:ext uri="{FF2B5EF4-FFF2-40B4-BE49-F238E27FC236}">
                    <a16:creationId xmlns:a16="http://schemas.microsoft.com/office/drawing/2014/main" id="{7C36F6D9-70E9-4C16-93A7-231A9281CE9E}"/>
                  </a:ext>
                </a:extLst>
              </p:cNvPr>
              <p:cNvSpPr>
                <a:spLocks noChangeArrowheads="1"/>
              </p:cNvSpPr>
              <p:nvPr/>
            </p:nvSpPr>
            <p:spPr bwMode="auto">
              <a:xfrm>
                <a:off x="3180" y="3053"/>
                <a:ext cx="2702" cy="4005"/>
              </a:xfrm>
              <a:prstGeom prst="rect">
                <a:avLst/>
              </a:prstGeom>
              <a:noFill/>
              <a:ln w="508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5" name="Line 8">
                <a:extLst>
                  <a:ext uri="{FF2B5EF4-FFF2-40B4-BE49-F238E27FC236}">
                    <a16:creationId xmlns:a16="http://schemas.microsoft.com/office/drawing/2014/main" id="{10F9CF1E-E4D1-427A-A1F6-05DD9010DA42}"/>
                  </a:ext>
                </a:extLst>
              </p:cNvPr>
              <p:cNvSpPr>
                <a:spLocks noChangeShapeType="1"/>
              </p:cNvSpPr>
              <p:nvPr/>
            </p:nvSpPr>
            <p:spPr bwMode="auto">
              <a:xfrm>
                <a:off x="3180" y="7058"/>
                <a:ext cx="2702"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6" name="Line 9">
                <a:extLst>
                  <a:ext uri="{FF2B5EF4-FFF2-40B4-BE49-F238E27FC236}">
                    <a16:creationId xmlns:a16="http://schemas.microsoft.com/office/drawing/2014/main" id="{36394EA1-E364-47D7-A491-A71686013211}"/>
                  </a:ext>
                </a:extLst>
              </p:cNvPr>
              <p:cNvSpPr>
                <a:spLocks noChangeShapeType="1"/>
              </p:cNvSpPr>
              <p:nvPr/>
            </p:nvSpPr>
            <p:spPr bwMode="auto">
              <a:xfrm>
                <a:off x="3180" y="3053"/>
                <a:ext cx="2702"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7" name="Line 10">
                <a:extLst>
                  <a:ext uri="{FF2B5EF4-FFF2-40B4-BE49-F238E27FC236}">
                    <a16:creationId xmlns:a16="http://schemas.microsoft.com/office/drawing/2014/main" id="{C67AD538-6B62-4C7C-B452-D5A855309CDB}"/>
                  </a:ext>
                </a:extLst>
              </p:cNvPr>
              <p:cNvSpPr>
                <a:spLocks noChangeShapeType="1"/>
              </p:cNvSpPr>
              <p:nvPr/>
            </p:nvSpPr>
            <p:spPr bwMode="auto">
              <a:xfrm flipV="1">
                <a:off x="3180"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8" name="Line 11">
                <a:extLst>
                  <a:ext uri="{FF2B5EF4-FFF2-40B4-BE49-F238E27FC236}">
                    <a16:creationId xmlns:a16="http://schemas.microsoft.com/office/drawing/2014/main" id="{2B36D903-9437-4E41-9694-88A28BDB424D}"/>
                  </a:ext>
                </a:extLst>
              </p:cNvPr>
              <p:cNvSpPr>
                <a:spLocks noChangeShapeType="1"/>
              </p:cNvSpPr>
              <p:nvPr/>
            </p:nvSpPr>
            <p:spPr bwMode="auto">
              <a:xfrm flipV="1">
                <a:off x="5882"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9" name="Line 12">
                <a:extLst>
                  <a:ext uri="{FF2B5EF4-FFF2-40B4-BE49-F238E27FC236}">
                    <a16:creationId xmlns:a16="http://schemas.microsoft.com/office/drawing/2014/main" id="{200A7823-7986-48C2-A834-5407C93624C5}"/>
                  </a:ext>
                </a:extLst>
              </p:cNvPr>
              <p:cNvSpPr>
                <a:spLocks noChangeShapeType="1"/>
              </p:cNvSpPr>
              <p:nvPr/>
            </p:nvSpPr>
            <p:spPr bwMode="auto">
              <a:xfrm>
                <a:off x="3180" y="7058"/>
                <a:ext cx="2702"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0" name="Line 13">
                <a:extLst>
                  <a:ext uri="{FF2B5EF4-FFF2-40B4-BE49-F238E27FC236}">
                    <a16:creationId xmlns:a16="http://schemas.microsoft.com/office/drawing/2014/main" id="{594D00A3-1939-4E9D-9F86-554D7C76805B}"/>
                  </a:ext>
                </a:extLst>
              </p:cNvPr>
              <p:cNvSpPr>
                <a:spLocks noChangeShapeType="1"/>
              </p:cNvSpPr>
              <p:nvPr/>
            </p:nvSpPr>
            <p:spPr bwMode="auto">
              <a:xfrm flipV="1">
                <a:off x="3180"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1" name="Line 14">
                <a:extLst>
                  <a:ext uri="{FF2B5EF4-FFF2-40B4-BE49-F238E27FC236}">
                    <a16:creationId xmlns:a16="http://schemas.microsoft.com/office/drawing/2014/main" id="{9FD379CF-A46F-4839-A930-3B633E5FC24A}"/>
                  </a:ext>
                </a:extLst>
              </p:cNvPr>
              <p:cNvSpPr>
                <a:spLocks noChangeShapeType="1"/>
              </p:cNvSpPr>
              <p:nvPr/>
            </p:nvSpPr>
            <p:spPr bwMode="auto">
              <a:xfrm flipV="1">
                <a:off x="3244"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2" name="Line 15">
                <a:extLst>
                  <a:ext uri="{FF2B5EF4-FFF2-40B4-BE49-F238E27FC236}">
                    <a16:creationId xmlns:a16="http://schemas.microsoft.com/office/drawing/2014/main" id="{B43C3AB3-47E6-408A-AC40-207C2EFDDEE2}"/>
                  </a:ext>
                </a:extLst>
              </p:cNvPr>
              <p:cNvSpPr>
                <a:spLocks noChangeShapeType="1"/>
              </p:cNvSpPr>
              <p:nvPr/>
            </p:nvSpPr>
            <p:spPr bwMode="auto">
              <a:xfrm>
                <a:off x="3244"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3" name="Rectangle 16">
                <a:extLst>
                  <a:ext uri="{FF2B5EF4-FFF2-40B4-BE49-F238E27FC236}">
                    <a16:creationId xmlns:a16="http://schemas.microsoft.com/office/drawing/2014/main" id="{4D4E9F96-9D42-470C-8CE4-764BD8EDD00E}"/>
                  </a:ext>
                </a:extLst>
              </p:cNvPr>
              <p:cNvSpPr>
                <a:spLocks noChangeArrowheads="1"/>
              </p:cNvSpPr>
              <p:nvPr/>
            </p:nvSpPr>
            <p:spPr bwMode="auto">
              <a:xfrm>
                <a:off x="3148" y="7055"/>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-20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24" name="Line 17">
                <a:extLst>
                  <a:ext uri="{FF2B5EF4-FFF2-40B4-BE49-F238E27FC236}">
                    <a16:creationId xmlns:a16="http://schemas.microsoft.com/office/drawing/2014/main" id="{BF3C5F44-421A-49B6-870B-33D26A91782A}"/>
                  </a:ext>
                </a:extLst>
              </p:cNvPr>
              <p:cNvSpPr>
                <a:spLocks noChangeShapeType="1"/>
              </p:cNvSpPr>
              <p:nvPr/>
            </p:nvSpPr>
            <p:spPr bwMode="auto">
              <a:xfrm flipV="1">
                <a:off x="3886"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5" name="Line 18">
                <a:extLst>
                  <a:ext uri="{FF2B5EF4-FFF2-40B4-BE49-F238E27FC236}">
                    <a16:creationId xmlns:a16="http://schemas.microsoft.com/office/drawing/2014/main" id="{6219509B-7D9E-4CBC-BE2C-5B76D69395AE}"/>
                  </a:ext>
                </a:extLst>
              </p:cNvPr>
              <p:cNvSpPr>
                <a:spLocks noChangeShapeType="1"/>
              </p:cNvSpPr>
              <p:nvPr/>
            </p:nvSpPr>
            <p:spPr bwMode="auto">
              <a:xfrm>
                <a:off x="3886"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6" name="Rectangle 19">
                <a:extLst>
                  <a:ext uri="{FF2B5EF4-FFF2-40B4-BE49-F238E27FC236}">
                    <a16:creationId xmlns:a16="http://schemas.microsoft.com/office/drawing/2014/main" id="{842228B5-BBE9-4EC5-974F-9360AEAFE52C}"/>
                  </a:ext>
                </a:extLst>
              </p:cNvPr>
              <p:cNvSpPr>
                <a:spLocks noChangeArrowheads="1"/>
              </p:cNvSpPr>
              <p:nvPr/>
            </p:nvSpPr>
            <p:spPr bwMode="auto">
              <a:xfrm>
                <a:off x="3778" y="7055"/>
                <a:ext cx="32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-10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27" name="Line 20">
                <a:extLst>
                  <a:ext uri="{FF2B5EF4-FFF2-40B4-BE49-F238E27FC236}">
                    <a16:creationId xmlns:a16="http://schemas.microsoft.com/office/drawing/2014/main" id="{0581E400-CE6E-45EA-8232-CF62BC8BFD53}"/>
                  </a:ext>
                </a:extLst>
              </p:cNvPr>
              <p:cNvSpPr>
                <a:spLocks noChangeShapeType="1"/>
              </p:cNvSpPr>
              <p:nvPr/>
            </p:nvSpPr>
            <p:spPr bwMode="auto">
              <a:xfrm flipV="1">
                <a:off x="4535"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8" name="Line 21">
                <a:extLst>
                  <a:ext uri="{FF2B5EF4-FFF2-40B4-BE49-F238E27FC236}">
                    <a16:creationId xmlns:a16="http://schemas.microsoft.com/office/drawing/2014/main" id="{CC6C8592-19B2-4FB1-96C0-1C60EC2FD77B}"/>
                  </a:ext>
                </a:extLst>
              </p:cNvPr>
              <p:cNvSpPr>
                <a:spLocks noChangeShapeType="1"/>
              </p:cNvSpPr>
              <p:nvPr/>
            </p:nvSpPr>
            <p:spPr bwMode="auto">
              <a:xfrm>
                <a:off x="4535"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29" name="Rectangle 22">
                <a:extLst>
                  <a:ext uri="{FF2B5EF4-FFF2-40B4-BE49-F238E27FC236}">
                    <a16:creationId xmlns:a16="http://schemas.microsoft.com/office/drawing/2014/main" id="{AEE70554-0F1D-4F09-B805-F2F6185C41D7}"/>
                  </a:ext>
                </a:extLst>
              </p:cNvPr>
              <p:cNvSpPr>
                <a:spLocks noChangeArrowheads="1"/>
              </p:cNvSpPr>
              <p:nvPr/>
            </p:nvSpPr>
            <p:spPr bwMode="auto">
              <a:xfrm>
                <a:off x="4514" y="7055"/>
                <a:ext cx="1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30" name="Line 23">
                <a:extLst>
                  <a:ext uri="{FF2B5EF4-FFF2-40B4-BE49-F238E27FC236}">
                    <a16:creationId xmlns:a16="http://schemas.microsoft.com/office/drawing/2014/main" id="{C31BE1D2-50D6-4BAA-9A14-F93C3CFDE135}"/>
                  </a:ext>
                </a:extLst>
              </p:cNvPr>
              <p:cNvSpPr>
                <a:spLocks noChangeShapeType="1"/>
              </p:cNvSpPr>
              <p:nvPr/>
            </p:nvSpPr>
            <p:spPr bwMode="auto">
              <a:xfrm flipV="1">
                <a:off x="5176"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1" name="Line 24">
                <a:extLst>
                  <a:ext uri="{FF2B5EF4-FFF2-40B4-BE49-F238E27FC236}">
                    <a16:creationId xmlns:a16="http://schemas.microsoft.com/office/drawing/2014/main" id="{908DA178-D95F-4E6E-8137-31C675D67179}"/>
                  </a:ext>
                </a:extLst>
              </p:cNvPr>
              <p:cNvSpPr>
                <a:spLocks noChangeShapeType="1"/>
              </p:cNvSpPr>
              <p:nvPr/>
            </p:nvSpPr>
            <p:spPr bwMode="auto">
              <a:xfrm>
                <a:off x="5176"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2" name="Rectangle 25">
                <a:extLst>
                  <a:ext uri="{FF2B5EF4-FFF2-40B4-BE49-F238E27FC236}">
                    <a16:creationId xmlns:a16="http://schemas.microsoft.com/office/drawing/2014/main" id="{AC735CA9-0E42-4CE8-85BB-3C279423540C}"/>
                  </a:ext>
                </a:extLst>
              </p:cNvPr>
              <p:cNvSpPr>
                <a:spLocks noChangeArrowheads="1"/>
              </p:cNvSpPr>
              <p:nvPr/>
            </p:nvSpPr>
            <p:spPr bwMode="auto">
              <a:xfrm>
                <a:off x="5144" y="7055"/>
                <a:ext cx="25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10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33" name="Line 26">
                <a:extLst>
                  <a:ext uri="{FF2B5EF4-FFF2-40B4-BE49-F238E27FC236}">
                    <a16:creationId xmlns:a16="http://schemas.microsoft.com/office/drawing/2014/main" id="{EC62A51F-6579-406B-AAC5-0EC4287E0691}"/>
                  </a:ext>
                </a:extLst>
              </p:cNvPr>
              <p:cNvSpPr>
                <a:spLocks noChangeShapeType="1"/>
              </p:cNvSpPr>
              <p:nvPr/>
            </p:nvSpPr>
            <p:spPr bwMode="auto">
              <a:xfrm flipV="1">
                <a:off x="5818"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4" name="Line 27">
                <a:extLst>
                  <a:ext uri="{FF2B5EF4-FFF2-40B4-BE49-F238E27FC236}">
                    <a16:creationId xmlns:a16="http://schemas.microsoft.com/office/drawing/2014/main" id="{FE232591-8863-4926-B006-7FD95095B729}"/>
                  </a:ext>
                </a:extLst>
              </p:cNvPr>
              <p:cNvSpPr>
                <a:spLocks noChangeShapeType="1"/>
              </p:cNvSpPr>
              <p:nvPr/>
            </p:nvSpPr>
            <p:spPr bwMode="auto">
              <a:xfrm>
                <a:off x="5818"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5" name="Rectangle 28">
                <a:extLst>
                  <a:ext uri="{FF2B5EF4-FFF2-40B4-BE49-F238E27FC236}">
                    <a16:creationId xmlns:a16="http://schemas.microsoft.com/office/drawing/2014/main" id="{9938840E-368C-4DBA-9EE3-11F706C4625D}"/>
                  </a:ext>
                </a:extLst>
              </p:cNvPr>
              <p:cNvSpPr>
                <a:spLocks noChangeArrowheads="1"/>
              </p:cNvSpPr>
              <p:nvPr/>
            </p:nvSpPr>
            <p:spPr bwMode="auto">
              <a:xfrm>
                <a:off x="5669" y="7055"/>
                <a:ext cx="25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20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36" name="Line 29">
                <a:extLst>
                  <a:ext uri="{FF2B5EF4-FFF2-40B4-BE49-F238E27FC236}">
                    <a16:creationId xmlns:a16="http://schemas.microsoft.com/office/drawing/2014/main" id="{25E5EB48-C0EE-4DAB-9DAB-AB8872B75EC5}"/>
                  </a:ext>
                </a:extLst>
              </p:cNvPr>
              <p:cNvSpPr>
                <a:spLocks noChangeShapeType="1"/>
              </p:cNvSpPr>
              <p:nvPr/>
            </p:nvSpPr>
            <p:spPr bwMode="auto">
              <a:xfrm>
                <a:off x="3180" y="7058"/>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7" name="Line 30">
                <a:extLst>
                  <a:ext uri="{FF2B5EF4-FFF2-40B4-BE49-F238E27FC236}">
                    <a16:creationId xmlns:a16="http://schemas.microsoft.com/office/drawing/2014/main" id="{2C647A8D-9E50-4C64-9F92-CBFEE1EDEF3B}"/>
                  </a:ext>
                </a:extLst>
              </p:cNvPr>
              <p:cNvSpPr>
                <a:spLocks noChangeShapeType="1"/>
              </p:cNvSpPr>
              <p:nvPr/>
            </p:nvSpPr>
            <p:spPr bwMode="auto">
              <a:xfrm flipH="1">
                <a:off x="5834" y="7058"/>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38" name="Rectangle 31">
                <a:extLst>
                  <a:ext uri="{FF2B5EF4-FFF2-40B4-BE49-F238E27FC236}">
                    <a16:creationId xmlns:a16="http://schemas.microsoft.com/office/drawing/2014/main" id="{CF7EF8A5-81C0-4681-9D32-9D3491966C1E}"/>
                  </a:ext>
                </a:extLst>
              </p:cNvPr>
              <p:cNvSpPr>
                <a:spLocks noChangeArrowheads="1"/>
              </p:cNvSpPr>
              <p:nvPr/>
            </p:nvSpPr>
            <p:spPr bwMode="auto">
              <a:xfrm>
                <a:off x="2792" y="7002"/>
                <a:ext cx="32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39" name="Line 32">
                <a:extLst>
                  <a:ext uri="{FF2B5EF4-FFF2-40B4-BE49-F238E27FC236}">
                    <a16:creationId xmlns:a16="http://schemas.microsoft.com/office/drawing/2014/main" id="{BA9C574A-7113-4764-B79F-A3B67A2FE649}"/>
                  </a:ext>
                </a:extLst>
              </p:cNvPr>
              <p:cNvSpPr>
                <a:spLocks noChangeShapeType="1"/>
              </p:cNvSpPr>
              <p:nvPr/>
            </p:nvSpPr>
            <p:spPr bwMode="auto">
              <a:xfrm>
                <a:off x="3180" y="6486"/>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0" name="Line 33">
                <a:extLst>
                  <a:ext uri="{FF2B5EF4-FFF2-40B4-BE49-F238E27FC236}">
                    <a16:creationId xmlns:a16="http://schemas.microsoft.com/office/drawing/2014/main" id="{7D064F10-D362-4C52-94BB-7DE2BBEC9937}"/>
                  </a:ext>
                </a:extLst>
              </p:cNvPr>
              <p:cNvSpPr>
                <a:spLocks noChangeShapeType="1"/>
              </p:cNvSpPr>
              <p:nvPr/>
            </p:nvSpPr>
            <p:spPr bwMode="auto">
              <a:xfrm flipH="1">
                <a:off x="5834" y="6486"/>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1" name="Rectangle 34">
                <a:extLst>
                  <a:ext uri="{FF2B5EF4-FFF2-40B4-BE49-F238E27FC236}">
                    <a16:creationId xmlns:a16="http://schemas.microsoft.com/office/drawing/2014/main" id="{059E8802-79BF-4623-888F-C10D4D6AF1C2}"/>
                  </a:ext>
                </a:extLst>
              </p:cNvPr>
              <p:cNvSpPr>
                <a:spLocks noChangeArrowheads="1"/>
              </p:cNvSpPr>
              <p:nvPr/>
            </p:nvSpPr>
            <p:spPr bwMode="auto">
              <a:xfrm>
                <a:off x="2942" y="6429"/>
                <a:ext cx="1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42" name="Line 35">
                <a:extLst>
                  <a:ext uri="{FF2B5EF4-FFF2-40B4-BE49-F238E27FC236}">
                    <a16:creationId xmlns:a16="http://schemas.microsoft.com/office/drawing/2014/main" id="{9C8BBDF3-2F15-471D-A978-90B9F7EBD01A}"/>
                  </a:ext>
                </a:extLst>
              </p:cNvPr>
              <p:cNvSpPr>
                <a:spLocks noChangeShapeType="1"/>
              </p:cNvSpPr>
              <p:nvPr/>
            </p:nvSpPr>
            <p:spPr bwMode="auto">
              <a:xfrm>
                <a:off x="3180" y="5914"/>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3" name="Line 36">
                <a:extLst>
                  <a:ext uri="{FF2B5EF4-FFF2-40B4-BE49-F238E27FC236}">
                    <a16:creationId xmlns:a16="http://schemas.microsoft.com/office/drawing/2014/main" id="{AB743FAC-FFCF-499F-8ADF-31BADB9A85B5}"/>
                  </a:ext>
                </a:extLst>
              </p:cNvPr>
              <p:cNvSpPr>
                <a:spLocks noChangeShapeType="1"/>
              </p:cNvSpPr>
              <p:nvPr/>
            </p:nvSpPr>
            <p:spPr bwMode="auto">
              <a:xfrm flipH="1">
                <a:off x="5834" y="5914"/>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4" name="Rectangle 37">
                <a:extLst>
                  <a:ext uri="{FF2B5EF4-FFF2-40B4-BE49-F238E27FC236}">
                    <a16:creationId xmlns:a16="http://schemas.microsoft.com/office/drawing/2014/main" id="{43E759A6-9C1D-4FAF-B6DC-D66D707EF3F1}"/>
                  </a:ext>
                </a:extLst>
              </p:cNvPr>
              <p:cNvSpPr>
                <a:spLocks noChangeArrowheads="1"/>
              </p:cNvSpPr>
              <p:nvPr/>
            </p:nvSpPr>
            <p:spPr bwMode="auto">
              <a:xfrm>
                <a:off x="2863" y="5856"/>
                <a:ext cx="25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45" name="Line 38">
                <a:extLst>
                  <a:ext uri="{FF2B5EF4-FFF2-40B4-BE49-F238E27FC236}">
                    <a16:creationId xmlns:a16="http://schemas.microsoft.com/office/drawing/2014/main" id="{6BF021F1-58B2-41DA-9783-3D7938D2D487}"/>
                  </a:ext>
                </a:extLst>
              </p:cNvPr>
              <p:cNvSpPr>
                <a:spLocks noChangeShapeType="1"/>
              </p:cNvSpPr>
              <p:nvPr/>
            </p:nvSpPr>
            <p:spPr bwMode="auto">
              <a:xfrm>
                <a:off x="3180" y="5342"/>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6" name="Line 39">
                <a:extLst>
                  <a:ext uri="{FF2B5EF4-FFF2-40B4-BE49-F238E27FC236}">
                    <a16:creationId xmlns:a16="http://schemas.microsoft.com/office/drawing/2014/main" id="{687F84D7-BABB-45A0-AECB-1431BBCF07C1}"/>
                  </a:ext>
                </a:extLst>
              </p:cNvPr>
              <p:cNvSpPr>
                <a:spLocks noChangeShapeType="1"/>
              </p:cNvSpPr>
              <p:nvPr/>
            </p:nvSpPr>
            <p:spPr bwMode="auto">
              <a:xfrm flipH="1">
                <a:off x="5834" y="5342"/>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7" name="Rectangle 40">
                <a:extLst>
                  <a:ext uri="{FF2B5EF4-FFF2-40B4-BE49-F238E27FC236}">
                    <a16:creationId xmlns:a16="http://schemas.microsoft.com/office/drawing/2014/main" id="{D7C484AE-09A1-449F-B07F-8DB20D90FFB3}"/>
                  </a:ext>
                </a:extLst>
              </p:cNvPr>
              <p:cNvSpPr>
                <a:spLocks noChangeArrowheads="1"/>
              </p:cNvSpPr>
              <p:nvPr/>
            </p:nvSpPr>
            <p:spPr bwMode="auto">
              <a:xfrm>
                <a:off x="2779" y="5282"/>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100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48" name="Line 41">
                <a:extLst>
                  <a:ext uri="{FF2B5EF4-FFF2-40B4-BE49-F238E27FC236}">
                    <a16:creationId xmlns:a16="http://schemas.microsoft.com/office/drawing/2014/main" id="{AA649A96-BAAD-4775-B4CC-035DC9C9106D}"/>
                  </a:ext>
                </a:extLst>
              </p:cNvPr>
              <p:cNvSpPr>
                <a:spLocks noChangeShapeType="1"/>
              </p:cNvSpPr>
              <p:nvPr/>
            </p:nvSpPr>
            <p:spPr bwMode="auto">
              <a:xfrm>
                <a:off x="3180" y="4769"/>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9" name="Line 42">
                <a:extLst>
                  <a:ext uri="{FF2B5EF4-FFF2-40B4-BE49-F238E27FC236}">
                    <a16:creationId xmlns:a16="http://schemas.microsoft.com/office/drawing/2014/main" id="{6C00DBB6-F3C6-4C22-BADE-C93991D9CFD8}"/>
                  </a:ext>
                </a:extLst>
              </p:cNvPr>
              <p:cNvSpPr>
                <a:spLocks noChangeShapeType="1"/>
              </p:cNvSpPr>
              <p:nvPr/>
            </p:nvSpPr>
            <p:spPr bwMode="auto">
              <a:xfrm flipH="1">
                <a:off x="5834" y="4769"/>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0" name="Rectangle 43">
                <a:extLst>
                  <a:ext uri="{FF2B5EF4-FFF2-40B4-BE49-F238E27FC236}">
                    <a16:creationId xmlns:a16="http://schemas.microsoft.com/office/drawing/2014/main" id="{F8C80B4B-9B04-4864-A676-72C0941EBB7A}"/>
                  </a:ext>
                </a:extLst>
              </p:cNvPr>
              <p:cNvSpPr>
                <a:spLocks noChangeArrowheads="1"/>
              </p:cNvSpPr>
              <p:nvPr/>
            </p:nvSpPr>
            <p:spPr bwMode="auto">
              <a:xfrm>
                <a:off x="2779" y="4712"/>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150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51" name="Line 44">
                <a:extLst>
                  <a:ext uri="{FF2B5EF4-FFF2-40B4-BE49-F238E27FC236}">
                    <a16:creationId xmlns:a16="http://schemas.microsoft.com/office/drawing/2014/main" id="{E7A289FA-8D6A-48E0-B3FB-175ADC6E95B2}"/>
                  </a:ext>
                </a:extLst>
              </p:cNvPr>
              <p:cNvSpPr>
                <a:spLocks noChangeShapeType="1"/>
              </p:cNvSpPr>
              <p:nvPr/>
            </p:nvSpPr>
            <p:spPr bwMode="auto">
              <a:xfrm>
                <a:off x="3180" y="4197"/>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2" name="Line 45">
                <a:extLst>
                  <a:ext uri="{FF2B5EF4-FFF2-40B4-BE49-F238E27FC236}">
                    <a16:creationId xmlns:a16="http://schemas.microsoft.com/office/drawing/2014/main" id="{E6C4A5CF-F079-4BBA-BF5B-11B2E464C926}"/>
                  </a:ext>
                </a:extLst>
              </p:cNvPr>
              <p:cNvSpPr>
                <a:spLocks noChangeShapeType="1"/>
              </p:cNvSpPr>
              <p:nvPr/>
            </p:nvSpPr>
            <p:spPr bwMode="auto">
              <a:xfrm flipH="1">
                <a:off x="5834" y="4197"/>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3" name="Rectangle 46">
                <a:extLst>
                  <a:ext uri="{FF2B5EF4-FFF2-40B4-BE49-F238E27FC236}">
                    <a16:creationId xmlns:a16="http://schemas.microsoft.com/office/drawing/2014/main" id="{99684EE4-0437-4A4C-958B-A1C45D2F9160}"/>
                  </a:ext>
                </a:extLst>
              </p:cNvPr>
              <p:cNvSpPr>
                <a:spLocks noChangeArrowheads="1"/>
              </p:cNvSpPr>
              <p:nvPr/>
            </p:nvSpPr>
            <p:spPr bwMode="auto">
              <a:xfrm>
                <a:off x="2779" y="4140"/>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200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54" name="Line 47">
                <a:extLst>
                  <a:ext uri="{FF2B5EF4-FFF2-40B4-BE49-F238E27FC236}">
                    <a16:creationId xmlns:a16="http://schemas.microsoft.com/office/drawing/2014/main" id="{890D1F2A-1D09-4E15-88CF-83F7A384DBA8}"/>
                  </a:ext>
                </a:extLst>
              </p:cNvPr>
              <p:cNvSpPr>
                <a:spLocks noChangeShapeType="1"/>
              </p:cNvSpPr>
              <p:nvPr/>
            </p:nvSpPr>
            <p:spPr bwMode="auto">
              <a:xfrm>
                <a:off x="3180" y="3625"/>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5" name="Line 48">
                <a:extLst>
                  <a:ext uri="{FF2B5EF4-FFF2-40B4-BE49-F238E27FC236}">
                    <a16:creationId xmlns:a16="http://schemas.microsoft.com/office/drawing/2014/main" id="{AC013A48-4046-46F4-85AF-BBFB45938D1A}"/>
                  </a:ext>
                </a:extLst>
              </p:cNvPr>
              <p:cNvSpPr>
                <a:spLocks noChangeShapeType="1"/>
              </p:cNvSpPr>
              <p:nvPr/>
            </p:nvSpPr>
            <p:spPr bwMode="auto">
              <a:xfrm flipH="1">
                <a:off x="5834" y="3625"/>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6" name="Rectangle 49">
                <a:extLst>
                  <a:ext uri="{FF2B5EF4-FFF2-40B4-BE49-F238E27FC236}">
                    <a16:creationId xmlns:a16="http://schemas.microsoft.com/office/drawing/2014/main" id="{844AB5E8-C13E-47BE-A9C3-2EAF7A63E583}"/>
                  </a:ext>
                </a:extLst>
              </p:cNvPr>
              <p:cNvSpPr>
                <a:spLocks noChangeArrowheads="1"/>
              </p:cNvSpPr>
              <p:nvPr/>
            </p:nvSpPr>
            <p:spPr bwMode="auto">
              <a:xfrm>
                <a:off x="2779" y="3568"/>
                <a:ext cx="37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250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57" name="Line 50">
                <a:extLst>
                  <a:ext uri="{FF2B5EF4-FFF2-40B4-BE49-F238E27FC236}">
                    <a16:creationId xmlns:a16="http://schemas.microsoft.com/office/drawing/2014/main" id="{D0E83FEE-9D7D-4448-945B-080F1F3A83CA}"/>
                  </a:ext>
                </a:extLst>
              </p:cNvPr>
              <p:cNvSpPr>
                <a:spLocks noChangeShapeType="1"/>
              </p:cNvSpPr>
              <p:nvPr/>
            </p:nvSpPr>
            <p:spPr bwMode="auto">
              <a:xfrm>
                <a:off x="3180" y="3053"/>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8" name="Line 51">
                <a:extLst>
                  <a:ext uri="{FF2B5EF4-FFF2-40B4-BE49-F238E27FC236}">
                    <a16:creationId xmlns:a16="http://schemas.microsoft.com/office/drawing/2014/main" id="{B90F31C1-D605-4E02-A025-31EE76703EFC}"/>
                  </a:ext>
                </a:extLst>
              </p:cNvPr>
              <p:cNvSpPr>
                <a:spLocks noChangeShapeType="1"/>
              </p:cNvSpPr>
              <p:nvPr/>
            </p:nvSpPr>
            <p:spPr bwMode="auto">
              <a:xfrm flipH="1">
                <a:off x="5834" y="3053"/>
                <a:ext cx="48"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59" name="Rectangle 52">
                <a:extLst>
                  <a:ext uri="{FF2B5EF4-FFF2-40B4-BE49-F238E27FC236}">
                    <a16:creationId xmlns:a16="http://schemas.microsoft.com/office/drawing/2014/main" id="{CAD5E238-117C-43E4-8E29-15D90731194C}"/>
                  </a:ext>
                </a:extLst>
              </p:cNvPr>
              <p:cNvSpPr>
                <a:spLocks noChangeArrowheads="1"/>
              </p:cNvSpPr>
              <p:nvPr/>
            </p:nvSpPr>
            <p:spPr bwMode="auto">
              <a:xfrm>
                <a:off x="2743" y="2997"/>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300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160" name="Line 53">
                <a:extLst>
                  <a:ext uri="{FF2B5EF4-FFF2-40B4-BE49-F238E27FC236}">
                    <a16:creationId xmlns:a16="http://schemas.microsoft.com/office/drawing/2014/main" id="{036A2703-34F7-4D5F-AADB-B10DAD015619}"/>
                  </a:ext>
                </a:extLst>
              </p:cNvPr>
              <p:cNvSpPr>
                <a:spLocks noChangeShapeType="1"/>
              </p:cNvSpPr>
              <p:nvPr/>
            </p:nvSpPr>
            <p:spPr bwMode="auto">
              <a:xfrm>
                <a:off x="3180" y="7058"/>
                <a:ext cx="2702"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1" name="Line 54">
                <a:extLst>
                  <a:ext uri="{FF2B5EF4-FFF2-40B4-BE49-F238E27FC236}">
                    <a16:creationId xmlns:a16="http://schemas.microsoft.com/office/drawing/2014/main" id="{7BAFBF16-902D-4CE5-B8F3-C199A738989B}"/>
                  </a:ext>
                </a:extLst>
              </p:cNvPr>
              <p:cNvSpPr>
                <a:spLocks noChangeShapeType="1"/>
              </p:cNvSpPr>
              <p:nvPr/>
            </p:nvSpPr>
            <p:spPr bwMode="auto">
              <a:xfrm>
                <a:off x="3180" y="3053"/>
                <a:ext cx="2702"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2" name="Line 55">
                <a:extLst>
                  <a:ext uri="{FF2B5EF4-FFF2-40B4-BE49-F238E27FC236}">
                    <a16:creationId xmlns:a16="http://schemas.microsoft.com/office/drawing/2014/main" id="{AD163959-14E6-430E-92B6-2D01BD4AD33B}"/>
                  </a:ext>
                </a:extLst>
              </p:cNvPr>
              <p:cNvSpPr>
                <a:spLocks noChangeShapeType="1"/>
              </p:cNvSpPr>
              <p:nvPr/>
            </p:nvSpPr>
            <p:spPr bwMode="auto">
              <a:xfrm flipV="1">
                <a:off x="3180"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3" name="Line 56">
                <a:extLst>
                  <a:ext uri="{FF2B5EF4-FFF2-40B4-BE49-F238E27FC236}">
                    <a16:creationId xmlns:a16="http://schemas.microsoft.com/office/drawing/2014/main" id="{E4FC9763-844E-4B7C-B98F-09A4B3D1BCB8}"/>
                  </a:ext>
                </a:extLst>
              </p:cNvPr>
              <p:cNvSpPr>
                <a:spLocks noChangeShapeType="1"/>
              </p:cNvSpPr>
              <p:nvPr/>
            </p:nvSpPr>
            <p:spPr bwMode="auto">
              <a:xfrm flipV="1">
                <a:off x="5882"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4" name="Oval 57">
                <a:extLst>
                  <a:ext uri="{FF2B5EF4-FFF2-40B4-BE49-F238E27FC236}">
                    <a16:creationId xmlns:a16="http://schemas.microsoft.com/office/drawing/2014/main" id="{D11115A5-990C-43C9-9672-07D2C991B45F}"/>
                  </a:ext>
                </a:extLst>
              </p:cNvPr>
              <p:cNvSpPr>
                <a:spLocks noChangeArrowheads="1"/>
              </p:cNvSpPr>
              <p:nvPr/>
            </p:nvSpPr>
            <p:spPr bwMode="auto">
              <a:xfrm>
                <a:off x="3155"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5" name="Oval 58">
                <a:extLst>
                  <a:ext uri="{FF2B5EF4-FFF2-40B4-BE49-F238E27FC236}">
                    <a16:creationId xmlns:a16="http://schemas.microsoft.com/office/drawing/2014/main" id="{C7F2719A-5A7B-42DD-8911-E42ABEBCE339}"/>
                  </a:ext>
                </a:extLst>
              </p:cNvPr>
              <p:cNvSpPr>
                <a:spLocks noChangeArrowheads="1"/>
              </p:cNvSpPr>
              <p:nvPr/>
            </p:nvSpPr>
            <p:spPr bwMode="auto">
              <a:xfrm>
                <a:off x="3220"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6" name="Oval 59">
                <a:extLst>
                  <a:ext uri="{FF2B5EF4-FFF2-40B4-BE49-F238E27FC236}">
                    <a16:creationId xmlns:a16="http://schemas.microsoft.com/office/drawing/2014/main" id="{182C86D6-74C7-4A42-886E-9542A22280E8}"/>
                  </a:ext>
                </a:extLst>
              </p:cNvPr>
              <p:cNvSpPr>
                <a:spLocks noChangeArrowheads="1"/>
              </p:cNvSpPr>
              <p:nvPr/>
            </p:nvSpPr>
            <p:spPr bwMode="auto">
              <a:xfrm>
                <a:off x="3285"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7" name="Oval 60">
                <a:extLst>
                  <a:ext uri="{FF2B5EF4-FFF2-40B4-BE49-F238E27FC236}">
                    <a16:creationId xmlns:a16="http://schemas.microsoft.com/office/drawing/2014/main" id="{A37BB0E5-0695-486B-A4DA-90DB41387546}"/>
                  </a:ext>
                </a:extLst>
              </p:cNvPr>
              <p:cNvSpPr>
                <a:spLocks noChangeArrowheads="1"/>
              </p:cNvSpPr>
              <p:nvPr/>
            </p:nvSpPr>
            <p:spPr bwMode="auto">
              <a:xfrm>
                <a:off x="3350"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8" name="Oval 61">
                <a:extLst>
                  <a:ext uri="{FF2B5EF4-FFF2-40B4-BE49-F238E27FC236}">
                    <a16:creationId xmlns:a16="http://schemas.microsoft.com/office/drawing/2014/main" id="{982695FA-61CB-4EA4-AD87-A64941EA50D2}"/>
                  </a:ext>
                </a:extLst>
              </p:cNvPr>
              <p:cNvSpPr>
                <a:spLocks noChangeArrowheads="1"/>
              </p:cNvSpPr>
              <p:nvPr/>
            </p:nvSpPr>
            <p:spPr bwMode="auto">
              <a:xfrm>
                <a:off x="3415" y="6472"/>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69" name="Oval 62">
                <a:extLst>
                  <a:ext uri="{FF2B5EF4-FFF2-40B4-BE49-F238E27FC236}">
                    <a16:creationId xmlns:a16="http://schemas.microsoft.com/office/drawing/2014/main" id="{7A3CD896-03FD-4D5B-93D4-B2D6D0CEC096}"/>
                  </a:ext>
                </a:extLst>
              </p:cNvPr>
              <p:cNvSpPr>
                <a:spLocks noChangeArrowheads="1"/>
              </p:cNvSpPr>
              <p:nvPr/>
            </p:nvSpPr>
            <p:spPr bwMode="auto">
              <a:xfrm>
                <a:off x="3480" y="647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0" name="Oval 63">
                <a:extLst>
                  <a:ext uri="{FF2B5EF4-FFF2-40B4-BE49-F238E27FC236}">
                    <a16:creationId xmlns:a16="http://schemas.microsoft.com/office/drawing/2014/main" id="{E9D53107-3A2F-4289-BFAB-7A1167424604}"/>
                  </a:ext>
                </a:extLst>
              </p:cNvPr>
              <p:cNvSpPr>
                <a:spLocks noChangeArrowheads="1"/>
              </p:cNvSpPr>
              <p:nvPr/>
            </p:nvSpPr>
            <p:spPr bwMode="auto">
              <a:xfrm>
                <a:off x="3545" y="647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1" name="Oval 64">
                <a:extLst>
                  <a:ext uri="{FF2B5EF4-FFF2-40B4-BE49-F238E27FC236}">
                    <a16:creationId xmlns:a16="http://schemas.microsoft.com/office/drawing/2014/main" id="{6C637431-D403-4EBC-8462-95F75CE28B29}"/>
                  </a:ext>
                </a:extLst>
              </p:cNvPr>
              <p:cNvSpPr>
                <a:spLocks noChangeArrowheads="1"/>
              </p:cNvSpPr>
              <p:nvPr/>
            </p:nvSpPr>
            <p:spPr bwMode="auto">
              <a:xfrm>
                <a:off x="3610" y="645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2" name="Oval 65">
                <a:extLst>
                  <a:ext uri="{FF2B5EF4-FFF2-40B4-BE49-F238E27FC236}">
                    <a16:creationId xmlns:a16="http://schemas.microsoft.com/office/drawing/2014/main" id="{61F05638-5D5C-48AD-9815-B7315B187D2E}"/>
                  </a:ext>
                </a:extLst>
              </p:cNvPr>
              <p:cNvSpPr>
                <a:spLocks noChangeArrowheads="1"/>
              </p:cNvSpPr>
              <p:nvPr/>
            </p:nvSpPr>
            <p:spPr bwMode="auto">
              <a:xfrm>
                <a:off x="3667" y="6393"/>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3" name="Oval 66">
                <a:extLst>
                  <a:ext uri="{FF2B5EF4-FFF2-40B4-BE49-F238E27FC236}">
                    <a16:creationId xmlns:a16="http://schemas.microsoft.com/office/drawing/2014/main" id="{280B22DC-08CF-46D3-8C64-A3C43F5AA158}"/>
                  </a:ext>
                </a:extLst>
              </p:cNvPr>
              <p:cNvSpPr>
                <a:spLocks noChangeArrowheads="1"/>
              </p:cNvSpPr>
              <p:nvPr/>
            </p:nvSpPr>
            <p:spPr bwMode="auto">
              <a:xfrm>
                <a:off x="3732" y="6364"/>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4" name="Oval 67">
                <a:extLst>
                  <a:ext uri="{FF2B5EF4-FFF2-40B4-BE49-F238E27FC236}">
                    <a16:creationId xmlns:a16="http://schemas.microsoft.com/office/drawing/2014/main" id="{233758C7-5AC4-43A7-9520-96FCCEA06B37}"/>
                  </a:ext>
                </a:extLst>
              </p:cNvPr>
              <p:cNvSpPr>
                <a:spLocks noChangeArrowheads="1"/>
              </p:cNvSpPr>
              <p:nvPr/>
            </p:nvSpPr>
            <p:spPr bwMode="auto">
              <a:xfrm>
                <a:off x="3796" y="631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5" name="Oval 68">
                <a:extLst>
                  <a:ext uri="{FF2B5EF4-FFF2-40B4-BE49-F238E27FC236}">
                    <a16:creationId xmlns:a16="http://schemas.microsoft.com/office/drawing/2014/main" id="{A8536089-32C5-4A99-B46E-187B9D85E283}"/>
                  </a:ext>
                </a:extLst>
              </p:cNvPr>
              <p:cNvSpPr>
                <a:spLocks noChangeArrowheads="1"/>
              </p:cNvSpPr>
              <p:nvPr/>
            </p:nvSpPr>
            <p:spPr bwMode="auto">
              <a:xfrm>
                <a:off x="3861" y="644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6" name="Oval 69">
                <a:extLst>
                  <a:ext uri="{FF2B5EF4-FFF2-40B4-BE49-F238E27FC236}">
                    <a16:creationId xmlns:a16="http://schemas.microsoft.com/office/drawing/2014/main" id="{55159E8C-6E04-4A00-9F29-B303EA6AA7EE}"/>
                  </a:ext>
                </a:extLst>
              </p:cNvPr>
              <p:cNvSpPr>
                <a:spLocks noChangeArrowheads="1"/>
              </p:cNvSpPr>
              <p:nvPr/>
            </p:nvSpPr>
            <p:spPr bwMode="auto">
              <a:xfrm>
                <a:off x="3926" y="655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7" name="Oval 70">
                <a:extLst>
                  <a:ext uri="{FF2B5EF4-FFF2-40B4-BE49-F238E27FC236}">
                    <a16:creationId xmlns:a16="http://schemas.microsoft.com/office/drawing/2014/main" id="{68D969E5-1026-40CB-9EC5-923386BA5F87}"/>
                  </a:ext>
                </a:extLst>
              </p:cNvPr>
              <p:cNvSpPr>
                <a:spLocks noChangeArrowheads="1"/>
              </p:cNvSpPr>
              <p:nvPr/>
            </p:nvSpPr>
            <p:spPr bwMode="auto">
              <a:xfrm>
                <a:off x="3991" y="6700"/>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8" name="Oval 71">
                <a:extLst>
                  <a:ext uri="{FF2B5EF4-FFF2-40B4-BE49-F238E27FC236}">
                    <a16:creationId xmlns:a16="http://schemas.microsoft.com/office/drawing/2014/main" id="{C8ACBC10-2727-40D5-85AD-5942EBF30FE1}"/>
                  </a:ext>
                </a:extLst>
              </p:cNvPr>
              <p:cNvSpPr>
                <a:spLocks noChangeArrowheads="1"/>
              </p:cNvSpPr>
              <p:nvPr/>
            </p:nvSpPr>
            <p:spPr bwMode="auto">
              <a:xfrm>
                <a:off x="4056" y="656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79" name="Oval 72">
                <a:extLst>
                  <a:ext uri="{FF2B5EF4-FFF2-40B4-BE49-F238E27FC236}">
                    <a16:creationId xmlns:a16="http://schemas.microsoft.com/office/drawing/2014/main" id="{1D04DBE0-109F-44E4-B1E3-06F94666A0E2}"/>
                  </a:ext>
                </a:extLst>
              </p:cNvPr>
              <p:cNvSpPr>
                <a:spLocks noChangeArrowheads="1"/>
              </p:cNvSpPr>
              <p:nvPr/>
            </p:nvSpPr>
            <p:spPr bwMode="auto">
              <a:xfrm>
                <a:off x="4121" y="6321"/>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0" name="Oval 73">
                <a:extLst>
                  <a:ext uri="{FF2B5EF4-FFF2-40B4-BE49-F238E27FC236}">
                    <a16:creationId xmlns:a16="http://schemas.microsoft.com/office/drawing/2014/main" id="{3E64E309-2DCB-4CB8-9DBF-5016A188DB54}"/>
                  </a:ext>
                </a:extLst>
              </p:cNvPr>
              <p:cNvSpPr>
                <a:spLocks noChangeArrowheads="1"/>
              </p:cNvSpPr>
              <p:nvPr/>
            </p:nvSpPr>
            <p:spPr bwMode="auto">
              <a:xfrm>
                <a:off x="4186" y="573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1" name="Oval 74">
                <a:extLst>
                  <a:ext uri="{FF2B5EF4-FFF2-40B4-BE49-F238E27FC236}">
                    <a16:creationId xmlns:a16="http://schemas.microsoft.com/office/drawing/2014/main" id="{ADD3CD8A-55D9-4A01-8589-97F0F10725E7}"/>
                  </a:ext>
                </a:extLst>
              </p:cNvPr>
              <p:cNvSpPr>
                <a:spLocks noChangeArrowheads="1"/>
              </p:cNvSpPr>
              <p:nvPr/>
            </p:nvSpPr>
            <p:spPr bwMode="auto">
              <a:xfrm>
                <a:off x="4251" y="542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2" name="Oval 75">
                <a:extLst>
                  <a:ext uri="{FF2B5EF4-FFF2-40B4-BE49-F238E27FC236}">
                    <a16:creationId xmlns:a16="http://schemas.microsoft.com/office/drawing/2014/main" id="{DE9F7527-B1C3-43FF-96BA-CE3232F0D6D8}"/>
                  </a:ext>
                </a:extLst>
              </p:cNvPr>
              <p:cNvSpPr>
                <a:spLocks noChangeArrowheads="1"/>
              </p:cNvSpPr>
              <p:nvPr/>
            </p:nvSpPr>
            <p:spPr bwMode="auto">
              <a:xfrm>
                <a:off x="4316" y="5606"/>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3" name="Oval 76">
                <a:extLst>
                  <a:ext uri="{FF2B5EF4-FFF2-40B4-BE49-F238E27FC236}">
                    <a16:creationId xmlns:a16="http://schemas.microsoft.com/office/drawing/2014/main" id="{C8D7872D-5FC9-4AEF-B1D4-B7B412F4E186}"/>
                  </a:ext>
                </a:extLst>
              </p:cNvPr>
              <p:cNvSpPr>
                <a:spLocks noChangeArrowheads="1"/>
              </p:cNvSpPr>
              <p:nvPr/>
            </p:nvSpPr>
            <p:spPr bwMode="auto">
              <a:xfrm>
                <a:off x="4381" y="574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4" name="Oval 77">
                <a:extLst>
                  <a:ext uri="{FF2B5EF4-FFF2-40B4-BE49-F238E27FC236}">
                    <a16:creationId xmlns:a16="http://schemas.microsoft.com/office/drawing/2014/main" id="{D0540598-9C2D-40CD-A24C-78EFA522C0E9}"/>
                  </a:ext>
                </a:extLst>
              </p:cNvPr>
              <p:cNvSpPr>
                <a:spLocks noChangeArrowheads="1"/>
              </p:cNvSpPr>
              <p:nvPr/>
            </p:nvSpPr>
            <p:spPr bwMode="auto">
              <a:xfrm>
                <a:off x="4446" y="641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5" name="Oval 78">
                <a:extLst>
                  <a:ext uri="{FF2B5EF4-FFF2-40B4-BE49-F238E27FC236}">
                    <a16:creationId xmlns:a16="http://schemas.microsoft.com/office/drawing/2014/main" id="{FC719F3B-BDBD-44E7-B3DF-A8529C4A7726}"/>
                  </a:ext>
                </a:extLst>
              </p:cNvPr>
              <p:cNvSpPr>
                <a:spLocks noChangeArrowheads="1"/>
              </p:cNvSpPr>
              <p:nvPr/>
            </p:nvSpPr>
            <p:spPr bwMode="auto">
              <a:xfrm>
                <a:off x="4511" y="659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6" name="Oval 79">
                <a:extLst>
                  <a:ext uri="{FF2B5EF4-FFF2-40B4-BE49-F238E27FC236}">
                    <a16:creationId xmlns:a16="http://schemas.microsoft.com/office/drawing/2014/main" id="{DAD73E9A-2488-4515-87F0-E86D417E8D1F}"/>
                  </a:ext>
                </a:extLst>
              </p:cNvPr>
              <p:cNvSpPr>
                <a:spLocks noChangeArrowheads="1"/>
              </p:cNvSpPr>
              <p:nvPr/>
            </p:nvSpPr>
            <p:spPr bwMode="auto">
              <a:xfrm>
                <a:off x="4568" y="6336"/>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7" name="Oval 80">
                <a:extLst>
                  <a:ext uri="{FF2B5EF4-FFF2-40B4-BE49-F238E27FC236}">
                    <a16:creationId xmlns:a16="http://schemas.microsoft.com/office/drawing/2014/main" id="{C1B1BE84-D990-48C5-9D30-DAA6846818C6}"/>
                  </a:ext>
                </a:extLst>
              </p:cNvPr>
              <p:cNvSpPr>
                <a:spLocks noChangeArrowheads="1"/>
              </p:cNvSpPr>
              <p:nvPr/>
            </p:nvSpPr>
            <p:spPr bwMode="auto">
              <a:xfrm>
                <a:off x="4632" y="5456"/>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8" name="Oval 81">
                <a:extLst>
                  <a:ext uri="{FF2B5EF4-FFF2-40B4-BE49-F238E27FC236}">
                    <a16:creationId xmlns:a16="http://schemas.microsoft.com/office/drawing/2014/main" id="{C6E903DC-5449-4B4B-A4E6-38F154F58440}"/>
                  </a:ext>
                </a:extLst>
              </p:cNvPr>
              <p:cNvSpPr>
                <a:spLocks noChangeArrowheads="1"/>
              </p:cNvSpPr>
              <p:nvPr/>
            </p:nvSpPr>
            <p:spPr bwMode="auto">
              <a:xfrm>
                <a:off x="4697" y="527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89" name="Oval 82">
                <a:extLst>
                  <a:ext uri="{FF2B5EF4-FFF2-40B4-BE49-F238E27FC236}">
                    <a16:creationId xmlns:a16="http://schemas.microsoft.com/office/drawing/2014/main" id="{F72B107B-151D-4DF7-8055-1AF613C8EDF9}"/>
                  </a:ext>
                </a:extLst>
              </p:cNvPr>
              <p:cNvSpPr>
                <a:spLocks noChangeArrowheads="1"/>
              </p:cNvSpPr>
              <p:nvPr/>
            </p:nvSpPr>
            <p:spPr bwMode="auto">
              <a:xfrm>
                <a:off x="4762" y="3561"/>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0" name="Oval 83">
                <a:extLst>
                  <a:ext uri="{FF2B5EF4-FFF2-40B4-BE49-F238E27FC236}">
                    <a16:creationId xmlns:a16="http://schemas.microsoft.com/office/drawing/2014/main" id="{767A33D4-F2F1-4244-BEBF-EB4821985F20}"/>
                  </a:ext>
                </a:extLst>
              </p:cNvPr>
              <p:cNvSpPr>
                <a:spLocks noChangeArrowheads="1"/>
              </p:cNvSpPr>
              <p:nvPr/>
            </p:nvSpPr>
            <p:spPr bwMode="auto">
              <a:xfrm>
                <a:off x="4827" y="5191"/>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1" name="Oval 84">
                <a:extLst>
                  <a:ext uri="{FF2B5EF4-FFF2-40B4-BE49-F238E27FC236}">
                    <a16:creationId xmlns:a16="http://schemas.microsoft.com/office/drawing/2014/main" id="{8A1D0799-C4C7-4CE0-B6C7-BCBB2C8F0255}"/>
                  </a:ext>
                </a:extLst>
              </p:cNvPr>
              <p:cNvSpPr>
                <a:spLocks noChangeArrowheads="1"/>
              </p:cNvSpPr>
              <p:nvPr/>
            </p:nvSpPr>
            <p:spPr bwMode="auto">
              <a:xfrm>
                <a:off x="4892" y="5356"/>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2" name="Oval 85">
                <a:extLst>
                  <a:ext uri="{FF2B5EF4-FFF2-40B4-BE49-F238E27FC236}">
                    <a16:creationId xmlns:a16="http://schemas.microsoft.com/office/drawing/2014/main" id="{5DE6F99A-2BD8-4434-91CA-E7BD36DBD5FF}"/>
                  </a:ext>
                </a:extLst>
              </p:cNvPr>
              <p:cNvSpPr>
                <a:spLocks noChangeArrowheads="1"/>
              </p:cNvSpPr>
              <p:nvPr/>
            </p:nvSpPr>
            <p:spPr bwMode="auto">
              <a:xfrm>
                <a:off x="4957" y="6171"/>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3" name="Oval 86">
                <a:extLst>
                  <a:ext uri="{FF2B5EF4-FFF2-40B4-BE49-F238E27FC236}">
                    <a16:creationId xmlns:a16="http://schemas.microsoft.com/office/drawing/2014/main" id="{231D0630-DC5B-43F0-AB92-A1F35F705214}"/>
                  </a:ext>
                </a:extLst>
              </p:cNvPr>
              <p:cNvSpPr>
                <a:spLocks noChangeArrowheads="1"/>
              </p:cNvSpPr>
              <p:nvPr/>
            </p:nvSpPr>
            <p:spPr bwMode="auto">
              <a:xfrm>
                <a:off x="5022" y="650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4" name="Oval 87">
                <a:extLst>
                  <a:ext uri="{FF2B5EF4-FFF2-40B4-BE49-F238E27FC236}">
                    <a16:creationId xmlns:a16="http://schemas.microsoft.com/office/drawing/2014/main" id="{C61A977E-5166-4AF5-A1FC-F58ED230A135}"/>
                  </a:ext>
                </a:extLst>
              </p:cNvPr>
              <p:cNvSpPr>
                <a:spLocks noChangeArrowheads="1"/>
              </p:cNvSpPr>
              <p:nvPr/>
            </p:nvSpPr>
            <p:spPr bwMode="auto">
              <a:xfrm>
                <a:off x="5087" y="6278"/>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5" name="Oval 88">
                <a:extLst>
                  <a:ext uri="{FF2B5EF4-FFF2-40B4-BE49-F238E27FC236}">
                    <a16:creationId xmlns:a16="http://schemas.microsoft.com/office/drawing/2014/main" id="{BF53AB01-2F03-4F24-B7B1-A779534D0F13}"/>
                  </a:ext>
                </a:extLst>
              </p:cNvPr>
              <p:cNvSpPr>
                <a:spLocks noChangeArrowheads="1"/>
              </p:cNvSpPr>
              <p:nvPr/>
            </p:nvSpPr>
            <p:spPr bwMode="auto">
              <a:xfrm>
                <a:off x="5152" y="591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6" name="Oval 89">
                <a:extLst>
                  <a:ext uri="{FF2B5EF4-FFF2-40B4-BE49-F238E27FC236}">
                    <a16:creationId xmlns:a16="http://schemas.microsoft.com/office/drawing/2014/main" id="{1D1143D6-933D-4574-855E-C754407537FB}"/>
                  </a:ext>
                </a:extLst>
              </p:cNvPr>
              <p:cNvSpPr>
                <a:spLocks noChangeArrowheads="1"/>
              </p:cNvSpPr>
              <p:nvPr/>
            </p:nvSpPr>
            <p:spPr bwMode="auto">
              <a:xfrm>
                <a:off x="5217" y="544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7" name="Oval 90">
                <a:extLst>
                  <a:ext uri="{FF2B5EF4-FFF2-40B4-BE49-F238E27FC236}">
                    <a16:creationId xmlns:a16="http://schemas.microsoft.com/office/drawing/2014/main" id="{9975EE9F-11CC-4A5C-91E5-48D4621521B0}"/>
                  </a:ext>
                </a:extLst>
              </p:cNvPr>
              <p:cNvSpPr>
                <a:spLocks noChangeArrowheads="1"/>
              </p:cNvSpPr>
              <p:nvPr/>
            </p:nvSpPr>
            <p:spPr bwMode="auto">
              <a:xfrm>
                <a:off x="5282" y="5527"/>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8" name="Oval 91">
                <a:extLst>
                  <a:ext uri="{FF2B5EF4-FFF2-40B4-BE49-F238E27FC236}">
                    <a16:creationId xmlns:a16="http://schemas.microsoft.com/office/drawing/2014/main" id="{339B292C-0BE4-4256-A695-CC97FF02A336}"/>
                  </a:ext>
                </a:extLst>
              </p:cNvPr>
              <p:cNvSpPr>
                <a:spLocks noChangeArrowheads="1"/>
              </p:cNvSpPr>
              <p:nvPr/>
            </p:nvSpPr>
            <p:spPr bwMode="auto">
              <a:xfrm>
                <a:off x="5347" y="5742"/>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99" name="Oval 92">
                <a:extLst>
                  <a:ext uri="{FF2B5EF4-FFF2-40B4-BE49-F238E27FC236}">
                    <a16:creationId xmlns:a16="http://schemas.microsoft.com/office/drawing/2014/main" id="{112C91A3-1737-465D-B3A7-60FBA7537A43}"/>
                  </a:ext>
                </a:extLst>
              </p:cNvPr>
              <p:cNvSpPr>
                <a:spLocks noChangeArrowheads="1"/>
              </p:cNvSpPr>
              <p:nvPr/>
            </p:nvSpPr>
            <p:spPr bwMode="auto">
              <a:xfrm>
                <a:off x="5412" y="625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0" name="Oval 93">
                <a:extLst>
                  <a:ext uri="{FF2B5EF4-FFF2-40B4-BE49-F238E27FC236}">
                    <a16:creationId xmlns:a16="http://schemas.microsoft.com/office/drawing/2014/main" id="{5B1EC346-CE3F-44C4-9F7E-167C450CC035}"/>
                  </a:ext>
                </a:extLst>
              </p:cNvPr>
              <p:cNvSpPr>
                <a:spLocks noChangeArrowheads="1"/>
              </p:cNvSpPr>
              <p:nvPr/>
            </p:nvSpPr>
            <p:spPr bwMode="auto">
              <a:xfrm>
                <a:off x="5469" y="6443"/>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1" name="Oval 94">
                <a:extLst>
                  <a:ext uri="{FF2B5EF4-FFF2-40B4-BE49-F238E27FC236}">
                    <a16:creationId xmlns:a16="http://schemas.microsoft.com/office/drawing/2014/main" id="{CA9D1398-F2A7-4E1B-8041-9BE6C1CB89A8}"/>
                  </a:ext>
                </a:extLst>
              </p:cNvPr>
              <p:cNvSpPr>
                <a:spLocks noChangeArrowheads="1"/>
              </p:cNvSpPr>
              <p:nvPr/>
            </p:nvSpPr>
            <p:spPr bwMode="auto">
              <a:xfrm>
                <a:off x="5533" y="661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2" name="Oval 95">
                <a:extLst>
                  <a:ext uri="{FF2B5EF4-FFF2-40B4-BE49-F238E27FC236}">
                    <a16:creationId xmlns:a16="http://schemas.microsoft.com/office/drawing/2014/main" id="{109C9B02-6770-4847-8F64-F784D7F08C05}"/>
                  </a:ext>
                </a:extLst>
              </p:cNvPr>
              <p:cNvSpPr>
                <a:spLocks noChangeArrowheads="1"/>
              </p:cNvSpPr>
              <p:nvPr/>
            </p:nvSpPr>
            <p:spPr bwMode="auto">
              <a:xfrm>
                <a:off x="5598" y="647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3" name="Oval 96">
                <a:extLst>
                  <a:ext uri="{FF2B5EF4-FFF2-40B4-BE49-F238E27FC236}">
                    <a16:creationId xmlns:a16="http://schemas.microsoft.com/office/drawing/2014/main" id="{F7F2EE73-45B3-4D9D-95B2-99F0FC075FE4}"/>
                  </a:ext>
                </a:extLst>
              </p:cNvPr>
              <p:cNvSpPr>
                <a:spLocks noChangeArrowheads="1"/>
              </p:cNvSpPr>
              <p:nvPr/>
            </p:nvSpPr>
            <p:spPr bwMode="auto">
              <a:xfrm>
                <a:off x="5663" y="642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4" name="Oval 97">
                <a:extLst>
                  <a:ext uri="{FF2B5EF4-FFF2-40B4-BE49-F238E27FC236}">
                    <a16:creationId xmlns:a16="http://schemas.microsoft.com/office/drawing/2014/main" id="{98E2A507-10EB-4161-BCE1-D2286D677B34}"/>
                  </a:ext>
                </a:extLst>
              </p:cNvPr>
              <p:cNvSpPr>
                <a:spLocks noChangeArrowheads="1"/>
              </p:cNvSpPr>
              <p:nvPr/>
            </p:nvSpPr>
            <p:spPr bwMode="auto">
              <a:xfrm>
                <a:off x="5728" y="6336"/>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5" name="Oval 98">
                <a:extLst>
                  <a:ext uri="{FF2B5EF4-FFF2-40B4-BE49-F238E27FC236}">
                    <a16:creationId xmlns:a16="http://schemas.microsoft.com/office/drawing/2014/main" id="{21C51C38-318A-4FA6-813C-C14DCEFB1B69}"/>
                  </a:ext>
                </a:extLst>
              </p:cNvPr>
              <p:cNvSpPr>
                <a:spLocks noChangeArrowheads="1"/>
              </p:cNvSpPr>
              <p:nvPr/>
            </p:nvSpPr>
            <p:spPr bwMode="auto">
              <a:xfrm>
                <a:off x="5793" y="640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6" name="Oval 99">
                <a:extLst>
                  <a:ext uri="{FF2B5EF4-FFF2-40B4-BE49-F238E27FC236}">
                    <a16:creationId xmlns:a16="http://schemas.microsoft.com/office/drawing/2014/main" id="{1D472EF9-3C1C-4788-94F0-0292B670BE21}"/>
                  </a:ext>
                </a:extLst>
              </p:cNvPr>
              <p:cNvSpPr>
                <a:spLocks noChangeArrowheads="1"/>
              </p:cNvSpPr>
              <p:nvPr/>
            </p:nvSpPr>
            <p:spPr bwMode="auto">
              <a:xfrm>
                <a:off x="5858" y="642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7" name="Line 100">
                <a:extLst>
                  <a:ext uri="{FF2B5EF4-FFF2-40B4-BE49-F238E27FC236}">
                    <a16:creationId xmlns:a16="http://schemas.microsoft.com/office/drawing/2014/main" id="{127A23E3-C1E8-4444-8EDD-5186676AD55A}"/>
                  </a:ext>
                </a:extLst>
              </p:cNvPr>
              <p:cNvSpPr>
                <a:spLocks noChangeShapeType="1"/>
              </p:cNvSpPr>
              <p:nvPr/>
            </p:nvSpPr>
            <p:spPr bwMode="auto">
              <a:xfrm>
                <a:off x="3180"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8" name="Line 101">
                <a:extLst>
                  <a:ext uri="{FF2B5EF4-FFF2-40B4-BE49-F238E27FC236}">
                    <a16:creationId xmlns:a16="http://schemas.microsoft.com/office/drawing/2014/main" id="{F42F7800-AD49-4DA7-A2AF-BBBF3D0A6297}"/>
                  </a:ext>
                </a:extLst>
              </p:cNvPr>
              <p:cNvSpPr>
                <a:spLocks noChangeShapeType="1"/>
              </p:cNvSpPr>
              <p:nvPr/>
            </p:nvSpPr>
            <p:spPr bwMode="auto">
              <a:xfrm>
                <a:off x="3244"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09" name="Line 102">
                <a:extLst>
                  <a:ext uri="{FF2B5EF4-FFF2-40B4-BE49-F238E27FC236}">
                    <a16:creationId xmlns:a16="http://schemas.microsoft.com/office/drawing/2014/main" id="{FA57F1B4-3E3C-42F2-AFA3-FD515C3D18A1}"/>
                  </a:ext>
                </a:extLst>
              </p:cNvPr>
              <p:cNvSpPr>
                <a:spLocks noChangeShapeType="1"/>
              </p:cNvSpPr>
              <p:nvPr/>
            </p:nvSpPr>
            <p:spPr bwMode="auto">
              <a:xfrm>
                <a:off x="3309"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0" name="Line 103">
                <a:extLst>
                  <a:ext uri="{FF2B5EF4-FFF2-40B4-BE49-F238E27FC236}">
                    <a16:creationId xmlns:a16="http://schemas.microsoft.com/office/drawing/2014/main" id="{58E171E9-C5CB-44A8-AACB-690D921CB740}"/>
                  </a:ext>
                </a:extLst>
              </p:cNvPr>
              <p:cNvSpPr>
                <a:spLocks noChangeShapeType="1"/>
              </p:cNvSpPr>
              <p:nvPr/>
            </p:nvSpPr>
            <p:spPr bwMode="auto">
              <a:xfrm>
                <a:off x="3374"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1" name="Line 104">
                <a:extLst>
                  <a:ext uri="{FF2B5EF4-FFF2-40B4-BE49-F238E27FC236}">
                    <a16:creationId xmlns:a16="http://schemas.microsoft.com/office/drawing/2014/main" id="{A438A625-7BEF-41D7-AA7C-5C94A8910C91}"/>
                  </a:ext>
                </a:extLst>
              </p:cNvPr>
              <p:cNvSpPr>
                <a:spLocks noChangeShapeType="1"/>
              </p:cNvSpPr>
              <p:nvPr/>
            </p:nvSpPr>
            <p:spPr bwMode="auto">
              <a:xfrm>
                <a:off x="3439" y="6486"/>
                <a:ext cx="1" cy="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2" name="Line 105">
                <a:extLst>
                  <a:ext uri="{FF2B5EF4-FFF2-40B4-BE49-F238E27FC236}">
                    <a16:creationId xmlns:a16="http://schemas.microsoft.com/office/drawing/2014/main" id="{A829EFAC-25B7-4E60-B403-E6D3040E0033}"/>
                  </a:ext>
                </a:extLst>
              </p:cNvPr>
              <p:cNvSpPr>
                <a:spLocks noChangeShapeType="1"/>
              </p:cNvSpPr>
              <p:nvPr/>
            </p:nvSpPr>
            <p:spPr bwMode="auto">
              <a:xfrm>
                <a:off x="3504" y="6486"/>
                <a:ext cx="1" cy="14"/>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3" name="Line 106">
                <a:extLst>
                  <a:ext uri="{FF2B5EF4-FFF2-40B4-BE49-F238E27FC236}">
                    <a16:creationId xmlns:a16="http://schemas.microsoft.com/office/drawing/2014/main" id="{5A940F5F-D109-4C1A-AEE4-2351C488A59E}"/>
                  </a:ext>
                </a:extLst>
              </p:cNvPr>
              <p:cNvSpPr>
                <a:spLocks noChangeShapeType="1"/>
              </p:cNvSpPr>
              <p:nvPr/>
            </p:nvSpPr>
            <p:spPr bwMode="auto">
              <a:xfrm>
                <a:off x="3569" y="6486"/>
                <a:ext cx="1" cy="14"/>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4" name="Line 107">
                <a:extLst>
                  <a:ext uri="{FF2B5EF4-FFF2-40B4-BE49-F238E27FC236}">
                    <a16:creationId xmlns:a16="http://schemas.microsoft.com/office/drawing/2014/main" id="{23566D84-C8E2-4AC7-AF8D-BF6646E2CE94}"/>
                  </a:ext>
                </a:extLst>
              </p:cNvPr>
              <p:cNvSpPr>
                <a:spLocks noChangeShapeType="1"/>
              </p:cNvSpPr>
              <p:nvPr/>
            </p:nvSpPr>
            <p:spPr bwMode="auto">
              <a:xfrm flipV="1">
                <a:off x="3634" y="6479"/>
                <a:ext cx="1" cy="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5" name="Line 108">
                <a:extLst>
                  <a:ext uri="{FF2B5EF4-FFF2-40B4-BE49-F238E27FC236}">
                    <a16:creationId xmlns:a16="http://schemas.microsoft.com/office/drawing/2014/main" id="{A596B58F-157F-49B2-B363-E915AA91A1FB}"/>
                  </a:ext>
                </a:extLst>
              </p:cNvPr>
              <p:cNvSpPr>
                <a:spLocks noChangeShapeType="1"/>
              </p:cNvSpPr>
              <p:nvPr/>
            </p:nvSpPr>
            <p:spPr bwMode="auto">
              <a:xfrm flipV="1">
                <a:off x="3691" y="6414"/>
                <a:ext cx="1" cy="72"/>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6" name="Line 109">
                <a:extLst>
                  <a:ext uri="{FF2B5EF4-FFF2-40B4-BE49-F238E27FC236}">
                    <a16:creationId xmlns:a16="http://schemas.microsoft.com/office/drawing/2014/main" id="{C623924E-7206-4F8D-A146-8498261A8CFA}"/>
                  </a:ext>
                </a:extLst>
              </p:cNvPr>
              <p:cNvSpPr>
                <a:spLocks noChangeShapeType="1"/>
              </p:cNvSpPr>
              <p:nvPr/>
            </p:nvSpPr>
            <p:spPr bwMode="auto">
              <a:xfrm flipV="1">
                <a:off x="3756" y="6386"/>
                <a:ext cx="1" cy="10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7" name="Line 110">
                <a:extLst>
                  <a:ext uri="{FF2B5EF4-FFF2-40B4-BE49-F238E27FC236}">
                    <a16:creationId xmlns:a16="http://schemas.microsoft.com/office/drawing/2014/main" id="{CBACD0EA-E1D8-4742-8134-9B1072884D43}"/>
                  </a:ext>
                </a:extLst>
              </p:cNvPr>
              <p:cNvSpPr>
                <a:spLocks noChangeShapeType="1"/>
              </p:cNvSpPr>
              <p:nvPr/>
            </p:nvSpPr>
            <p:spPr bwMode="auto">
              <a:xfrm flipV="1">
                <a:off x="3821" y="6336"/>
                <a:ext cx="1" cy="15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8" name="Line 111">
                <a:extLst>
                  <a:ext uri="{FF2B5EF4-FFF2-40B4-BE49-F238E27FC236}">
                    <a16:creationId xmlns:a16="http://schemas.microsoft.com/office/drawing/2014/main" id="{56C991CF-2A63-43FD-A996-69F9FBCEE344}"/>
                  </a:ext>
                </a:extLst>
              </p:cNvPr>
              <p:cNvSpPr>
                <a:spLocks noChangeShapeType="1"/>
              </p:cNvSpPr>
              <p:nvPr/>
            </p:nvSpPr>
            <p:spPr bwMode="auto">
              <a:xfrm flipV="1">
                <a:off x="3886" y="6464"/>
                <a:ext cx="1" cy="22"/>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19" name="Line 112">
                <a:extLst>
                  <a:ext uri="{FF2B5EF4-FFF2-40B4-BE49-F238E27FC236}">
                    <a16:creationId xmlns:a16="http://schemas.microsoft.com/office/drawing/2014/main" id="{42AB8DC6-D46B-40B0-B5FC-A9E81DD208BB}"/>
                  </a:ext>
                </a:extLst>
              </p:cNvPr>
              <p:cNvSpPr>
                <a:spLocks noChangeShapeType="1"/>
              </p:cNvSpPr>
              <p:nvPr/>
            </p:nvSpPr>
            <p:spPr bwMode="auto">
              <a:xfrm>
                <a:off x="3951" y="6486"/>
                <a:ext cx="1" cy="9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0" name="Line 113">
                <a:extLst>
                  <a:ext uri="{FF2B5EF4-FFF2-40B4-BE49-F238E27FC236}">
                    <a16:creationId xmlns:a16="http://schemas.microsoft.com/office/drawing/2014/main" id="{671EFD3C-22BD-4888-AD1F-2D0B8FB522A3}"/>
                  </a:ext>
                </a:extLst>
              </p:cNvPr>
              <p:cNvSpPr>
                <a:spLocks noChangeShapeType="1"/>
              </p:cNvSpPr>
              <p:nvPr/>
            </p:nvSpPr>
            <p:spPr bwMode="auto">
              <a:xfrm>
                <a:off x="4016" y="6486"/>
                <a:ext cx="1" cy="23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1" name="Line 114">
                <a:extLst>
                  <a:ext uri="{FF2B5EF4-FFF2-40B4-BE49-F238E27FC236}">
                    <a16:creationId xmlns:a16="http://schemas.microsoft.com/office/drawing/2014/main" id="{5DA9BD71-D377-4758-9E12-5AA47C95F0A8}"/>
                  </a:ext>
                </a:extLst>
              </p:cNvPr>
              <p:cNvSpPr>
                <a:spLocks noChangeShapeType="1"/>
              </p:cNvSpPr>
              <p:nvPr/>
            </p:nvSpPr>
            <p:spPr bwMode="auto">
              <a:xfrm>
                <a:off x="4081" y="6486"/>
                <a:ext cx="1" cy="10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2" name="Line 115">
                <a:extLst>
                  <a:ext uri="{FF2B5EF4-FFF2-40B4-BE49-F238E27FC236}">
                    <a16:creationId xmlns:a16="http://schemas.microsoft.com/office/drawing/2014/main" id="{CFB7EFA1-714D-445A-84CD-187C1E00454E}"/>
                  </a:ext>
                </a:extLst>
              </p:cNvPr>
              <p:cNvSpPr>
                <a:spLocks noChangeShapeType="1"/>
              </p:cNvSpPr>
              <p:nvPr/>
            </p:nvSpPr>
            <p:spPr bwMode="auto">
              <a:xfrm flipV="1">
                <a:off x="4145" y="6343"/>
                <a:ext cx="1" cy="1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3" name="Line 116">
                <a:extLst>
                  <a:ext uri="{FF2B5EF4-FFF2-40B4-BE49-F238E27FC236}">
                    <a16:creationId xmlns:a16="http://schemas.microsoft.com/office/drawing/2014/main" id="{8DCA724E-8543-458B-821E-5B6C1E364680}"/>
                  </a:ext>
                </a:extLst>
              </p:cNvPr>
              <p:cNvSpPr>
                <a:spLocks noChangeShapeType="1"/>
              </p:cNvSpPr>
              <p:nvPr/>
            </p:nvSpPr>
            <p:spPr bwMode="auto">
              <a:xfrm flipV="1">
                <a:off x="4210" y="5756"/>
                <a:ext cx="1" cy="73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4" name="Line 117">
                <a:extLst>
                  <a:ext uri="{FF2B5EF4-FFF2-40B4-BE49-F238E27FC236}">
                    <a16:creationId xmlns:a16="http://schemas.microsoft.com/office/drawing/2014/main" id="{BB5CC624-320B-4C39-A613-26890C9FF4AC}"/>
                  </a:ext>
                </a:extLst>
              </p:cNvPr>
              <p:cNvSpPr>
                <a:spLocks noChangeShapeType="1"/>
              </p:cNvSpPr>
              <p:nvPr/>
            </p:nvSpPr>
            <p:spPr bwMode="auto">
              <a:xfrm flipV="1">
                <a:off x="4275" y="5442"/>
                <a:ext cx="1" cy="1044"/>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5" name="Line 118">
                <a:extLst>
                  <a:ext uri="{FF2B5EF4-FFF2-40B4-BE49-F238E27FC236}">
                    <a16:creationId xmlns:a16="http://schemas.microsoft.com/office/drawing/2014/main" id="{43625574-D26D-4E36-BDE6-A8E046178DFC}"/>
                  </a:ext>
                </a:extLst>
              </p:cNvPr>
              <p:cNvSpPr>
                <a:spLocks noChangeShapeType="1"/>
              </p:cNvSpPr>
              <p:nvPr/>
            </p:nvSpPr>
            <p:spPr bwMode="auto">
              <a:xfrm flipV="1">
                <a:off x="4340" y="5628"/>
                <a:ext cx="1" cy="858"/>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6" name="Line 119">
                <a:extLst>
                  <a:ext uri="{FF2B5EF4-FFF2-40B4-BE49-F238E27FC236}">
                    <a16:creationId xmlns:a16="http://schemas.microsoft.com/office/drawing/2014/main" id="{3B22F2FA-9D99-4C05-9783-B9EFCF4413DE}"/>
                  </a:ext>
                </a:extLst>
              </p:cNvPr>
              <p:cNvSpPr>
                <a:spLocks noChangeShapeType="1"/>
              </p:cNvSpPr>
              <p:nvPr/>
            </p:nvSpPr>
            <p:spPr bwMode="auto">
              <a:xfrm flipV="1">
                <a:off x="4405" y="5771"/>
                <a:ext cx="1" cy="715"/>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7" name="Line 120">
                <a:extLst>
                  <a:ext uri="{FF2B5EF4-FFF2-40B4-BE49-F238E27FC236}">
                    <a16:creationId xmlns:a16="http://schemas.microsoft.com/office/drawing/2014/main" id="{47F6510C-E388-49A8-A93E-BB3E7F368586}"/>
                  </a:ext>
                </a:extLst>
              </p:cNvPr>
              <p:cNvSpPr>
                <a:spLocks noChangeShapeType="1"/>
              </p:cNvSpPr>
              <p:nvPr/>
            </p:nvSpPr>
            <p:spPr bwMode="auto">
              <a:xfrm flipV="1">
                <a:off x="4470" y="6436"/>
                <a:ext cx="1" cy="5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8" name="Line 121">
                <a:extLst>
                  <a:ext uri="{FF2B5EF4-FFF2-40B4-BE49-F238E27FC236}">
                    <a16:creationId xmlns:a16="http://schemas.microsoft.com/office/drawing/2014/main" id="{B1C11A39-5E82-4E94-AC8E-BA3E2EB25951}"/>
                  </a:ext>
                </a:extLst>
              </p:cNvPr>
              <p:cNvSpPr>
                <a:spLocks noChangeShapeType="1"/>
              </p:cNvSpPr>
              <p:nvPr/>
            </p:nvSpPr>
            <p:spPr bwMode="auto">
              <a:xfrm>
                <a:off x="4535" y="6486"/>
                <a:ext cx="1" cy="12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9" name="Line 122">
                <a:extLst>
                  <a:ext uri="{FF2B5EF4-FFF2-40B4-BE49-F238E27FC236}">
                    <a16:creationId xmlns:a16="http://schemas.microsoft.com/office/drawing/2014/main" id="{DF2A7730-62B9-4950-80B4-56810F465B6C}"/>
                  </a:ext>
                </a:extLst>
              </p:cNvPr>
              <p:cNvSpPr>
                <a:spLocks noChangeShapeType="1"/>
              </p:cNvSpPr>
              <p:nvPr/>
            </p:nvSpPr>
            <p:spPr bwMode="auto">
              <a:xfrm flipV="1">
                <a:off x="4592" y="6357"/>
                <a:ext cx="1" cy="12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0" name="Line 123">
                <a:extLst>
                  <a:ext uri="{FF2B5EF4-FFF2-40B4-BE49-F238E27FC236}">
                    <a16:creationId xmlns:a16="http://schemas.microsoft.com/office/drawing/2014/main" id="{039C6C75-F58A-4882-9171-493B4B36AA08}"/>
                  </a:ext>
                </a:extLst>
              </p:cNvPr>
              <p:cNvSpPr>
                <a:spLocks noChangeShapeType="1"/>
              </p:cNvSpPr>
              <p:nvPr/>
            </p:nvSpPr>
            <p:spPr bwMode="auto">
              <a:xfrm flipV="1">
                <a:off x="4657" y="5477"/>
                <a:ext cx="1" cy="100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1" name="Line 124">
                <a:extLst>
                  <a:ext uri="{FF2B5EF4-FFF2-40B4-BE49-F238E27FC236}">
                    <a16:creationId xmlns:a16="http://schemas.microsoft.com/office/drawing/2014/main" id="{60BBCEFB-28EF-47AE-8F0F-1D15AEFC4EF4}"/>
                  </a:ext>
                </a:extLst>
              </p:cNvPr>
              <p:cNvSpPr>
                <a:spLocks noChangeShapeType="1"/>
              </p:cNvSpPr>
              <p:nvPr/>
            </p:nvSpPr>
            <p:spPr bwMode="auto">
              <a:xfrm flipV="1">
                <a:off x="4722" y="5291"/>
                <a:ext cx="1" cy="1195"/>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2" name="Line 125">
                <a:extLst>
                  <a:ext uri="{FF2B5EF4-FFF2-40B4-BE49-F238E27FC236}">
                    <a16:creationId xmlns:a16="http://schemas.microsoft.com/office/drawing/2014/main" id="{60FE05B5-C757-49A6-8532-401834CC5826}"/>
                  </a:ext>
                </a:extLst>
              </p:cNvPr>
              <p:cNvSpPr>
                <a:spLocks noChangeShapeType="1"/>
              </p:cNvSpPr>
              <p:nvPr/>
            </p:nvSpPr>
            <p:spPr bwMode="auto">
              <a:xfrm flipV="1">
                <a:off x="4787" y="3582"/>
                <a:ext cx="1" cy="2904"/>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3" name="Line 126">
                <a:extLst>
                  <a:ext uri="{FF2B5EF4-FFF2-40B4-BE49-F238E27FC236}">
                    <a16:creationId xmlns:a16="http://schemas.microsoft.com/office/drawing/2014/main" id="{6E5E4620-C97C-4A91-82D1-73174FEAE78A}"/>
                  </a:ext>
                </a:extLst>
              </p:cNvPr>
              <p:cNvSpPr>
                <a:spLocks noChangeShapeType="1"/>
              </p:cNvSpPr>
              <p:nvPr/>
            </p:nvSpPr>
            <p:spPr bwMode="auto">
              <a:xfrm flipV="1">
                <a:off x="4852" y="5213"/>
                <a:ext cx="1" cy="127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4" name="Line 127">
                <a:extLst>
                  <a:ext uri="{FF2B5EF4-FFF2-40B4-BE49-F238E27FC236}">
                    <a16:creationId xmlns:a16="http://schemas.microsoft.com/office/drawing/2014/main" id="{9DECAF75-2E82-44F5-BEF7-580AD3344BB5}"/>
                  </a:ext>
                </a:extLst>
              </p:cNvPr>
              <p:cNvSpPr>
                <a:spLocks noChangeShapeType="1"/>
              </p:cNvSpPr>
              <p:nvPr/>
            </p:nvSpPr>
            <p:spPr bwMode="auto">
              <a:xfrm flipV="1">
                <a:off x="4917" y="5377"/>
                <a:ext cx="1" cy="110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5" name="Line 128">
                <a:extLst>
                  <a:ext uri="{FF2B5EF4-FFF2-40B4-BE49-F238E27FC236}">
                    <a16:creationId xmlns:a16="http://schemas.microsoft.com/office/drawing/2014/main" id="{CE42BAC1-6838-408D-AD6E-69BE52C3C7F1}"/>
                  </a:ext>
                </a:extLst>
              </p:cNvPr>
              <p:cNvSpPr>
                <a:spLocks noChangeShapeType="1"/>
              </p:cNvSpPr>
              <p:nvPr/>
            </p:nvSpPr>
            <p:spPr bwMode="auto">
              <a:xfrm flipV="1">
                <a:off x="4982" y="6193"/>
                <a:ext cx="1" cy="29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6" name="Line 129">
                <a:extLst>
                  <a:ext uri="{FF2B5EF4-FFF2-40B4-BE49-F238E27FC236}">
                    <a16:creationId xmlns:a16="http://schemas.microsoft.com/office/drawing/2014/main" id="{2D9592F3-F9AC-4139-9165-B9033A983B34}"/>
                  </a:ext>
                </a:extLst>
              </p:cNvPr>
              <p:cNvSpPr>
                <a:spLocks noChangeShapeType="1"/>
              </p:cNvSpPr>
              <p:nvPr/>
            </p:nvSpPr>
            <p:spPr bwMode="auto">
              <a:xfrm>
                <a:off x="5046" y="6486"/>
                <a:ext cx="1" cy="3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7" name="Line 130">
                <a:extLst>
                  <a:ext uri="{FF2B5EF4-FFF2-40B4-BE49-F238E27FC236}">
                    <a16:creationId xmlns:a16="http://schemas.microsoft.com/office/drawing/2014/main" id="{1DB2C359-0636-4A5B-86C2-A5A37488884C}"/>
                  </a:ext>
                </a:extLst>
              </p:cNvPr>
              <p:cNvSpPr>
                <a:spLocks noChangeShapeType="1"/>
              </p:cNvSpPr>
              <p:nvPr/>
            </p:nvSpPr>
            <p:spPr bwMode="auto">
              <a:xfrm flipV="1">
                <a:off x="5111" y="6300"/>
                <a:ext cx="1" cy="18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8" name="Line 131">
                <a:extLst>
                  <a:ext uri="{FF2B5EF4-FFF2-40B4-BE49-F238E27FC236}">
                    <a16:creationId xmlns:a16="http://schemas.microsoft.com/office/drawing/2014/main" id="{FF980E6C-3AE6-4230-A0F5-7674092FE8ED}"/>
                  </a:ext>
                </a:extLst>
              </p:cNvPr>
              <p:cNvSpPr>
                <a:spLocks noChangeShapeType="1"/>
              </p:cNvSpPr>
              <p:nvPr/>
            </p:nvSpPr>
            <p:spPr bwMode="auto">
              <a:xfrm flipV="1">
                <a:off x="5176" y="5935"/>
                <a:ext cx="1" cy="55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39" name="Line 132">
                <a:extLst>
                  <a:ext uri="{FF2B5EF4-FFF2-40B4-BE49-F238E27FC236}">
                    <a16:creationId xmlns:a16="http://schemas.microsoft.com/office/drawing/2014/main" id="{13F6EF88-DCFE-461C-9C73-C84FBFFE87F9}"/>
                  </a:ext>
                </a:extLst>
              </p:cNvPr>
              <p:cNvSpPr>
                <a:spLocks noChangeShapeType="1"/>
              </p:cNvSpPr>
              <p:nvPr/>
            </p:nvSpPr>
            <p:spPr bwMode="auto">
              <a:xfrm flipV="1">
                <a:off x="5241" y="5470"/>
                <a:ext cx="1" cy="101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0" name="Line 133">
                <a:extLst>
                  <a:ext uri="{FF2B5EF4-FFF2-40B4-BE49-F238E27FC236}">
                    <a16:creationId xmlns:a16="http://schemas.microsoft.com/office/drawing/2014/main" id="{B1581B53-97C1-4D54-A50F-235B7696FE89}"/>
                  </a:ext>
                </a:extLst>
              </p:cNvPr>
              <p:cNvSpPr>
                <a:spLocks noChangeShapeType="1"/>
              </p:cNvSpPr>
              <p:nvPr/>
            </p:nvSpPr>
            <p:spPr bwMode="auto">
              <a:xfrm flipV="1">
                <a:off x="5306" y="5549"/>
                <a:ext cx="1" cy="93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1" name="Line 134">
                <a:extLst>
                  <a:ext uri="{FF2B5EF4-FFF2-40B4-BE49-F238E27FC236}">
                    <a16:creationId xmlns:a16="http://schemas.microsoft.com/office/drawing/2014/main" id="{086EDCEE-BF88-4F5A-B94C-97DE2F6906D9}"/>
                  </a:ext>
                </a:extLst>
              </p:cNvPr>
              <p:cNvSpPr>
                <a:spLocks noChangeShapeType="1"/>
              </p:cNvSpPr>
              <p:nvPr/>
            </p:nvSpPr>
            <p:spPr bwMode="auto">
              <a:xfrm flipV="1">
                <a:off x="5371" y="5764"/>
                <a:ext cx="1" cy="722"/>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2" name="Line 135">
                <a:extLst>
                  <a:ext uri="{FF2B5EF4-FFF2-40B4-BE49-F238E27FC236}">
                    <a16:creationId xmlns:a16="http://schemas.microsoft.com/office/drawing/2014/main" id="{CBE60D9C-1382-4A7B-849E-9CF9CCAB3181}"/>
                  </a:ext>
                </a:extLst>
              </p:cNvPr>
              <p:cNvSpPr>
                <a:spLocks noChangeShapeType="1"/>
              </p:cNvSpPr>
              <p:nvPr/>
            </p:nvSpPr>
            <p:spPr bwMode="auto">
              <a:xfrm flipV="1">
                <a:off x="5436" y="6271"/>
                <a:ext cx="1" cy="215"/>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3" name="Line 136">
                <a:extLst>
                  <a:ext uri="{FF2B5EF4-FFF2-40B4-BE49-F238E27FC236}">
                    <a16:creationId xmlns:a16="http://schemas.microsoft.com/office/drawing/2014/main" id="{74F51CC8-6102-4F00-99B9-D1AC2108616B}"/>
                  </a:ext>
                </a:extLst>
              </p:cNvPr>
              <p:cNvSpPr>
                <a:spLocks noChangeShapeType="1"/>
              </p:cNvSpPr>
              <p:nvPr/>
            </p:nvSpPr>
            <p:spPr bwMode="auto">
              <a:xfrm flipV="1">
                <a:off x="5493" y="6464"/>
                <a:ext cx="1" cy="22"/>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4" name="Line 137">
                <a:extLst>
                  <a:ext uri="{FF2B5EF4-FFF2-40B4-BE49-F238E27FC236}">
                    <a16:creationId xmlns:a16="http://schemas.microsoft.com/office/drawing/2014/main" id="{26AE055F-547B-4D6B-B411-75AE9C6DD479}"/>
                  </a:ext>
                </a:extLst>
              </p:cNvPr>
              <p:cNvSpPr>
                <a:spLocks noChangeShapeType="1"/>
              </p:cNvSpPr>
              <p:nvPr/>
            </p:nvSpPr>
            <p:spPr bwMode="auto">
              <a:xfrm>
                <a:off x="5558" y="6486"/>
                <a:ext cx="1" cy="15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5" name="Line 138">
                <a:extLst>
                  <a:ext uri="{FF2B5EF4-FFF2-40B4-BE49-F238E27FC236}">
                    <a16:creationId xmlns:a16="http://schemas.microsoft.com/office/drawing/2014/main" id="{3ADEA707-EB17-46E9-9CD0-768DF8809AD3}"/>
                  </a:ext>
                </a:extLst>
              </p:cNvPr>
              <p:cNvSpPr>
                <a:spLocks noChangeShapeType="1"/>
              </p:cNvSpPr>
              <p:nvPr/>
            </p:nvSpPr>
            <p:spPr bwMode="auto">
              <a:xfrm>
                <a:off x="5623" y="6486"/>
                <a:ext cx="1" cy="14"/>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6" name="Line 139">
                <a:extLst>
                  <a:ext uri="{FF2B5EF4-FFF2-40B4-BE49-F238E27FC236}">
                    <a16:creationId xmlns:a16="http://schemas.microsoft.com/office/drawing/2014/main" id="{F642801E-48A2-45FC-A165-58C34C6AFA3B}"/>
                  </a:ext>
                </a:extLst>
              </p:cNvPr>
              <p:cNvSpPr>
                <a:spLocks noChangeShapeType="1"/>
              </p:cNvSpPr>
              <p:nvPr/>
            </p:nvSpPr>
            <p:spPr bwMode="auto">
              <a:xfrm flipV="1">
                <a:off x="5688" y="6450"/>
                <a:ext cx="1" cy="3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7" name="Line 140">
                <a:extLst>
                  <a:ext uri="{FF2B5EF4-FFF2-40B4-BE49-F238E27FC236}">
                    <a16:creationId xmlns:a16="http://schemas.microsoft.com/office/drawing/2014/main" id="{2516AE75-7024-4FDA-B02F-92A80B02FB41}"/>
                  </a:ext>
                </a:extLst>
              </p:cNvPr>
              <p:cNvSpPr>
                <a:spLocks noChangeShapeType="1"/>
              </p:cNvSpPr>
              <p:nvPr/>
            </p:nvSpPr>
            <p:spPr bwMode="auto">
              <a:xfrm flipV="1">
                <a:off x="5753" y="6357"/>
                <a:ext cx="1" cy="12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8" name="Line 141">
                <a:extLst>
                  <a:ext uri="{FF2B5EF4-FFF2-40B4-BE49-F238E27FC236}">
                    <a16:creationId xmlns:a16="http://schemas.microsoft.com/office/drawing/2014/main" id="{F0F4C852-7D39-4D48-861A-A539F2904639}"/>
                  </a:ext>
                </a:extLst>
              </p:cNvPr>
              <p:cNvSpPr>
                <a:spLocks noChangeShapeType="1"/>
              </p:cNvSpPr>
              <p:nvPr/>
            </p:nvSpPr>
            <p:spPr bwMode="auto">
              <a:xfrm flipV="1">
                <a:off x="5818" y="6422"/>
                <a:ext cx="1" cy="64"/>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49" name="Line 142">
                <a:extLst>
                  <a:ext uri="{FF2B5EF4-FFF2-40B4-BE49-F238E27FC236}">
                    <a16:creationId xmlns:a16="http://schemas.microsoft.com/office/drawing/2014/main" id="{A59F5584-DFCA-4F89-BC5D-F004107C9BB1}"/>
                  </a:ext>
                </a:extLst>
              </p:cNvPr>
              <p:cNvSpPr>
                <a:spLocks noChangeShapeType="1"/>
              </p:cNvSpPr>
              <p:nvPr/>
            </p:nvSpPr>
            <p:spPr bwMode="auto">
              <a:xfrm flipV="1">
                <a:off x="5882" y="6450"/>
                <a:ext cx="1" cy="3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0" name="Rectangle 143">
                <a:extLst>
                  <a:ext uri="{FF2B5EF4-FFF2-40B4-BE49-F238E27FC236}">
                    <a16:creationId xmlns:a16="http://schemas.microsoft.com/office/drawing/2014/main" id="{6316E07C-88EA-4CE9-8BC6-A2E4980ECE92}"/>
                  </a:ext>
                </a:extLst>
              </p:cNvPr>
              <p:cNvSpPr>
                <a:spLocks noChangeArrowheads="1"/>
              </p:cNvSpPr>
              <p:nvPr/>
            </p:nvSpPr>
            <p:spPr bwMode="auto">
              <a:xfrm>
                <a:off x="4304" y="7275"/>
                <a:ext cx="201"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m</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51" name="Rectangle 144">
                <a:extLst>
                  <a:ext uri="{FF2B5EF4-FFF2-40B4-BE49-F238E27FC236}">
                    <a16:creationId xmlns:a16="http://schemas.microsoft.com/office/drawing/2014/main" id="{084C19F0-3DD2-4773-BF0D-FB7CE76C5FF3}"/>
                  </a:ext>
                </a:extLst>
              </p:cNvPr>
              <p:cNvSpPr>
                <a:spLocks noChangeArrowheads="1"/>
              </p:cNvSpPr>
              <p:nvPr/>
            </p:nvSpPr>
            <p:spPr bwMode="auto">
              <a:xfrm>
                <a:off x="6897" y="3053"/>
                <a:ext cx="2711" cy="40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2" name="Rectangle 145">
                <a:extLst>
                  <a:ext uri="{FF2B5EF4-FFF2-40B4-BE49-F238E27FC236}">
                    <a16:creationId xmlns:a16="http://schemas.microsoft.com/office/drawing/2014/main" id="{DCB34356-79C7-4156-8579-87A8DCA12209}"/>
                  </a:ext>
                </a:extLst>
              </p:cNvPr>
              <p:cNvSpPr>
                <a:spLocks noChangeArrowheads="1"/>
              </p:cNvSpPr>
              <p:nvPr/>
            </p:nvSpPr>
            <p:spPr bwMode="auto">
              <a:xfrm>
                <a:off x="6897" y="3053"/>
                <a:ext cx="2711" cy="4005"/>
              </a:xfrm>
              <a:prstGeom prst="rect">
                <a:avLst/>
              </a:prstGeom>
              <a:noFill/>
              <a:ln w="508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3" name="Line 146">
                <a:extLst>
                  <a:ext uri="{FF2B5EF4-FFF2-40B4-BE49-F238E27FC236}">
                    <a16:creationId xmlns:a16="http://schemas.microsoft.com/office/drawing/2014/main" id="{89CF6F7B-CD37-4B74-93AC-FB199CB5A5DA}"/>
                  </a:ext>
                </a:extLst>
              </p:cNvPr>
              <p:cNvSpPr>
                <a:spLocks noChangeShapeType="1"/>
              </p:cNvSpPr>
              <p:nvPr/>
            </p:nvSpPr>
            <p:spPr bwMode="auto">
              <a:xfrm>
                <a:off x="6897" y="7058"/>
                <a:ext cx="2711"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4" name="Line 147">
                <a:extLst>
                  <a:ext uri="{FF2B5EF4-FFF2-40B4-BE49-F238E27FC236}">
                    <a16:creationId xmlns:a16="http://schemas.microsoft.com/office/drawing/2014/main" id="{FF845D5E-9088-4850-9DE8-049787498048}"/>
                  </a:ext>
                </a:extLst>
              </p:cNvPr>
              <p:cNvSpPr>
                <a:spLocks noChangeShapeType="1"/>
              </p:cNvSpPr>
              <p:nvPr/>
            </p:nvSpPr>
            <p:spPr bwMode="auto">
              <a:xfrm>
                <a:off x="6897" y="3053"/>
                <a:ext cx="2711"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5" name="Line 148">
                <a:extLst>
                  <a:ext uri="{FF2B5EF4-FFF2-40B4-BE49-F238E27FC236}">
                    <a16:creationId xmlns:a16="http://schemas.microsoft.com/office/drawing/2014/main" id="{D575E224-84B5-4E8B-9270-7C844DAB8311}"/>
                  </a:ext>
                </a:extLst>
              </p:cNvPr>
              <p:cNvSpPr>
                <a:spLocks noChangeShapeType="1"/>
              </p:cNvSpPr>
              <p:nvPr/>
            </p:nvSpPr>
            <p:spPr bwMode="auto">
              <a:xfrm flipV="1">
                <a:off x="6897"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6" name="Line 149">
                <a:extLst>
                  <a:ext uri="{FF2B5EF4-FFF2-40B4-BE49-F238E27FC236}">
                    <a16:creationId xmlns:a16="http://schemas.microsoft.com/office/drawing/2014/main" id="{F9536439-C79B-444B-80CF-FE582D365C67}"/>
                  </a:ext>
                </a:extLst>
              </p:cNvPr>
              <p:cNvSpPr>
                <a:spLocks noChangeShapeType="1"/>
              </p:cNvSpPr>
              <p:nvPr/>
            </p:nvSpPr>
            <p:spPr bwMode="auto">
              <a:xfrm flipV="1">
                <a:off x="9608"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7" name="Line 150">
                <a:extLst>
                  <a:ext uri="{FF2B5EF4-FFF2-40B4-BE49-F238E27FC236}">
                    <a16:creationId xmlns:a16="http://schemas.microsoft.com/office/drawing/2014/main" id="{0BFD1591-A3D5-4665-A084-40146D1E58D6}"/>
                  </a:ext>
                </a:extLst>
              </p:cNvPr>
              <p:cNvSpPr>
                <a:spLocks noChangeShapeType="1"/>
              </p:cNvSpPr>
              <p:nvPr/>
            </p:nvSpPr>
            <p:spPr bwMode="auto">
              <a:xfrm>
                <a:off x="6897" y="7058"/>
                <a:ext cx="2711"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8" name="Line 151">
                <a:extLst>
                  <a:ext uri="{FF2B5EF4-FFF2-40B4-BE49-F238E27FC236}">
                    <a16:creationId xmlns:a16="http://schemas.microsoft.com/office/drawing/2014/main" id="{3346E639-0234-41C4-9C48-0DD2D18ACF27}"/>
                  </a:ext>
                </a:extLst>
              </p:cNvPr>
              <p:cNvSpPr>
                <a:spLocks noChangeShapeType="1"/>
              </p:cNvSpPr>
              <p:nvPr/>
            </p:nvSpPr>
            <p:spPr bwMode="auto">
              <a:xfrm flipV="1">
                <a:off x="6897"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59" name="Line 152">
                <a:extLst>
                  <a:ext uri="{FF2B5EF4-FFF2-40B4-BE49-F238E27FC236}">
                    <a16:creationId xmlns:a16="http://schemas.microsoft.com/office/drawing/2014/main" id="{D6C84F1E-6D89-4253-B631-8C4C01FC1D8A}"/>
                  </a:ext>
                </a:extLst>
              </p:cNvPr>
              <p:cNvSpPr>
                <a:spLocks noChangeShapeType="1"/>
              </p:cNvSpPr>
              <p:nvPr/>
            </p:nvSpPr>
            <p:spPr bwMode="auto">
              <a:xfrm flipV="1">
                <a:off x="6962"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0" name="Line 153">
                <a:extLst>
                  <a:ext uri="{FF2B5EF4-FFF2-40B4-BE49-F238E27FC236}">
                    <a16:creationId xmlns:a16="http://schemas.microsoft.com/office/drawing/2014/main" id="{A9605543-C16C-4A91-968E-69DAB5D191D7}"/>
                  </a:ext>
                </a:extLst>
              </p:cNvPr>
              <p:cNvSpPr>
                <a:spLocks noChangeShapeType="1"/>
              </p:cNvSpPr>
              <p:nvPr/>
            </p:nvSpPr>
            <p:spPr bwMode="auto">
              <a:xfrm>
                <a:off x="6962"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1" name="Rectangle 154">
                <a:extLst>
                  <a:ext uri="{FF2B5EF4-FFF2-40B4-BE49-F238E27FC236}">
                    <a16:creationId xmlns:a16="http://schemas.microsoft.com/office/drawing/2014/main" id="{5FCBC411-8DC1-4086-A946-304BBCC4C792}"/>
                  </a:ext>
                </a:extLst>
              </p:cNvPr>
              <p:cNvSpPr>
                <a:spLocks noChangeArrowheads="1"/>
              </p:cNvSpPr>
              <p:nvPr/>
            </p:nvSpPr>
            <p:spPr bwMode="auto">
              <a:xfrm>
                <a:off x="6873" y="7088"/>
                <a:ext cx="32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-20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62" name="Line 155">
                <a:extLst>
                  <a:ext uri="{FF2B5EF4-FFF2-40B4-BE49-F238E27FC236}">
                    <a16:creationId xmlns:a16="http://schemas.microsoft.com/office/drawing/2014/main" id="{1330D564-2F77-4C30-A486-34500CA9C73A}"/>
                  </a:ext>
                </a:extLst>
              </p:cNvPr>
              <p:cNvSpPr>
                <a:spLocks noChangeShapeType="1"/>
              </p:cNvSpPr>
              <p:nvPr/>
            </p:nvSpPr>
            <p:spPr bwMode="auto">
              <a:xfrm flipV="1">
                <a:off x="7603"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3" name="Line 156">
                <a:extLst>
                  <a:ext uri="{FF2B5EF4-FFF2-40B4-BE49-F238E27FC236}">
                    <a16:creationId xmlns:a16="http://schemas.microsoft.com/office/drawing/2014/main" id="{6FAFA94D-D75B-48D7-AEED-2B8ACDC8A087}"/>
                  </a:ext>
                </a:extLst>
              </p:cNvPr>
              <p:cNvSpPr>
                <a:spLocks noChangeShapeType="1"/>
              </p:cNvSpPr>
              <p:nvPr/>
            </p:nvSpPr>
            <p:spPr bwMode="auto">
              <a:xfrm>
                <a:off x="7603"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4" name="Rectangle 157">
                <a:extLst>
                  <a:ext uri="{FF2B5EF4-FFF2-40B4-BE49-F238E27FC236}">
                    <a16:creationId xmlns:a16="http://schemas.microsoft.com/office/drawing/2014/main" id="{BC0E335E-C460-4471-960B-D2BA7113610D}"/>
                  </a:ext>
                </a:extLst>
              </p:cNvPr>
              <p:cNvSpPr>
                <a:spLocks noChangeArrowheads="1"/>
              </p:cNvSpPr>
              <p:nvPr/>
            </p:nvSpPr>
            <p:spPr bwMode="auto">
              <a:xfrm>
                <a:off x="7456" y="7088"/>
                <a:ext cx="32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-10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65" name="Line 158">
                <a:extLst>
                  <a:ext uri="{FF2B5EF4-FFF2-40B4-BE49-F238E27FC236}">
                    <a16:creationId xmlns:a16="http://schemas.microsoft.com/office/drawing/2014/main" id="{FD64808F-98E1-4115-B74A-C2DB471E5602}"/>
                  </a:ext>
                </a:extLst>
              </p:cNvPr>
              <p:cNvSpPr>
                <a:spLocks noChangeShapeType="1"/>
              </p:cNvSpPr>
              <p:nvPr/>
            </p:nvSpPr>
            <p:spPr bwMode="auto">
              <a:xfrm flipV="1">
                <a:off x="8253"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6" name="Line 159">
                <a:extLst>
                  <a:ext uri="{FF2B5EF4-FFF2-40B4-BE49-F238E27FC236}">
                    <a16:creationId xmlns:a16="http://schemas.microsoft.com/office/drawing/2014/main" id="{291AC9A4-0E4F-437E-8314-DBF49C685E3C}"/>
                  </a:ext>
                </a:extLst>
              </p:cNvPr>
              <p:cNvSpPr>
                <a:spLocks noChangeShapeType="1"/>
              </p:cNvSpPr>
              <p:nvPr/>
            </p:nvSpPr>
            <p:spPr bwMode="auto">
              <a:xfrm>
                <a:off x="8253"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7" name="Rectangle 160">
                <a:extLst>
                  <a:ext uri="{FF2B5EF4-FFF2-40B4-BE49-F238E27FC236}">
                    <a16:creationId xmlns:a16="http://schemas.microsoft.com/office/drawing/2014/main" id="{B83C473C-0C05-42CD-BA1C-3A9A1C627B99}"/>
                  </a:ext>
                </a:extLst>
              </p:cNvPr>
              <p:cNvSpPr>
                <a:spLocks noChangeArrowheads="1"/>
              </p:cNvSpPr>
              <p:nvPr/>
            </p:nvSpPr>
            <p:spPr bwMode="auto">
              <a:xfrm>
                <a:off x="8188" y="7055"/>
                <a:ext cx="1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68" name="Line 161">
                <a:extLst>
                  <a:ext uri="{FF2B5EF4-FFF2-40B4-BE49-F238E27FC236}">
                    <a16:creationId xmlns:a16="http://schemas.microsoft.com/office/drawing/2014/main" id="{30F8FFAD-AD1F-42E7-AE0D-D377A320085D}"/>
                  </a:ext>
                </a:extLst>
              </p:cNvPr>
              <p:cNvSpPr>
                <a:spLocks noChangeShapeType="1"/>
              </p:cNvSpPr>
              <p:nvPr/>
            </p:nvSpPr>
            <p:spPr bwMode="auto">
              <a:xfrm flipV="1">
                <a:off x="8902"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69" name="Line 162">
                <a:extLst>
                  <a:ext uri="{FF2B5EF4-FFF2-40B4-BE49-F238E27FC236}">
                    <a16:creationId xmlns:a16="http://schemas.microsoft.com/office/drawing/2014/main" id="{66C53DD6-4885-46FB-90D2-B25C3FD06973}"/>
                  </a:ext>
                </a:extLst>
              </p:cNvPr>
              <p:cNvSpPr>
                <a:spLocks noChangeShapeType="1"/>
              </p:cNvSpPr>
              <p:nvPr/>
            </p:nvSpPr>
            <p:spPr bwMode="auto">
              <a:xfrm>
                <a:off x="8902"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0" name="Rectangle 163">
                <a:extLst>
                  <a:ext uri="{FF2B5EF4-FFF2-40B4-BE49-F238E27FC236}">
                    <a16:creationId xmlns:a16="http://schemas.microsoft.com/office/drawing/2014/main" id="{8A1EA95D-8599-41BF-93B7-CB226FF19FB5}"/>
                  </a:ext>
                </a:extLst>
              </p:cNvPr>
              <p:cNvSpPr>
                <a:spLocks noChangeArrowheads="1"/>
              </p:cNvSpPr>
              <p:nvPr/>
            </p:nvSpPr>
            <p:spPr bwMode="auto">
              <a:xfrm>
                <a:off x="8820" y="7055"/>
                <a:ext cx="25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10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71" name="Line 164">
                <a:extLst>
                  <a:ext uri="{FF2B5EF4-FFF2-40B4-BE49-F238E27FC236}">
                    <a16:creationId xmlns:a16="http://schemas.microsoft.com/office/drawing/2014/main" id="{3DCCFE53-D222-46B6-BB3C-18BCE9A3D875}"/>
                  </a:ext>
                </a:extLst>
              </p:cNvPr>
              <p:cNvSpPr>
                <a:spLocks noChangeShapeType="1"/>
              </p:cNvSpPr>
              <p:nvPr/>
            </p:nvSpPr>
            <p:spPr bwMode="auto">
              <a:xfrm flipV="1">
                <a:off x="9543" y="7015"/>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2" name="Line 165">
                <a:extLst>
                  <a:ext uri="{FF2B5EF4-FFF2-40B4-BE49-F238E27FC236}">
                    <a16:creationId xmlns:a16="http://schemas.microsoft.com/office/drawing/2014/main" id="{3B9C709A-07F8-4513-828F-F0CB9AB8A4C5}"/>
                  </a:ext>
                </a:extLst>
              </p:cNvPr>
              <p:cNvSpPr>
                <a:spLocks noChangeShapeType="1"/>
              </p:cNvSpPr>
              <p:nvPr/>
            </p:nvSpPr>
            <p:spPr bwMode="auto">
              <a:xfrm>
                <a:off x="9543" y="3053"/>
                <a:ext cx="1" cy="43"/>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3" name="Rectangle 166">
                <a:extLst>
                  <a:ext uri="{FF2B5EF4-FFF2-40B4-BE49-F238E27FC236}">
                    <a16:creationId xmlns:a16="http://schemas.microsoft.com/office/drawing/2014/main" id="{6AB2FFA4-9397-4AD3-8D12-004F6083CDCC}"/>
                  </a:ext>
                </a:extLst>
              </p:cNvPr>
              <p:cNvSpPr>
                <a:spLocks noChangeArrowheads="1"/>
              </p:cNvSpPr>
              <p:nvPr/>
            </p:nvSpPr>
            <p:spPr bwMode="auto">
              <a:xfrm>
                <a:off x="9451" y="7055"/>
                <a:ext cx="25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a:ln>
                      <a:noFill/>
                    </a:ln>
                    <a:solidFill>
                      <a:srgbClr val="000000"/>
                    </a:solidFill>
                    <a:effectLst/>
                    <a:uLnTx/>
                    <a:uFillTx/>
                    <a:latin typeface="Helvetica" panose="020B0604020202030204" pitchFamily="34" charset="0"/>
                    <a:ea typeface="宋体" panose="02010600030101010101" pitchFamily="2" charset="-122"/>
                    <a:cs typeface="+mn-cs"/>
                  </a:rPr>
                  <a:t>20</a:t>
                </a:r>
                <a:endParaRPr kumimoji="1" lang="en-US" altLang="zh-CN" sz="1600" b="1" i="0" u="none" strike="noStrike" kern="1200" cap="none" spc="0" normalizeH="0" baseline="0" noProof="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74" name="Line 167">
                <a:extLst>
                  <a:ext uri="{FF2B5EF4-FFF2-40B4-BE49-F238E27FC236}">
                    <a16:creationId xmlns:a16="http://schemas.microsoft.com/office/drawing/2014/main" id="{A129D2C7-DC05-4A6B-9422-C6622DB59043}"/>
                  </a:ext>
                </a:extLst>
              </p:cNvPr>
              <p:cNvSpPr>
                <a:spLocks noChangeShapeType="1"/>
              </p:cNvSpPr>
              <p:nvPr/>
            </p:nvSpPr>
            <p:spPr bwMode="auto">
              <a:xfrm>
                <a:off x="6897" y="7058"/>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5" name="Line 168">
                <a:extLst>
                  <a:ext uri="{FF2B5EF4-FFF2-40B4-BE49-F238E27FC236}">
                    <a16:creationId xmlns:a16="http://schemas.microsoft.com/office/drawing/2014/main" id="{E424048A-AE8C-4356-9A34-30E10A3E4E70}"/>
                  </a:ext>
                </a:extLst>
              </p:cNvPr>
              <p:cNvSpPr>
                <a:spLocks noChangeShapeType="1"/>
              </p:cNvSpPr>
              <p:nvPr/>
            </p:nvSpPr>
            <p:spPr bwMode="auto">
              <a:xfrm flipH="1">
                <a:off x="9559" y="7058"/>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6" name="Rectangle 169">
                <a:extLst>
                  <a:ext uri="{FF2B5EF4-FFF2-40B4-BE49-F238E27FC236}">
                    <a16:creationId xmlns:a16="http://schemas.microsoft.com/office/drawing/2014/main" id="{6F9051AE-C535-492F-8656-BB1730B4D08D}"/>
                  </a:ext>
                </a:extLst>
              </p:cNvPr>
              <p:cNvSpPr>
                <a:spLocks noChangeArrowheads="1"/>
              </p:cNvSpPr>
              <p:nvPr/>
            </p:nvSpPr>
            <p:spPr bwMode="auto">
              <a:xfrm>
                <a:off x="6510" y="6900"/>
                <a:ext cx="326"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77" name="Line 170">
                <a:extLst>
                  <a:ext uri="{FF2B5EF4-FFF2-40B4-BE49-F238E27FC236}">
                    <a16:creationId xmlns:a16="http://schemas.microsoft.com/office/drawing/2014/main" id="{1A5816FE-0CAE-43AD-8D3F-97D37198A10C}"/>
                  </a:ext>
                </a:extLst>
              </p:cNvPr>
              <p:cNvSpPr>
                <a:spLocks noChangeShapeType="1"/>
              </p:cNvSpPr>
              <p:nvPr/>
            </p:nvSpPr>
            <p:spPr bwMode="auto">
              <a:xfrm>
                <a:off x="6897" y="6486"/>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8" name="Line 171">
                <a:extLst>
                  <a:ext uri="{FF2B5EF4-FFF2-40B4-BE49-F238E27FC236}">
                    <a16:creationId xmlns:a16="http://schemas.microsoft.com/office/drawing/2014/main" id="{8072FEEB-F0A8-4A82-A439-773ABA23749A}"/>
                  </a:ext>
                </a:extLst>
              </p:cNvPr>
              <p:cNvSpPr>
                <a:spLocks noChangeShapeType="1"/>
              </p:cNvSpPr>
              <p:nvPr/>
            </p:nvSpPr>
            <p:spPr bwMode="auto">
              <a:xfrm flipH="1">
                <a:off x="9559" y="6486"/>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79" name="Rectangle 172">
                <a:extLst>
                  <a:ext uri="{FF2B5EF4-FFF2-40B4-BE49-F238E27FC236}">
                    <a16:creationId xmlns:a16="http://schemas.microsoft.com/office/drawing/2014/main" id="{8079376A-E788-4C24-BF33-6D75BBE52626}"/>
                  </a:ext>
                </a:extLst>
              </p:cNvPr>
              <p:cNvSpPr>
                <a:spLocks noChangeArrowheads="1"/>
              </p:cNvSpPr>
              <p:nvPr/>
            </p:nvSpPr>
            <p:spPr bwMode="auto">
              <a:xfrm>
                <a:off x="6680" y="6433"/>
                <a:ext cx="125"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80" name="Line 173">
                <a:extLst>
                  <a:ext uri="{FF2B5EF4-FFF2-40B4-BE49-F238E27FC236}">
                    <a16:creationId xmlns:a16="http://schemas.microsoft.com/office/drawing/2014/main" id="{2711374A-E03C-4A4A-BF09-0DD3C008D310}"/>
                  </a:ext>
                </a:extLst>
              </p:cNvPr>
              <p:cNvSpPr>
                <a:spLocks noChangeShapeType="1"/>
              </p:cNvSpPr>
              <p:nvPr/>
            </p:nvSpPr>
            <p:spPr bwMode="auto">
              <a:xfrm>
                <a:off x="6897" y="5914"/>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1" name="Line 174">
                <a:extLst>
                  <a:ext uri="{FF2B5EF4-FFF2-40B4-BE49-F238E27FC236}">
                    <a16:creationId xmlns:a16="http://schemas.microsoft.com/office/drawing/2014/main" id="{4182F1CD-5F34-4213-BE1D-C650101EE639}"/>
                  </a:ext>
                </a:extLst>
              </p:cNvPr>
              <p:cNvSpPr>
                <a:spLocks noChangeShapeType="1"/>
              </p:cNvSpPr>
              <p:nvPr/>
            </p:nvSpPr>
            <p:spPr bwMode="auto">
              <a:xfrm flipH="1">
                <a:off x="9559" y="5914"/>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2" name="Rectangle 175">
                <a:extLst>
                  <a:ext uri="{FF2B5EF4-FFF2-40B4-BE49-F238E27FC236}">
                    <a16:creationId xmlns:a16="http://schemas.microsoft.com/office/drawing/2014/main" id="{632C4D4F-0FAB-4AB2-A285-76623240E647}"/>
                  </a:ext>
                </a:extLst>
              </p:cNvPr>
              <p:cNvSpPr>
                <a:spLocks noChangeArrowheads="1"/>
              </p:cNvSpPr>
              <p:nvPr/>
            </p:nvSpPr>
            <p:spPr bwMode="auto">
              <a:xfrm>
                <a:off x="6595" y="5810"/>
                <a:ext cx="250"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83" name="Line 176">
                <a:extLst>
                  <a:ext uri="{FF2B5EF4-FFF2-40B4-BE49-F238E27FC236}">
                    <a16:creationId xmlns:a16="http://schemas.microsoft.com/office/drawing/2014/main" id="{9C006806-F645-4BB7-BF76-65ECCA3E6D3C}"/>
                  </a:ext>
                </a:extLst>
              </p:cNvPr>
              <p:cNvSpPr>
                <a:spLocks noChangeShapeType="1"/>
              </p:cNvSpPr>
              <p:nvPr/>
            </p:nvSpPr>
            <p:spPr bwMode="auto">
              <a:xfrm>
                <a:off x="6897" y="5342"/>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4" name="Line 177">
                <a:extLst>
                  <a:ext uri="{FF2B5EF4-FFF2-40B4-BE49-F238E27FC236}">
                    <a16:creationId xmlns:a16="http://schemas.microsoft.com/office/drawing/2014/main" id="{0955AFAA-1D99-4919-8C0A-9FB20D8EAC20}"/>
                  </a:ext>
                </a:extLst>
              </p:cNvPr>
              <p:cNvSpPr>
                <a:spLocks noChangeShapeType="1"/>
              </p:cNvSpPr>
              <p:nvPr/>
            </p:nvSpPr>
            <p:spPr bwMode="auto">
              <a:xfrm flipH="1">
                <a:off x="9559" y="5342"/>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5" name="Rectangle 178">
                <a:extLst>
                  <a:ext uri="{FF2B5EF4-FFF2-40B4-BE49-F238E27FC236}">
                    <a16:creationId xmlns:a16="http://schemas.microsoft.com/office/drawing/2014/main" id="{CCC936CC-57E2-4108-A262-6BB94BB12740}"/>
                  </a:ext>
                </a:extLst>
              </p:cNvPr>
              <p:cNvSpPr>
                <a:spLocks noChangeArrowheads="1"/>
              </p:cNvSpPr>
              <p:nvPr/>
            </p:nvSpPr>
            <p:spPr bwMode="auto">
              <a:xfrm>
                <a:off x="6510" y="5282"/>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100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86" name="Line 179">
                <a:extLst>
                  <a:ext uri="{FF2B5EF4-FFF2-40B4-BE49-F238E27FC236}">
                    <a16:creationId xmlns:a16="http://schemas.microsoft.com/office/drawing/2014/main" id="{8539C967-FA1E-43FE-AD80-FF859453B113}"/>
                  </a:ext>
                </a:extLst>
              </p:cNvPr>
              <p:cNvSpPr>
                <a:spLocks noChangeShapeType="1"/>
              </p:cNvSpPr>
              <p:nvPr/>
            </p:nvSpPr>
            <p:spPr bwMode="auto">
              <a:xfrm>
                <a:off x="6897" y="4769"/>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7" name="Line 180">
                <a:extLst>
                  <a:ext uri="{FF2B5EF4-FFF2-40B4-BE49-F238E27FC236}">
                    <a16:creationId xmlns:a16="http://schemas.microsoft.com/office/drawing/2014/main" id="{488896A8-1865-419C-8E8A-CEA42756C6E5}"/>
                  </a:ext>
                </a:extLst>
              </p:cNvPr>
              <p:cNvSpPr>
                <a:spLocks noChangeShapeType="1"/>
              </p:cNvSpPr>
              <p:nvPr/>
            </p:nvSpPr>
            <p:spPr bwMode="auto">
              <a:xfrm flipH="1">
                <a:off x="9559" y="4769"/>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88" name="Rectangle 181">
                <a:extLst>
                  <a:ext uri="{FF2B5EF4-FFF2-40B4-BE49-F238E27FC236}">
                    <a16:creationId xmlns:a16="http://schemas.microsoft.com/office/drawing/2014/main" id="{2353EAB9-D6BB-42D2-A8EE-F7D090A8328B}"/>
                  </a:ext>
                </a:extLst>
              </p:cNvPr>
              <p:cNvSpPr>
                <a:spLocks noChangeArrowheads="1"/>
              </p:cNvSpPr>
              <p:nvPr/>
            </p:nvSpPr>
            <p:spPr bwMode="auto">
              <a:xfrm>
                <a:off x="6510" y="4712"/>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150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89" name="Line 182">
                <a:extLst>
                  <a:ext uri="{FF2B5EF4-FFF2-40B4-BE49-F238E27FC236}">
                    <a16:creationId xmlns:a16="http://schemas.microsoft.com/office/drawing/2014/main" id="{EC1CD53C-BEAC-402F-A8DC-9905434A0414}"/>
                  </a:ext>
                </a:extLst>
              </p:cNvPr>
              <p:cNvSpPr>
                <a:spLocks noChangeShapeType="1"/>
              </p:cNvSpPr>
              <p:nvPr/>
            </p:nvSpPr>
            <p:spPr bwMode="auto">
              <a:xfrm>
                <a:off x="6897" y="4197"/>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0" name="Line 183">
                <a:extLst>
                  <a:ext uri="{FF2B5EF4-FFF2-40B4-BE49-F238E27FC236}">
                    <a16:creationId xmlns:a16="http://schemas.microsoft.com/office/drawing/2014/main" id="{52A0B65E-0894-4B25-9763-6A84AF34CBA7}"/>
                  </a:ext>
                </a:extLst>
              </p:cNvPr>
              <p:cNvSpPr>
                <a:spLocks noChangeShapeType="1"/>
              </p:cNvSpPr>
              <p:nvPr/>
            </p:nvSpPr>
            <p:spPr bwMode="auto">
              <a:xfrm flipH="1">
                <a:off x="9559" y="4197"/>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1" name="Rectangle 184">
                <a:extLst>
                  <a:ext uri="{FF2B5EF4-FFF2-40B4-BE49-F238E27FC236}">
                    <a16:creationId xmlns:a16="http://schemas.microsoft.com/office/drawing/2014/main" id="{DCDBDC73-7A9E-49B2-B6EA-44347364B155}"/>
                  </a:ext>
                </a:extLst>
              </p:cNvPr>
              <p:cNvSpPr>
                <a:spLocks noChangeArrowheads="1"/>
              </p:cNvSpPr>
              <p:nvPr/>
            </p:nvSpPr>
            <p:spPr bwMode="auto">
              <a:xfrm>
                <a:off x="6510" y="4140"/>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200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92" name="Line 185">
                <a:extLst>
                  <a:ext uri="{FF2B5EF4-FFF2-40B4-BE49-F238E27FC236}">
                    <a16:creationId xmlns:a16="http://schemas.microsoft.com/office/drawing/2014/main" id="{FB8DEDA4-3D50-4151-8D74-889B126C7FE5}"/>
                  </a:ext>
                </a:extLst>
              </p:cNvPr>
              <p:cNvSpPr>
                <a:spLocks noChangeShapeType="1"/>
              </p:cNvSpPr>
              <p:nvPr/>
            </p:nvSpPr>
            <p:spPr bwMode="auto">
              <a:xfrm>
                <a:off x="6897" y="3625"/>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3" name="Line 186">
                <a:extLst>
                  <a:ext uri="{FF2B5EF4-FFF2-40B4-BE49-F238E27FC236}">
                    <a16:creationId xmlns:a16="http://schemas.microsoft.com/office/drawing/2014/main" id="{DAD417BF-6B71-45CA-85B8-C555E00CB6AD}"/>
                  </a:ext>
                </a:extLst>
              </p:cNvPr>
              <p:cNvSpPr>
                <a:spLocks noChangeShapeType="1"/>
              </p:cNvSpPr>
              <p:nvPr/>
            </p:nvSpPr>
            <p:spPr bwMode="auto">
              <a:xfrm flipH="1">
                <a:off x="9559" y="3625"/>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4" name="Rectangle 187">
                <a:extLst>
                  <a:ext uri="{FF2B5EF4-FFF2-40B4-BE49-F238E27FC236}">
                    <a16:creationId xmlns:a16="http://schemas.microsoft.com/office/drawing/2014/main" id="{E8492C21-62A6-4E67-AED9-1EC413EB262C}"/>
                  </a:ext>
                </a:extLst>
              </p:cNvPr>
              <p:cNvSpPr>
                <a:spLocks noChangeArrowheads="1"/>
              </p:cNvSpPr>
              <p:nvPr/>
            </p:nvSpPr>
            <p:spPr bwMode="auto">
              <a:xfrm>
                <a:off x="6510" y="3569"/>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250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95" name="Line 188">
                <a:extLst>
                  <a:ext uri="{FF2B5EF4-FFF2-40B4-BE49-F238E27FC236}">
                    <a16:creationId xmlns:a16="http://schemas.microsoft.com/office/drawing/2014/main" id="{5BBA7176-540B-4E8A-89A2-A1F1EAD21F50}"/>
                  </a:ext>
                </a:extLst>
              </p:cNvPr>
              <p:cNvSpPr>
                <a:spLocks noChangeShapeType="1"/>
              </p:cNvSpPr>
              <p:nvPr/>
            </p:nvSpPr>
            <p:spPr bwMode="auto">
              <a:xfrm>
                <a:off x="6897" y="3053"/>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6" name="Line 189">
                <a:extLst>
                  <a:ext uri="{FF2B5EF4-FFF2-40B4-BE49-F238E27FC236}">
                    <a16:creationId xmlns:a16="http://schemas.microsoft.com/office/drawing/2014/main" id="{54678557-1D0B-4663-A803-95AB46FEFFA3}"/>
                  </a:ext>
                </a:extLst>
              </p:cNvPr>
              <p:cNvSpPr>
                <a:spLocks noChangeShapeType="1"/>
              </p:cNvSpPr>
              <p:nvPr/>
            </p:nvSpPr>
            <p:spPr bwMode="auto">
              <a:xfrm flipH="1">
                <a:off x="9559" y="3053"/>
                <a:ext cx="49"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7" name="Rectangle 190">
                <a:extLst>
                  <a:ext uri="{FF2B5EF4-FFF2-40B4-BE49-F238E27FC236}">
                    <a16:creationId xmlns:a16="http://schemas.microsoft.com/office/drawing/2014/main" id="{212A427E-E69F-47CB-AB05-03E2A421CA83}"/>
                  </a:ext>
                </a:extLst>
              </p:cNvPr>
              <p:cNvSpPr>
                <a:spLocks noChangeArrowheads="1"/>
              </p:cNvSpPr>
              <p:nvPr/>
            </p:nvSpPr>
            <p:spPr bwMode="auto">
              <a:xfrm>
                <a:off x="6492" y="2997"/>
                <a:ext cx="37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300</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sp>
            <p:nvSpPr>
              <p:cNvPr id="298" name="Line 191">
                <a:extLst>
                  <a:ext uri="{FF2B5EF4-FFF2-40B4-BE49-F238E27FC236}">
                    <a16:creationId xmlns:a16="http://schemas.microsoft.com/office/drawing/2014/main" id="{829D8DBC-2492-409A-AF90-DE078F6E77FA}"/>
                  </a:ext>
                </a:extLst>
              </p:cNvPr>
              <p:cNvSpPr>
                <a:spLocks noChangeShapeType="1"/>
              </p:cNvSpPr>
              <p:nvPr/>
            </p:nvSpPr>
            <p:spPr bwMode="auto">
              <a:xfrm>
                <a:off x="6897" y="7058"/>
                <a:ext cx="2711"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99" name="Line 192">
                <a:extLst>
                  <a:ext uri="{FF2B5EF4-FFF2-40B4-BE49-F238E27FC236}">
                    <a16:creationId xmlns:a16="http://schemas.microsoft.com/office/drawing/2014/main" id="{0094D343-496B-42B1-A692-DDD07F69149B}"/>
                  </a:ext>
                </a:extLst>
              </p:cNvPr>
              <p:cNvSpPr>
                <a:spLocks noChangeShapeType="1"/>
              </p:cNvSpPr>
              <p:nvPr/>
            </p:nvSpPr>
            <p:spPr bwMode="auto">
              <a:xfrm>
                <a:off x="7059" y="3051"/>
                <a:ext cx="2711" cy="1"/>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0" name="Line 193">
                <a:extLst>
                  <a:ext uri="{FF2B5EF4-FFF2-40B4-BE49-F238E27FC236}">
                    <a16:creationId xmlns:a16="http://schemas.microsoft.com/office/drawing/2014/main" id="{2C5AE005-AF45-4832-BCCB-BF9F5A28186C}"/>
                  </a:ext>
                </a:extLst>
              </p:cNvPr>
              <p:cNvSpPr>
                <a:spLocks noChangeShapeType="1"/>
              </p:cNvSpPr>
              <p:nvPr/>
            </p:nvSpPr>
            <p:spPr bwMode="auto">
              <a:xfrm flipV="1">
                <a:off x="6897"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1" name="Line 194">
                <a:extLst>
                  <a:ext uri="{FF2B5EF4-FFF2-40B4-BE49-F238E27FC236}">
                    <a16:creationId xmlns:a16="http://schemas.microsoft.com/office/drawing/2014/main" id="{AF30E774-11DC-4049-A3D0-0D53CA81A7EE}"/>
                  </a:ext>
                </a:extLst>
              </p:cNvPr>
              <p:cNvSpPr>
                <a:spLocks noChangeShapeType="1"/>
              </p:cNvSpPr>
              <p:nvPr/>
            </p:nvSpPr>
            <p:spPr bwMode="auto">
              <a:xfrm flipV="1">
                <a:off x="9608" y="3053"/>
                <a:ext cx="1" cy="4005"/>
              </a:xfrm>
              <a:prstGeom prst="line">
                <a:avLst/>
              </a:prstGeom>
              <a:noFill/>
              <a:ln w="5080">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2" name="Oval 195">
                <a:extLst>
                  <a:ext uri="{FF2B5EF4-FFF2-40B4-BE49-F238E27FC236}">
                    <a16:creationId xmlns:a16="http://schemas.microsoft.com/office/drawing/2014/main" id="{1772DA4B-FC89-4A8B-B8E3-B08A47D877F5}"/>
                  </a:ext>
                </a:extLst>
              </p:cNvPr>
              <p:cNvSpPr>
                <a:spLocks noChangeArrowheads="1"/>
              </p:cNvSpPr>
              <p:nvPr/>
            </p:nvSpPr>
            <p:spPr bwMode="auto">
              <a:xfrm>
                <a:off x="6873"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3" name="Oval 196">
                <a:extLst>
                  <a:ext uri="{FF2B5EF4-FFF2-40B4-BE49-F238E27FC236}">
                    <a16:creationId xmlns:a16="http://schemas.microsoft.com/office/drawing/2014/main" id="{68A782BC-1E99-477A-825B-10080C32E888}"/>
                  </a:ext>
                </a:extLst>
              </p:cNvPr>
              <p:cNvSpPr>
                <a:spLocks noChangeArrowheads="1"/>
              </p:cNvSpPr>
              <p:nvPr/>
            </p:nvSpPr>
            <p:spPr bwMode="auto">
              <a:xfrm>
                <a:off x="6938"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4" name="Oval 197">
                <a:extLst>
                  <a:ext uri="{FF2B5EF4-FFF2-40B4-BE49-F238E27FC236}">
                    <a16:creationId xmlns:a16="http://schemas.microsoft.com/office/drawing/2014/main" id="{B2D6585A-639E-4AED-BE90-23F4655B4A03}"/>
                  </a:ext>
                </a:extLst>
              </p:cNvPr>
              <p:cNvSpPr>
                <a:spLocks noChangeArrowheads="1"/>
              </p:cNvSpPr>
              <p:nvPr/>
            </p:nvSpPr>
            <p:spPr bwMode="auto">
              <a:xfrm>
                <a:off x="7003" y="6464"/>
                <a:ext cx="56"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5" name="Oval 198">
                <a:extLst>
                  <a:ext uri="{FF2B5EF4-FFF2-40B4-BE49-F238E27FC236}">
                    <a16:creationId xmlns:a16="http://schemas.microsoft.com/office/drawing/2014/main" id="{88177A41-B4EA-4A84-9F80-43B8EB51C15B}"/>
                  </a:ext>
                </a:extLst>
              </p:cNvPr>
              <p:cNvSpPr>
                <a:spLocks noChangeArrowheads="1"/>
              </p:cNvSpPr>
              <p:nvPr/>
            </p:nvSpPr>
            <p:spPr bwMode="auto">
              <a:xfrm>
                <a:off x="7068" y="6464"/>
                <a:ext cx="56"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6" name="Oval 199">
                <a:extLst>
                  <a:ext uri="{FF2B5EF4-FFF2-40B4-BE49-F238E27FC236}">
                    <a16:creationId xmlns:a16="http://schemas.microsoft.com/office/drawing/2014/main" id="{42C6BB4F-5885-4E7A-8DE4-63299D26C6A2}"/>
                  </a:ext>
                </a:extLst>
              </p:cNvPr>
              <p:cNvSpPr>
                <a:spLocks noChangeArrowheads="1"/>
              </p:cNvSpPr>
              <p:nvPr/>
            </p:nvSpPr>
            <p:spPr bwMode="auto">
              <a:xfrm>
                <a:off x="7133" y="6422"/>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7" name="Oval 200">
                <a:extLst>
                  <a:ext uri="{FF2B5EF4-FFF2-40B4-BE49-F238E27FC236}">
                    <a16:creationId xmlns:a16="http://schemas.microsoft.com/office/drawing/2014/main" id="{94C097B6-5BA0-4F6B-916C-A9571778A9F0}"/>
                  </a:ext>
                </a:extLst>
              </p:cNvPr>
              <p:cNvSpPr>
                <a:spLocks noChangeArrowheads="1"/>
              </p:cNvSpPr>
              <p:nvPr/>
            </p:nvSpPr>
            <p:spPr bwMode="auto">
              <a:xfrm>
                <a:off x="7197" y="6371"/>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8" name="Oval 201">
                <a:extLst>
                  <a:ext uri="{FF2B5EF4-FFF2-40B4-BE49-F238E27FC236}">
                    <a16:creationId xmlns:a16="http://schemas.microsoft.com/office/drawing/2014/main" id="{4413AC36-17A4-4AD2-A8DA-B8EB2DB435C6}"/>
                  </a:ext>
                </a:extLst>
              </p:cNvPr>
              <p:cNvSpPr>
                <a:spLocks noChangeArrowheads="1"/>
              </p:cNvSpPr>
              <p:nvPr/>
            </p:nvSpPr>
            <p:spPr bwMode="auto">
              <a:xfrm>
                <a:off x="7262" y="631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09" name="Oval 202">
                <a:extLst>
                  <a:ext uri="{FF2B5EF4-FFF2-40B4-BE49-F238E27FC236}">
                    <a16:creationId xmlns:a16="http://schemas.microsoft.com/office/drawing/2014/main" id="{034AEC87-E000-40FE-A8E4-2BB00ED6DB1D}"/>
                  </a:ext>
                </a:extLst>
              </p:cNvPr>
              <p:cNvSpPr>
                <a:spLocks noChangeArrowheads="1"/>
              </p:cNvSpPr>
              <p:nvPr/>
            </p:nvSpPr>
            <p:spPr bwMode="auto">
              <a:xfrm>
                <a:off x="7327" y="64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0" name="Oval 203">
                <a:extLst>
                  <a:ext uri="{FF2B5EF4-FFF2-40B4-BE49-F238E27FC236}">
                    <a16:creationId xmlns:a16="http://schemas.microsoft.com/office/drawing/2014/main" id="{53BFAEB9-4BDE-43F0-BF7C-D3E01073D014}"/>
                  </a:ext>
                </a:extLst>
              </p:cNvPr>
              <p:cNvSpPr>
                <a:spLocks noChangeArrowheads="1"/>
              </p:cNvSpPr>
              <p:nvPr/>
            </p:nvSpPr>
            <p:spPr bwMode="auto">
              <a:xfrm>
                <a:off x="7392" y="65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1" name="Oval 204">
                <a:extLst>
                  <a:ext uri="{FF2B5EF4-FFF2-40B4-BE49-F238E27FC236}">
                    <a16:creationId xmlns:a16="http://schemas.microsoft.com/office/drawing/2014/main" id="{FE94F506-2246-4C79-9E12-D4232B34BC3E}"/>
                  </a:ext>
                </a:extLst>
              </p:cNvPr>
              <p:cNvSpPr>
                <a:spLocks noChangeArrowheads="1"/>
              </p:cNvSpPr>
              <p:nvPr/>
            </p:nvSpPr>
            <p:spPr bwMode="auto">
              <a:xfrm>
                <a:off x="7457" y="6622"/>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2" name="Oval 205">
                <a:extLst>
                  <a:ext uri="{FF2B5EF4-FFF2-40B4-BE49-F238E27FC236}">
                    <a16:creationId xmlns:a16="http://schemas.microsoft.com/office/drawing/2014/main" id="{8B32606E-5E4A-404C-B493-F77F17ECF6DE}"/>
                  </a:ext>
                </a:extLst>
              </p:cNvPr>
              <p:cNvSpPr>
                <a:spLocks noChangeArrowheads="1"/>
              </p:cNvSpPr>
              <p:nvPr/>
            </p:nvSpPr>
            <p:spPr bwMode="auto">
              <a:xfrm>
                <a:off x="7522" y="65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3" name="Oval 206">
                <a:extLst>
                  <a:ext uri="{FF2B5EF4-FFF2-40B4-BE49-F238E27FC236}">
                    <a16:creationId xmlns:a16="http://schemas.microsoft.com/office/drawing/2014/main" id="{2E9F626A-45ED-40BE-90AE-8B18853E9697}"/>
                  </a:ext>
                </a:extLst>
              </p:cNvPr>
              <p:cNvSpPr>
                <a:spLocks noChangeArrowheads="1"/>
              </p:cNvSpPr>
              <p:nvPr/>
            </p:nvSpPr>
            <p:spPr bwMode="auto">
              <a:xfrm>
                <a:off x="7579" y="629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4" name="Oval 207">
                <a:extLst>
                  <a:ext uri="{FF2B5EF4-FFF2-40B4-BE49-F238E27FC236}">
                    <a16:creationId xmlns:a16="http://schemas.microsoft.com/office/drawing/2014/main" id="{A6132BF0-1949-4017-BBF6-17B0EAC9A97E}"/>
                  </a:ext>
                </a:extLst>
              </p:cNvPr>
              <p:cNvSpPr>
                <a:spLocks noChangeArrowheads="1"/>
              </p:cNvSpPr>
              <p:nvPr/>
            </p:nvSpPr>
            <p:spPr bwMode="auto">
              <a:xfrm>
                <a:off x="7644" y="576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5" name="Oval 208">
                <a:extLst>
                  <a:ext uri="{FF2B5EF4-FFF2-40B4-BE49-F238E27FC236}">
                    <a16:creationId xmlns:a16="http://schemas.microsoft.com/office/drawing/2014/main" id="{CAAF8DB1-6D7A-43B3-A3EA-3ED304A88ADD}"/>
                  </a:ext>
                </a:extLst>
              </p:cNvPr>
              <p:cNvSpPr>
                <a:spLocks noChangeArrowheads="1"/>
              </p:cNvSpPr>
              <p:nvPr/>
            </p:nvSpPr>
            <p:spPr bwMode="auto">
              <a:xfrm>
                <a:off x="7709" y="551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6" name="Oval 209">
                <a:extLst>
                  <a:ext uri="{FF2B5EF4-FFF2-40B4-BE49-F238E27FC236}">
                    <a16:creationId xmlns:a16="http://schemas.microsoft.com/office/drawing/2014/main" id="{FE81A1F8-6966-48AE-B75D-1FF3B27FA020}"/>
                  </a:ext>
                </a:extLst>
              </p:cNvPr>
              <p:cNvSpPr>
                <a:spLocks noChangeArrowheads="1"/>
              </p:cNvSpPr>
              <p:nvPr/>
            </p:nvSpPr>
            <p:spPr bwMode="auto">
              <a:xfrm>
                <a:off x="7774" y="558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7" name="Oval 210">
                <a:extLst>
                  <a:ext uri="{FF2B5EF4-FFF2-40B4-BE49-F238E27FC236}">
                    <a16:creationId xmlns:a16="http://schemas.microsoft.com/office/drawing/2014/main" id="{F09D9BE6-DB86-4D48-AAC9-54C056498A01}"/>
                  </a:ext>
                </a:extLst>
              </p:cNvPr>
              <p:cNvSpPr>
                <a:spLocks noChangeArrowheads="1"/>
              </p:cNvSpPr>
              <p:nvPr/>
            </p:nvSpPr>
            <p:spPr bwMode="auto">
              <a:xfrm>
                <a:off x="7839" y="583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8" name="Oval 211">
                <a:extLst>
                  <a:ext uri="{FF2B5EF4-FFF2-40B4-BE49-F238E27FC236}">
                    <a16:creationId xmlns:a16="http://schemas.microsoft.com/office/drawing/2014/main" id="{6209C54C-1C6B-4ED9-9680-6A2D5DD9FEC2}"/>
                  </a:ext>
                </a:extLst>
              </p:cNvPr>
              <p:cNvSpPr>
                <a:spLocks noChangeArrowheads="1"/>
              </p:cNvSpPr>
              <p:nvPr/>
            </p:nvSpPr>
            <p:spPr bwMode="auto">
              <a:xfrm>
                <a:off x="7904" y="6407"/>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9" name="Oval 212">
                <a:extLst>
                  <a:ext uri="{FF2B5EF4-FFF2-40B4-BE49-F238E27FC236}">
                    <a16:creationId xmlns:a16="http://schemas.microsoft.com/office/drawing/2014/main" id="{D48CFF0A-0913-4155-883C-D225F840FE77}"/>
                  </a:ext>
                </a:extLst>
              </p:cNvPr>
              <p:cNvSpPr>
                <a:spLocks noChangeArrowheads="1"/>
              </p:cNvSpPr>
              <p:nvPr/>
            </p:nvSpPr>
            <p:spPr bwMode="auto">
              <a:xfrm>
                <a:off x="7969" y="6543"/>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0" name="Oval 213">
                <a:extLst>
                  <a:ext uri="{FF2B5EF4-FFF2-40B4-BE49-F238E27FC236}">
                    <a16:creationId xmlns:a16="http://schemas.microsoft.com/office/drawing/2014/main" id="{12E966FB-1934-4B92-9459-305E48E0A67F}"/>
                  </a:ext>
                </a:extLst>
              </p:cNvPr>
              <p:cNvSpPr>
                <a:spLocks noChangeArrowheads="1"/>
              </p:cNvSpPr>
              <p:nvPr/>
            </p:nvSpPr>
            <p:spPr bwMode="auto">
              <a:xfrm>
                <a:off x="8033" y="635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1" name="Oval 214">
                <a:extLst>
                  <a:ext uri="{FF2B5EF4-FFF2-40B4-BE49-F238E27FC236}">
                    <a16:creationId xmlns:a16="http://schemas.microsoft.com/office/drawing/2014/main" id="{1E0DB15C-F7BE-410A-9F3D-DB27D2283592}"/>
                  </a:ext>
                </a:extLst>
              </p:cNvPr>
              <p:cNvSpPr>
                <a:spLocks noChangeArrowheads="1"/>
              </p:cNvSpPr>
              <p:nvPr/>
            </p:nvSpPr>
            <p:spPr bwMode="auto">
              <a:xfrm>
                <a:off x="8098" y="551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2" name="Oval 215">
                <a:extLst>
                  <a:ext uri="{FF2B5EF4-FFF2-40B4-BE49-F238E27FC236}">
                    <a16:creationId xmlns:a16="http://schemas.microsoft.com/office/drawing/2014/main" id="{416BE65F-139B-4605-939E-A7A8FC75643C}"/>
                  </a:ext>
                </a:extLst>
              </p:cNvPr>
              <p:cNvSpPr>
                <a:spLocks noChangeArrowheads="1"/>
              </p:cNvSpPr>
              <p:nvPr/>
            </p:nvSpPr>
            <p:spPr bwMode="auto">
              <a:xfrm>
                <a:off x="8163" y="529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3" name="Oval 216">
                <a:extLst>
                  <a:ext uri="{FF2B5EF4-FFF2-40B4-BE49-F238E27FC236}">
                    <a16:creationId xmlns:a16="http://schemas.microsoft.com/office/drawing/2014/main" id="{E9436E7C-9006-4588-9F92-1C22D47BFCB6}"/>
                  </a:ext>
                </a:extLst>
              </p:cNvPr>
              <p:cNvSpPr>
                <a:spLocks noChangeArrowheads="1"/>
              </p:cNvSpPr>
              <p:nvPr/>
            </p:nvSpPr>
            <p:spPr bwMode="auto">
              <a:xfrm>
                <a:off x="8228" y="370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4" name="Oval 217">
                <a:extLst>
                  <a:ext uri="{FF2B5EF4-FFF2-40B4-BE49-F238E27FC236}">
                    <a16:creationId xmlns:a16="http://schemas.microsoft.com/office/drawing/2014/main" id="{698EC16B-6765-48EE-AB05-82B292F5CD7B}"/>
                  </a:ext>
                </a:extLst>
              </p:cNvPr>
              <p:cNvSpPr>
                <a:spLocks noChangeArrowheads="1"/>
              </p:cNvSpPr>
              <p:nvPr/>
            </p:nvSpPr>
            <p:spPr bwMode="auto">
              <a:xfrm>
                <a:off x="8293" y="5299"/>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5" name="Oval 218">
                <a:extLst>
                  <a:ext uri="{FF2B5EF4-FFF2-40B4-BE49-F238E27FC236}">
                    <a16:creationId xmlns:a16="http://schemas.microsoft.com/office/drawing/2014/main" id="{5543A17B-8DD0-4384-804D-833EFAE61F74}"/>
                  </a:ext>
                </a:extLst>
              </p:cNvPr>
              <p:cNvSpPr>
                <a:spLocks noChangeArrowheads="1"/>
              </p:cNvSpPr>
              <p:nvPr/>
            </p:nvSpPr>
            <p:spPr bwMode="auto">
              <a:xfrm>
                <a:off x="8358" y="551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6" name="Oval 219">
                <a:extLst>
                  <a:ext uri="{FF2B5EF4-FFF2-40B4-BE49-F238E27FC236}">
                    <a16:creationId xmlns:a16="http://schemas.microsoft.com/office/drawing/2014/main" id="{E20E0CC4-861C-4290-BAC6-0389246ED98C}"/>
                  </a:ext>
                </a:extLst>
              </p:cNvPr>
              <p:cNvSpPr>
                <a:spLocks noChangeArrowheads="1"/>
              </p:cNvSpPr>
              <p:nvPr/>
            </p:nvSpPr>
            <p:spPr bwMode="auto">
              <a:xfrm>
                <a:off x="8423" y="6350"/>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7" name="Oval 220">
                <a:extLst>
                  <a:ext uri="{FF2B5EF4-FFF2-40B4-BE49-F238E27FC236}">
                    <a16:creationId xmlns:a16="http://schemas.microsoft.com/office/drawing/2014/main" id="{7B928C39-FF2D-46B9-8AC8-06587428C856}"/>
                  </a:ext>
                </a:extLst>
              </p:cNvPr>
              <p:cNvSpPr>
                <a:spLocks noChangeArrowheads="1"/>
              </p:cNvSpPr>
              <p:nvPr/>
            </p:nvSpPr>
            <p:spPr bwMode="auto">
              <a:xfrm>
                <a:off x="8488" y="654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8" name="Oval 221">
                <a:extLst>
                  <a:ext uri="{FF2B5EF4-FFF2-40B4-BE49-F238E27FC236}">
                    <a16:creationId xmlns:a16="http://schemas.microsoft.com/office/drawing/2014/main" id="{F86DF6C8-8CBE-4953-8333-828C784C8D38}"/>
                  </a:ext>
                </a:extLst>
              </p:cNvPr>
              <p:cNvSpPr>
                <a:spLocks noChangeArrowheads="1"/>
              </p:cNvSpPr>
              <p:nvPr/>
            </p:nvSpPr>
            <p:spPr bwMode="auto">
              <a:xfrm>
                <a:off x="8553" y="64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29" name="Oval 222">
                <a:extLst>
                  <a:ext uri="{FF2B5EF4-FFF2-40B4-BE49-F238E27FC236}">
                    <a16:creationId xmlns:a16="http://schemas.microsoft.com/office/drawing/2014/main" id="{0E3ECEF7-7EE1-4452-B564-FE2A5418F5A2}"/>
                  </a:ext>
                </a:extLst>
              </p:cNvPr>
              <p:cNvSpPr>
                <a:spLocks noChangeArrowheads="1"/>
              </p:cNvSpPr>
              <p:nvPr/>
            </p:nvSpPr>
            <p:spPr bwMode="auto">
              <a:xfrm>
                <a:off x="8618" y="583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0" name="Oval 223">
                <a:extLst>
                  <a:ext uri="{FF2B5EF4-FFF2-40B4-BE49-F238E27FC236}">
                    <a16:creationId xmlns:a16="http://schemas.microsoft.com/office/drawing/2014/main" id="{8E4E6548-8C9A-4AA1-B1C3-7452915CDB69}"/>
                  </a:ext>
                </a:extLst>
              </p:cNvPr>
              <p:cNvSpPr>
                <a:spLocks noChangeArrowheads="1"/>
              </p:cNvSpPr>
              <p:nvPr/>
            </p:nvSpPr>
            <p:spPr bwMode="auto">
              <a:xfrm>
                <a:off x="8683" y="5585"/>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1" name="Oval 224">
                <a:extLst>
                  <a:ext uri="{FF2B5EF4-FFF2-40B4-BE49-F238E27FC236}">
                    <a16:creationId xmlns:a16="http://schemas.microsoft.com/office/drawing/2014/main" id="{D387C313-577E-462D-BC5C-E93F44C278DC}"/>
                  </a:ext>
                </a:extLst>
              </p:cNvPr>
              <p:cNvSpPr>
                <a:spLocks noChangeArrowheads="1"/>
              </p:cNvSpPr>
              <p:nvPr/>
            </p:nvSpPr>
            <p:spPr bwMode="auto">
              <a:xfrm>
                <a:off x="8748" y="5513"/>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2" name="Oval 225">
                <a:extLst>
                  <a:ext uri="{FF2B5EF4-FFF2-40B4-BE49-F238E27FC236}">
                    <a16:creationId xmlns:a16="http://schemas.microsoft.com/office/drawing/2014/main" id="{18A52F71-51B9-47BE-8C8A-F3657FD00111}"/>
                  </a:ext>
                </a:extLst>
              </p:cNvPr>
              <p:cNvSpPr>
                <a:spLocks noChangeArrowheads="1"/>
              </p:cNvSpPr>
              <p:nvPr/>
            </p:nvSpPr>
            <p:spPr bwMode="auto">
              <a:xfrm>
                <a:off x="8813" y="576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3" name="Oval 226">
                <a:extLst>
                  <a:ext uri="{FF2B5EF4-FFF2-40B4-BE49-F238E27FC236}">
                    <a16:creationId xmlns:a16="http://schemas.microsoft.com/office/drawing/2014/main" id="{98B42BE3-4E2B-413A-8CDF-412208FE459F}"/>
                  </a:ext>
                </a:extLst>
              </p:cNvPr>
              <p:cNvSpPr>
                <a:spLocks noChangeArrowheads="1"/>
              </p:cNvSpPr>
              <p:nvPr/>
            </p:nvSpPr>
            <p:spPr bwMode="auto">
              <a:xfrm>
                <a:off x="8878" y="6293"/>
                <a:ext cx="56"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4" name="Oval 227">
                <a:extLst>
                  <a:ext uri="{FF2B5EF4-FFF2-40B4-BE49-F238E27FC236}">
                    <a16:creationId xmlns:a16="http://schemas.microsoft.com/office/drawing/2014/main" id="{6A8D6BAA-D336-4435-AF82-AD149DFDACCE}"/>
                  </a:ext>
                </a:extLst>
              </p:cNvPr>
              <p:cNvSpPr>
                <a:spLocks noChangeArrowheads="1"/>
              </p:cNvSpPr>
              <p:nvPr/>
            </p:nvSpPr>
            <p:spPr bwMode="auto">
              <a:xfrm>
                <a:off x="8934" y="65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5" name="Oval 228">
                <a:extLst>
                  <a:ext uri="{FF2B5EF4-FFF2-40B4-BE49-F238E27FC236}">
                    <a16:creationId xmlns:a16="http://schemas.microsoft.com/office/drawing/2014/main" id="{BAC7C6BC-A976-43A9-B875-224EDA344990}"/>
                  </a:ext>
                </a:extLst>
              </p:cNvPr>
              <p:cNvSpPr>
                <a:spLocks noChangeArrowheads="1"/>
              </p:cNvSpPr>
              <p:nvPr/>
            </p:nvSpPr>
            <p:spPr bwMode="auto">
              <a:xfrm>
                <a:off x="8999" y="6622"/>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6" name="Oval 229">
                <a:extLst>
                  <a:ext uri="{FF2B5EF4-FFF2-40B4-BE49-F238E27FC236}">
                    <a16:creationId xmlns:a16="http://schemas.microsoft.com/office/drawing/2014/main" id="{BCA6E78B-A3F2-442A-B008-701282F42A9C}"/>
                  </a:ext>
                </a:extLst>
              </p:cNvPr>
              <p:cNvSpPr>
                <a:spLocks noChangeArrowheads="1"/>
              </p:cNvSpPr>
              <p:nvPr/>
            </p:nvSpPr>
            <p:spPr bwMode="auto">
              <a:xfrm>
                <a:off x="9064" y="65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7" name="Oval 230">
                <a:extLst>
                  <a:ext uri="{FF2B5EF4-FFF2-40B4-BE49-F238E27FC236}">
                    <a16:creationId xmlns:a16="http://schemas.microsoft.com/office/drawing/2014/main" id="{DEE2116A-77FC-483C-B06E-37981604F81B}"/>
                  </a:ext>
                </a:extLst>
              </p:cNvPr>
              <p:cNvSpPr>
                <a:spLocks noChangeArrowheads="1"/>
              </p:cNvSpPr>
              <p:nvPr/>
            </p:nvSpPr>
            <p:spPr bwMode="auto">
              <a:xfrm>
                <a:off x="9129" y="6407"/>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8" name="Oval 231">
                <a:extLst>
                  <a:ext uri="{FF2B5EF4-FFF2-40B4-BE49-F238E27FC236}">
                    <a16:creationId xmlns:a16="http://schemas.microsoft.com/office/drawing/2014/main" id="{E533BC09-B392-44C1-8622-FD2657ABEFF2}"/>
                  </a:ext>
                </a:extLst>
              </p:cNvPr>
              <p:cNvSpPr>
                <a:spLocks noChangeArrowheads="1"/>
              </p:cNvSpPr>
              <p:nvPr/>
            </p:nvSpPr>
            <p:spPr bwMode="auto">
              <a:xfrm>
                <a:off x="9194" y="6314"/>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39" name="Oval 232">
                <a:extLst>
                  <a:ext uri="{FF2B5EF4-FFF2-40B4-BE49-F238E27FC236}">
                    <a16:creationId xmlns:a16="http://schemas.microsoft.com/office/drawing/2014/main" id="{0FB85661-FFFD-47EA-A718-12CC8C4116B5}"/>
                  </a:ext>
                </a:extLst>
              </p:cNvPr>
              <p:cNvSpPr>
                <a:spLocks noChangeArrowheads="1"/>
              </p:cNvSpPr>
              <p:nvPr/>
            </p:nvSpPr>
            <p:spPr bwMode="auto">
              <a:xfrm>
                <a:off x="9259" y="6371"/>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0" name="Oval 233">
                <a:extLst>
                  <a:ext uri="{FF2B5EF4-FFF2-40B4-BE49-F238E27FC236}">
                    <a16:creationId xmlns:a16="http://schemas.microsoft.com/office/drawing/2014/main" id="{4B5C7732-29BF-4BD5-B713-670BB6C2C419}"/>
                  </a:ext>
                </a:extLst>
              </p:cNvPr>
              <p:cNvSpPr>
                <a:spLocks noChangeArrowheads="1"/>
              </p:cNvSpPr>
              <p:nvPr/>
            </p:nvSpPr>
            <p:spPr bwMode="auto">
              <a:xfrm>
                <a:off x="9324" y="6422"/>
                <a:ext cx="57" cy="50"/>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1" name="Oval 234">
                <a:extLst>
                  <a:ext uri="{FF2B5EF4-FFF2-40B4-BE49-F238E27FC236}">
                    <a16:creationId xmlns:a16="http://schemas.microsoft.com/office/drawing/2014/main" id="{4541DBB9-5E12-4FB2-82B7-B69D7EAE226D}"/>
                  </a:ext>
                </a:extLst>
              </p:cNvPr>
              <p:cNvSpPr>
                <a:spLocks noChangeArrowheads="1"/>
              </p:cNvSpPr>
              <p:nvPr/>
            </p:nvSpPr>
            <p:spPr bwMode="auto">
              <a:xfrm>
                <a:off x="9389"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2" name="Oval 235">
                <a:extLst>
                  <a:ext uri="{FF2B5EF4-FFF2-40B4-BE49-F238E27FC236}">
                    <a16:creationId xmlns:a16="http://schemas.microsoft.com/office/drawing/2014/main" id="{C827EE6F-E29B-40C1-97B4-A53B0CBAA9C5}"/>
                  </a:ext>
                </a:extLst>
              </p:cNvPr>
              <p:cNvSpPr>
                <a:spLocks noChangeArrowheads="1"/>
              </p:cNvSpPr>
              <p:nvPr/>
            </p:nvSpPr>
            <p:spPr bwMode="auto">
              <a:xfrm>
                <a:off x="9454"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3" name="Oval 236">
                <a:extLst>
                  <a:ext uri="{FF2B5EF4-FFF2-40B4-BE49-F238E27FC236}">
                    <a16:creationId xmlns:a16="http://schemas.microsoft.com/office/drawing/2014/main" id="{9D622ABB-853A-430C-B6E3-0E3AEC9CE001}"/>
                  </a:ext>
                </a:extLst>
              </p:cNvPr>
              <p:cNvSpPr>
                <a:spLocks noChangeArrowheads="1"/>
              </p:cNvSpPr>
              <p:nvPr/>
            </p:nvSpPr>
            <p:spPr bwMode="auto">
              <a:xfrm>
                <a:off x="9519"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4" name="Oval 237">
                <a:extLst>
                  <a:ext uri="{FF2B5EF4-FFF2-40B4-BE49-F238E27FC236}">
                    <a16:creationId xmlns:a16="http://schemas.microsoft.com/office/drawing/2014/main" id="{9C172A87-15B5-4519-920D-C4E9A36E3C06}"/>
                  </a:ext>
                </a:extLst>
              </p:cNvPr>
              <p:cNvSpPr>
                <a:spLocks noChangeArrowheads="1"/>
              </p:cNvSpPr>
              <p:nvPr/>
            </p:nvSpPr>
            <p:spPr bwMode="auto">
              <a:xfrm>
                <a:off x="9584" y="6464"/>
                <a:ext cx="57" cy="51"/>
              </a:xfrm>
              <a:prstGeom prst="ellipse">
                <a:avLst/>
              </a:prstGeom>
              <a:noFill/>
              <a:ln w="508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8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5" name="Line 238">
                <a:extLst>
                  <a:ext uri="{FF2B5EF4-FFF2-40B4-BE49-F238E27FC236}">
                    <a16:creationId xmlns:a16="http://schemas.microsoft.com/office/drawing/2014/main" id="{5A390B48-057C-4044-ABCB-446DF5A5E00D}"/>
                  </a:ext>
                </a:extLst>
              </p:cNvPr>
              <p:cNvSpPr>
                <a:spLocks noChangeShapeType="1"/>
              </p:cNvSpPr>
              <p:nvPr/>
            </p:nvSpPr>
            <p:spPr bwMode="auto">
              <a:xfrm>
                <a:off x="6897"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6" name="Line 239">
                <a:extLst>
                  <a:ext uri="{FF2B5EF4-FFF2-40B4-BE49-F238E27FC236}">
                    <a16:creationId xmlns:a16="http://schemas.microsoft.com/office/drawing/2014/main" id="{1F39572B-4C82-41EC-BDB0-AB473E8E6992}"/>
                  </a:ext>
                </a:extLst>
              </p:cNvPr>
              <p:cNvSpPr>
                <a:spLocks noChangeShapeType="1"/>
              </p:cNvSpPr>
              <p:nvPr/>
            </p:nvSpPr>
            <p:spPr bwMode="auto">
              <a:xfrm>
                <a:off x="6962"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7" name="Line 240">
                <a:extLst>
                  <a:ext uri="{FF2B5EF4-FFF2-40B4-BE49-F238E27FC236}">
                    <a16:creationId xmlns:a16="http://schemas.microsoft.com/office/drawing/2014/main" id="{D86BDF07-7908-439A-A982-D68287861330}"/>
                  </a:ext>
                </a:extLst>
              </p:cNvPr>
              <p:cNvSpPr>
                <a:spLocks noChangeShapeType="1"/>
              </p:cNvSpPr>
              <p:nvPr/>
            </p:nvSpPr>
            <p:spPr bwMode="auto">
              <a:xfrm>
                <a:off x="7027"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8" name="Line 241">
                <a:extLst>
                  <a:ext uri="{FF2B5EF4-FFF2-40B4-BE49-F238E27FC236}">
                    <a16:creationId xmlns:a16="http://schemas.microsoft.com/office/drawing/2014/main" id="{F237AAE4-825C-4D01-9FF8-E62175549C06}"/>
                  </a:ext>
                </a:extLst>
              </p:cNvPr>
              <p:cNvSpPr>
                <a:spLocks noChangeShapeType="1"/>
              </p:cNvSpPr>
              <p:nvPr/>
            </p:nvSpPr>
            <p:spPr bwMode="auto">
              <a:xfrm>
                <a:off x="7092"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49" name="Line 242">
                <a:extLst>
                  <a:ext uri="{FF2B5EF4-FFF2-40B4-BE49-F238E27FC236}">
                    <a16:creationId xmlns:a16="http://schemas.microsoft.com/office/drawing/2014/main" id="{938308DF-6B8F-449B-80A9-2629710956A2}"/>
                  </a:ext>
                </a:extLst>
              </p:cNvPr>
              <p:cNvSpPr>
                <a:spLocks noChangeShapeType="1"/>
              </p:cNvSpPr>
              <p:nvPr/>
            </p:nvSpPr>
            <p:spPr bwMode="auto">
              <a:xfrm flipV="1">
                <a:off x="7157" y="6443"/>
                <a:ext cx="1" cy="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0" name="Line 243">
                <a:extLst>
                  <a:ext uri="{FF2B5EF4-FFF2-40B4-BE49-F238E27FC236}">
                    <a16:creationId xmlns:a16="http://schemas.microsoft.com/office/drawing/2014/main" id="{89D7832C-C5EB-465D-8B85-374705DDF8E5}"/>
                  </a:ext>
                </a:extLst>
              </p:cNvPr>
              <p:cNvSpPr>
                <a:spLocks noChangeShapeType="1"/>
              </p:cNvSpPr>
              <p:nvPr/>
            </p:nvSpPr>
            <p:spPr bwMode="auto">
              <a:xfrm flipV="1">
                <a:off x="7222" y="6393"/>
                <a:ext cx="1" cy="9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1" name="Line 244">
                <a:extLst>
                  <a:ext uri="{FF2B5EF4-FFF2-40B4-BE49-F238E27FC236}">
                    <a16:creationId xmlns:a16="http://schemas.microsoft.com/office/drawing/2014/main" id="{3F47758A-628D-4490-8977-11BF5D029E64}"/>
                  </a:ext>
                </a:extLst>
              </p:cNvPr>
              <p:cNvSpPr>
                <a:spLocks noChangeShapeType="1"/>
              </p:cNvSpPr>
              <p:nvPr/>
            </p:nvSpPr>
            <p:spPr bwMode="auto">
              <a:xfrm flipV="1">
                <a:off x="7287" y="6336"/>
                <a:ext cx="1" cy="15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2" name="Line 245">
                <a:extLst>
                  <a:ext uri="{FF2B5EF4-FFF2-40B4-BE49-F238E27FC236}">
                    <a16:creationId xmlns:a16="http://schemas.microsoft.com/office/drawing/2014/main" id="{BBB88C0D-E30C-4EB8-BE0B-DBAE39FDBC27}"/>
                  </a:ext>
                </a:extLst>
              </p:cNvPr>
              <p:cNvSpPr>
                <a:spLocks noChangeShapeType="1"/>
              </p:cNvSpPr>
              <p:nvPr/>
            </p:nvSpPr>
            <p:spPr bwMode="auto">
              <a:xfrm flipV="1">
                <a:off x="7352" y="6429"/>
                <a:ext cx="1" cy="5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3" name="Line 246">
                <a:extLst>
                  <a:ext uri="{FF2B5EF4-FFF2-40B4-BE49-F238E27FC236}">
                    <a16:creationId xmlns:a16="http://schemas.microsoft.com/office/drawing/2014/main" id="{98FF8B9E-A32E-4D7F-AEEF-9C9EA985300D}"/>
                  </a:ext>
                </a:extLst>
              </p:cNvPr>
              <p:cNvSpPr>
                <a:spLocks noChangeShapeType="1"/>
              </p:cNvSpPr>
              <p:nvPr/>
            </p:nvSpPr>
            <p:spPr bwMode="auto">
              <a:xfrm>
                <a:off x="7417" y="6486"/>
                <a:ext cx="1" cy="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4" name="Line 247">
                <a:extLst>
                  <a:ext uri="{FF2B5EF4-FFF2-40B4-BE49-F238E27FC236}">
                    <a16:creationId xmlns:a16="http://schemas.microsoft.com/office/drawing/2014/main" id="{32DA8988-06C7-4BE6-BCD1-A44DF03EDA1C}"/>
                  </a:ext>
                </a:extLst>
              </p:cNvPr>
              <p:cNvSpPr>
                <a:spLocks noChangeShapeType="1"/>
              </p:cNvSpPr>
              <p:nvPr/>
            </p:nvSpPr>
            <p:spPr bwMode="auto">
              <a:xfrm>
                <a:off x="7482" y="6486"/>
                <a:ext cx="1" cy="15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5" name="Line 248">
                <a:extLst>
                  <a:ext uri="{FF2B5EF4-FFF2-40B4-BE49-F238E27FC236}">
                    <a16:creationId xmlns:a16="http://schemas.microsoft.com/office/drawing/2014/main" id="{DBF78C2F-53AF-4C3E-925C-1454B4473B47}"/>
                  </a:ext>
                </a:extLst>
              </p:cNvPr>
              <p:cNvSpPr>
                <a:spLocks noChangeShapeType="1"/>
              </p:cNvSpPr>
              <p:nvPr/>
            </p:nvSpPr>
            <p:spPr bwMode="auto">
              <a:xfrm>
                <a:off x="7546" y="6486"/>
                <a:ext cx="1" cy="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6" name="Line 249">
                <a:extLst>
                  <a:ext uri="{FF2B5EF4-FFF2-40B4-BE49-F238E27FC236}">
                    <a16:creationId xmlns:a16="http://schemas.microsoft.com/office/drawing/2014/main" id="{1D4F2839-7BB6-4922-8864-890764E18082}"/>
                  </a:ext>
                </a:extLst>
              </p:cNvPr>
              <p:cNvSpPr>
                <a:spLocks noChangeShapeType="1"/>
              </p:cNvSpPr>
              <p:nvPr/>
            </p:nvSpPr>
            <p:spPr bwMode="auto">
              <a:xfrm flipV="1">
                <a:off x="7603" y="6314"/>
                <a:ext cx="1" cy="172"/>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7" name="Line 250">
                <a:extLst>
                  <a:ext uri="{FF2B5EF4-FFF2-40B4-BE49-F238E27FC236}">
                    <a16:creationId xmlns:a16="http://schemas.microsoft.com/office/drawing/2014/main" id="{C1E7F281-0632-48B2-A096-5EC1271FFCD2}"/>
                  </a:ext>
                </a:extLst>
              </p:cNvPr>
              <p:cNvSpPr>
                <a:spLocks noChangeShapeType="1"/>
              </p:cNvSpPr>
              <p:nvPr/>
            </p:nvSpPr>
            <p:spPr bwMode="auto">
              <a:xfrm flipV="1">
                <a:off x="7668" y="5785"/>
                <a:ext cx="1" cy="70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8" name="Line 251">
                <a:extLst>
                  <a:ext uri="{FF2B5EF4-FFF2-40B4-BE49-F238E27FC236}">
                    <a16:creationId xmlns:a16="http://schemas.microsoft.com/office/drawing/2014/main" id="{B73FE31B-3B32-410C-A180-A551B024FA12}"/>
                  </a:ext>
                </a:extLst>
              </p:cNvPr>
              <p:cNvSpPr>
                <a:spLocks noChangeShapeType="1"/>
              </p:cNvSpPr>
              <p:nvPr/>
            </p:nvSpPr>
            <p:spPr bwMode="auto">
              <a:xfrm flipV="1">
                <a:off x="7733" y="5535"/>
                <a:ext cx="1" cy="95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59" name="Line 252">
                <a:extLst>
                  <a:ext uri="{FF2B5EF4-FFF2-40B4-BE49-F238E27FC236}">
                    <a16:creationId xmlns:a16="http://schemas.microsoft.com/office/drawing/2014/main" id="{733B8092-3D12-49EB-9089-5DED0F998596}"/>
                  </a:ext>
                </a:extLst>
              </p:cNvPr>
              <p:cNvSpPr>
                <a:spLocks noChangeShapeType="1"/>
              </p:cNvSpPr>
              <p:nvPr/>
            </p:nvSpPr>
            <p:spPr bwMode="auto">
              <a:xfrm flipV="1">
                <a:off x="7798" y="5606"/>
                <a:ext cx="1" cy="88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0" name="Line 253">
                <a:extLst>
                  <a:ext uri="{FF2B5EF4-FFF2-40B4-BE49-F238E27FC236}">
                    <a16:creationId xmlns:a16="http://schemas.microsoft.com/office/drawing/2014/main" id="{AE9EC583-4778-45AE-B222-44430254E68E}"/>
                  </a:ext>
                </a:extLst>
              </p:cNvPr>
              <p:cNvSpPr>
                <a:spLocks noChangeShapeType="1"/>
              </p:cNvSpPr>
              <p:nvPr/>
            </p:nvSpPr>
            <p:spPr bwMode="auto">
              <a:xfrm flipV="1">
                <a:off x="7863" y="5856"/>
                <a:ext cx="1" cy="63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1" name="Line 254">
                <a:extLst>
                  <a:ext uri="{FF2B5EF4-FFF2-40B4-BE49-F238E27FC236}">
                    <a16:creationId xmlns:a16="http://schemas.microsoft.com/office/drawing/2014/main" id="{FB4B4283-DCB6-466B-8BA4-6E3A0007F2DF}"/>
                  </a:ext>
                </a:extLst>
              </p:cNvPr>
              <p:cNvSpPr>
                <a:spLocks noChangeShapeType="1"/>
              </p:cNvSpPr>
              <p:nvPr/>
            </p:nvSpPr>
            <p:spPr bwMode="auto">
              <a:xfrm flipV="1">
                <a:off x="7928" y="6429"/>
                <a:ext cx="1" cy="5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2" name="Line 255">
                <a:extLst>
                  <a:ext uri="{FF2B5EF4-FFF2-40B4-BE49-F238E27FC236}">
                    <a16:creationId xmlns:a16="http://schemas.microsoft.com/office/drawing/2014/main" id="{15E6C715-5E58-4BAB-B069-7B0B04ECB808}"/>
                  </a:ext>
                </a:extLst>
              </p:cNvPr>
              <p:cNvSpPr>
                <a:spLocks noChangeShapeType="1"/>
              </p:cNvSpPr>
              <p:nvPr/>
            </p:nvSpPr>
            <p:spPr bwMode="auto">
              <a:xfrm>
                <a:off x="7993" y="6486"/>
                <a:ext cx="1" cy="7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3" name="Line 256">
                <a:extLst>
                  <a:ext uri="{FF2B5EF4-FFF2-40B4-BE49-F238E27FC236}">
                    <a16:creationId xmlns:a16="http://schemas.microsoft.com/office/drawing/2014/main" id="{632EC89B-A9D2-40B6-8989-752A592A0D73}"/>
                  </a:ext>
                </a:extLst>
              </p:cNvPr>
              <p:cNvSpPr>
                <a:spLocks noChangeShapeType="1"/>
              </p:cNvSpPr>
              <p:nvPr/>
            </p:nvSpPr>
            <p:spPr bwMode="auto">
              <a:xfrm flipV="1">
                <a:off x="8058" y="6371"/>
                <a:ext cx="1" cy="115"/>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4" name="Line 257">
                <a:extLst>
                  <a:ext uri="{FF2B5EF4-FFF2-40B4-BE49-F238E27FC236}">
                    <a16:creationId xmlns:a16="http://schemas.microsoft.com/office/drawing/2014/main" id="{2A409798-1F24-4C6F-844A-7F21B0691233}"/>
                  </a:ext>
                </a:extLst>
              </p:cNvPr>
              <p:cNvSpPr>
                <a:spLocks noChangeShapeType="1"/>
              </p:cNvSpPr>
              <p:nvPr/>
            </p:nvSpPr>
            <p:spPr bwMode="auto">
              <a:xfrm flipV="1">
                <a:off x="8123" y="5535"/>
                <a:ext cx="1" cy="95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5" name="Line 258">
                <a:extLst>
                  <a:ext uri="{FF2B5EF4-FFF2-40B4-BE49-F238E27FC236}">
                    <a16:creationId xmlns:a16="http://schemas.microsoft.com/office/drawing/2014/main" id="{7C56DB00-BDE2-4DB0-8835-8F968715FC9F}"/>
                  </a:ext>
                </a:extLst>
              </p:cNvPr>
              <p:cNvSpPr>
                <a:spLocks noChangeShapeType="1"/>
              </p:cNvSpPr>
              <p:nvPr/>
            </p:nvSpPr>
            <p:spPr bwMode="auto">
              <a:xfrm flipV="1">
                <a:off x="8188" y="5320"/>
                <a:ext cx="1" cy="116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6" name="Line 259">
                <a:extLst>
                  <a:ext uri="{FF2B5EF4-FFF2-40B4-BE49-F238E27FC236}">
                    <a16:creationId xmlns:a16="http://schemas.microsoft.com/office/drawing/2014/main" id="{DF8CB173-5DF8-41A5-A843-CA3EB09B21DE}"/>
                  </a:ext>
                </a:extLst>
              </p:cNvPr>
              <p:cNvSpPr>
                <a:spLocks noChangeShapeType="1"/>
              </p:cNvSpPr>
              <p:nvPr/>
            </p:nvSpPr>
            <p:spPr bwMode="auto">
              <a:xfrm flipV="1">
                <a:off x="8253" y="3725"/>
                <a:ext cx="1" cy="276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7" name="Line 260">
                <a:extLst>
                  <a:ext uri="{FF2B5EF4-FFF2-40B4-BE49-F238E27FC236}">
                    <a16:creationId xmlns:a16="http://schemas.microsoft.com/office/drawing/2014/main" id="{7080B3EF-5580-471B-AC31-B2FCB8D893FD}"/>
                  </a:ext>
                </a:extLst>
              </p:cNvPr>
              <p:cNvSpPr>
                <a:spLocks noChangeShapeType="1"/>
              </p:cNvSpPr>
              <p:nvPr/>
            </p:nvSpPr>
            <p:spPr bwMode="auto">
              <a:xfrm flipV="1">
                <a:off x="8318" y="5320"/>
                <a:ext cx="1" cy="1166"/>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8" name="Line 261">
                <a:extLst>
                  <a:ext uri="{FF2B5EF4-FFF2-40B4-BE49-F238E27FC236}">
                    <a16:creationId xmlns:a16="http://schemas.microsoft.com/office/drawing/2014/main" id="{62B5B2EA-FD95-4B45-9F12-A9323787068D}"/>
                  </a:ext>
                </a:extLst>
              </p:cNvPr>
              <p:cNvSpPr>
                <a:spLocks noChangeShapeType="1"/>
              </p:cNvSpPr>
              <p:nvPr/>
            </p:nvSpPr>
            <p:spPr bwMode="auto">
              <a:xfrm flipV="1">
                <a:off x="8383" y="5535"/>
                <a:ext cx="1" cy="95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69" name="Line 262">
                <a:extLst>
                  <a:ext uri="{FF2B5EF4-FFF2-40B4-BE49-F238E27FC236}">
                    <a16:creationId xmlns:a16="http://schemas.microsoft.com/office/drawing/2014/main" id="{B7E0AF46-3CC4-42AD-B5A1-FE5DDEE90110}"/>
                  </a:ext>
                </a:extLst>
              </p:cNvPr>
              <p:cNvSpPr>
                <a:spLocks noChangeShapeType="1"/>
              </p:cNvSpPr>
              <p:nvPr/>
            </p:nvSpPr>
            <p:spPr bwMode="auto">
              <a:xfrm flipV="1">
                <a:off x="8447" y="6371"/>
                <a:ext cx="1" cy="115"/>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0" name="Line 263">
                <a:extLst>
                  <a:ext uri="{FF2B5EF4-FFF2-40B4-BE49-F238E27FC236}">
                    <a16:creationId xmlns:a16="http://schemas.microsoft.com/office/drawing/2014/main" id="{441F53B6-FA57-43A4-B17E-26DA2A24145E}"/>
                  </a:ext>
                </a:extLst>
              </p:cNvPr>
              <p:cNvSpPr>
                <a:spLocks noChangeShapeType="1"/>
              </p:cNvSpPr>
              <p:nvPr/>
            </p:nvSpPr>
            <p:spPr bwMode="auto">
              <a:xfrm>
                <a:off x="8512" y="6486"/>
                <a:ext cx="1" cy="79"/>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1" name="Line 264">
                <a:extLst>
                  <a:ext uri="{FF2B5EF4-FFF2-40B4-BE49-F238E27FC236}">
                    <a16:creationId xmlns:a16="http://schemas.microsoft.com/office/drawing/2014/main" id="{4AC7887C-D39A-4F55-B054-D458598A7279}"/>
                  </a:ext>
                </a:extLst>
              </p:cNvPr>
              <p:cNvSpPr>
                <a:spLocks noChangeShapeType="1"/>
              </p:cNvSpPr>
              <p:nvPr/>
            </p:nvSpPr>
            <p:spPr bwMode="auto">
              <a:xfrm flipV="1">
                <a:off x="8577" y="6429"/>
                <a:ext cx="1" cy="5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2" name="Line 265">
                <a:extLst>
                  <a:ext uri="{FF2B5EF4-FFF2-40B4-BE49-F238E27FC236}">
                    <a16:creationId xmlns:a16="http://schemas.microsoft.com/office/drawing/2014/main" id="{93A9FF4E-B2C5-4B25-A3DE-C737F0C2575F}"/>
                  </a:ext>
                </a:extLst>
              </p:cNvPr>
              <p:cNvSpPr>
                <a:spLocks noChangeShapeType="1"/>
              </p:cNvSpPr>
              <p:nvPr/>
            </p:nvSpPr>
            <p:spPr bwMode="auto">
              <a:xfrm flipV="1">
                <a:off x="8642" y="5856"/>
                <a:ext cx="1" cy="63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3" name="Line 266">
                <a:extLst>
                  <a:ext uri="{FF2B5EF4-FFF2-40B4-BE49-F238E27FC236}">
                    <a16:creationId xmlns:a16="http://schemas.microsoft.com/office/drawing/2014/main" id="{FFB10A0D-1F20-4E0D-8084-05511802F573}"/>
                  </a:ext>
                </a:extLst>
              </p:cNvPr>
              <p:cNvSpPr>
                <a:spLocks noChangeShapeType="1"/>
              </p:cNvSpPr>
              <p:nvPr/>
            </p:nvSpPr>
            <p:spPr bwMode="auto">
              <a:xfrm flipV="1">
                <a:off x="8707" y="5606"/>
                <a:ext cx="1" cy="88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4" name="Line 267">
                <a:extLst>
                  <a:ext uri="{FF2B5EF4-FFF2-40B4-BE49-F238E27FC236}">
                    <a16:creationId xmlns:a16="http://schemas.microsoft.com/office/drawing/2014/main" id="{BDDCEF66-8DB8-40A5-B8A5-736E0D82AFF9}"/>
                  </a:ext>
                </a:extLst>
              </p:cNvPr>
              <p:cNvSpPr>
                <a:spLocks noChangeShapeType="1"/>
              </p:cNvSpPr>
              <p:nvPr/>
            </p:nvSpPr>
            <p:spPr bwMode="auto">
              <a:xfrm flipV="1">
                <a:off x="8772" y="5535"/>
                <a:ext cx="1" cy="95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5" name="Line 268">
                <a:extLst>
                  <a:ext uri="{FF2B5EF4-FFF2-40B4-BE49-F238E27FC236}">
                    <a16:creationId xmlns:a16="http://schemas.microsoft.com/office/drawing/2014/main" id="{85E3F9EE-AD0B-4BEC-9395-E1FD9B1BE76D}"/>
                  </a:ext>
                </a:extLst>
              </p:cNvPr>
              <p:cNvSpPr>
                <a:spLocks noChangeShapeType="1"/>
              </p:cNvSpPr>
              <p:nvPr/>
            </p:nvSpPr>
            <p:spPr bwMode="auto">
              <a:xfrm flipV="1">
                <a:off x="8837" y="5785"/>
                <a:ext cx="1" cy="70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6" name="Line 269">
                <a:extLst>
                  <a:ext uri="{FF2B5EF4-FFF2-40B4-BE49-F238E27FC236}">
                    <a16:creationId xmlns:a16="http://schemas.microsoft.com/office/drawing/2014/main" id="{EDF1CC76-F2F3-4CD4-A245-4D73B2C1444C}"/>
                  </a:ext>
                </a:extLst>
              </p:cNvPr>
              <p:cNvSpPr>
                <a:spLocks noChangeShapeType="1"/>
              </p:cNvSpPr>
              <p:nvPr/>
            </p:nvSpPr>
            <p:spPr bwMode="auto">
              <a:xfrm flipV="1">
                <a:off x="8902" y="6314"/>
                <a:ext cx="1" cy="172"/>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7" name="Line 270">
                <a:extLst>
                  <a:ext uri="{FF2B5EF4-FFF2-40B4-BE49-F238E27FC236}">
                    <a16:creationId xmlns:a16="http://schemas.microsoft.com/office/drawing/2014/main" id="{A381654C-05EE-417B-A42C-60F481D2DBA5}"/>
                  </a:ext>
                </a:extLst>
              </p:cNvPr>
              <p:cNvSpPr>
                <a:spLocks noChangeShapeType="1"/>
              </p:cNvSpPr>
              <p:nvPr/>
            </p:nvSpPr>
            <p:spPr bwMode="auto">
              <a:xfrm>
                <a:off x="8959" y="6486"/>
                <a:ext cx="1" cy="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8" name="Line 271">
                <a:extLst>
                  <a:ext uri="{FF2B5EF4-FFF2-40B4-BE49-F238E27FC236}">
                    <a16:creationId xmlns:a16="http://schemas.microsoft.com/office/drawing/2014/main" id="{F196247A-B143-4EC1-B05C-8EB50281245B}"/>
                  </a:ext>
                </a:extLst>
              </p:cNvPr>
              <p:cNvSpPr>
                <a:spLocks noChangeShapeType="1"/>
              </p:cNvSpPr>
              <p:nvPr/>
            </p:nvSpPr>
            <p:spPr bwMode="auto">
              <a:xfrm>
                <a:off x="9024" y="6486"/>
                <a:ext cx="1" cy="15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79" name="Line 272">
                <a:extLst>
                  <a:ext uri="{FF2B5EF4-FFF2-40B4-BE49-F238E27FC236}">
                    <a16:creationId xmlns:a16="http://schemas.microsoft.com/office/drawing/2014/main" id="{3B049FDD-2681-4042-AB0A-FCB53EB4D71F}"/>
                  </a:ext>
                </a:extLst>
              </p:cNvPr>
              <p:cNvSpPr>
                <a:spLocks noChangeShapeType="1"/>
              </p:cNvSpPr>
              <p:nvPr/>
            </p:nvSpPr>
            <p:spPr bwMode="auto">
              <a:xfrm>
                <a:off x="9089" y="6486"/>
                <a:ext cx="1" cy="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0" name="Line 273">
                <a:extLst>
                  <a:ext uri="{FF2B5EF4-FFF2-40B4-BE49-F238E27FC236}">
                    <a16:creationId xmlns:a16="http://schemas.microsoft.com/office/drawing/2014/main" id="{77F0A516-5716-4B98-9981-873F14001DCF}"/>
                  </a:ext>
                </a:extLst>
              </p:cNvPr>
              <p:cNvSpPr>
                <a:spLocks noChangeShapeType="1"/>
              </p:cNvSpPr>
              <p:nvPr/>
            </p:nvSpPr>
            <p:spPr bwMode="auto">
              <a:xfrm flipV="1">
                <a:off x="9154" y="6429"/>
                <a:ext cx="1" cy="57"/>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1" name="Line 274">
                <a:extLst>
                  <a:ext uri="{FF2B5EF4-FFF2-40B4-BE49-F238E27FC236}">
                    <a16:creationId xmlns:a16="http://schemas.microsoft.com/office/drawing/2014/main" id="{76B4EE19-6510-4862-BCE1-FF47007BAD99}"/>
                  </a:ext>
                </a:extLst>
              </p:cNvPr>
              <p:cNvSpPr>
                <a:spLocks noChangeShapeType="1"/>
              </p:cNvSpPr>
              <p:nvPr/>
            </p:nvSpPr>
            <p:spPr bwMode="auto">
              <a:xfrm flipV="1">
                <a:off x="9219" y="6336"/>
                <a:ext cx="1" cy="150"/>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2" name="Line 275">
                <a:extLst>
                  <a:ext uri="{FF2B5EF4-FFF2-40B4-BE49-F238E27FC236}">
                    <a16:creationId xmlns:a16="http://schemas.microsoft.com/office/drawing/2014/main" id="{4DA76206-04C2-46FA-9D0E-A12F095BEFD2}"/>
                  </a:ext>
                </a:extLst>
              </p:cNvPr>
              <p:cNvSpPr>
                <a:spLocks noChangeShapeType="1"/>
              </p:cNvSpPr>
              <p:nvPr/>
            </p:nvSpPr>
            <p:spPr bwMode="auto">
              <a:xfrm flipV="1">
                <a:off x="9283" y="6393"/>
                <a:ext cx="1" cy="9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3" name="Line 276">
                <a:extLst>
                  <a:ext uri="{FF2B5EF4-FFF2-40B4-BE49-F238E27FC236}">
                    <a16:creationId xmlns:a16="http://schemas.microsoft.com/office/drawing/2014/main" id="{03A60EC2-32A6-43C4-AB43-3526BAB44E80}"/>
                  </a:ext>
                </a:extLst>
              </p:cNvPr>
              <p:cNvSpPr>
                <a:spLocks noChangeShapeType="1"/>
              </p:cNvSpPr>
              <p:nvPr/>
            </p:nvSpPr>
            <p:spPr bwMode="auto">
              <a:xfrm flipV="1">
                <a:off x="9348" y="6443"/>
                <a:ext cx="1" cy="43"/>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4" name="Line 277">
                <a:extLst>
                  <a:ext uri="{FF2B5EF4-FFF2-40B4-BE49-F238E27FC236}">
                    <a16:creationId xmlns:a16="http://schemas.microsoft.com/office/drawing/2014/main" id="{92649789-BC52-4820-9BEF-6B2C51708DC0}"/>
                  </a:ext>
                </a:extLst>
              </p:cNvPr>
              <p:cNvSpPr>
                <a:spLocks noChangeShapeType="1"/>
              </p:cNvSpPr>
              <p:nvPr/>
            </p:nvSpPr>
            <p:spPr bwMode="auto">
              <a:xfrm>
                <a:off x="9413"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5" name="Line 278">
                <a:extLst>
                  <a:ext uri="{FF2B5EF4-FFF2-40B4-BE49-F238E27FC236}">
                    <a16:creationId xmlns:a16="http://schemas.microsoft.com/office/drawing/2014/main" id="{D1DB59DB-BCDB-476B-88A4-3FBB8B743EB4}"/>
                  </a:ext>
                </a:extLst>
              </p:cNvPr>
              <p:cNvSpPr>
                <a:spLocks noChangeShapeType="1"/>
              </p:cNvSpPr>
              <p:nvPr/>
            </p:nvSpPr>
            <p:spPr bwMode="auto">
              <a:xfrm>
                <a:off x="9478"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6" name="Line 279">
                <a:extLst>
                  <a:ext uri="{FF2B5EF4-FFF2-40B4-BE49-F238E27FC236}">
                    <a16:creationId xmlns:a16="http://schemas.microsoft.com/office/drawing/2014/main" id="{70C3D3A1-2EAF-400A-A8B6-A7444A5227B4}"/>
                  </a:ext>
                </a:extLst>
              </p:cNvPr>
              <p:cNvSpPr>
                <a:spLocks noChangeShapeType="1"/>
              </p:cNvSpPr>
              <p:nvPr/>
            </p:nvSpPr>
            <p:spPr bwMode="auto">
              <a:xfrm>
                <a:off x="9543"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7" name="Line 280">
                <a:extLst>
                  <a:ext uri="{FF2B5EF4-FFF2-40B4-BE49-F238E27FC236}">
                    <a16:creationId xmlns:a16="http://schemas.microsoft.com/office/drawing/2014/main" id="{8A9FA0C8-DB88-4609-A0F2-FC90578791A2}"/>
                  </a:ext>
                </a:extLst>
              </p:cNvPr>
              <p:cNvSpPr>
                <a:spLocks noChangeShapeType="1"/>
              </p:cNvSpPr>
              <p:nvPr/>
            </p:nvSpPr>
            <p:spPr bwMode="auto">
              <a:xfrm>
                <a:off x="9608" y="6486"/>
                <a:ext cx="1" cy="1"/>
              </a:xfrm>
              <a:prstGeom prst="line">
                <a:avLst/>
              </a:prstGeom>
              <a:noFill/>
              <a:ln w="5080">
                <a:solidFill>
                  <a:srgbClr val="0000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88" name="Rectangle 281">
                <a:extLst>
                  <a:ext uri="{FF2B5EF4-FFF2-40B4-BE49-F238E27FC236}">
                    <a16:creationId xmlns:a16="http://schemas.microsoft.com/office/drawing/2014/main" id="{AE796656-1A23-4806-A7A1-0C6ABC78EF25}"/>
                  </a:ext>
                </a:extLst>
              </p:cNvPr>
              <p:cNvSpPr>
                <a:spLocks noChangeArrowheads="1"/>
              </p:cNvSpPr>
              <p:nvPr/>
            </p:nvSpPr>
            <p:spPr bwMode="auto">
              <a:xfrm>
                <a:off x="8084" y="7274"/>
                <a:ext cx="201"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en-US" altLang="zh-CN" sz="1600" b="1" i="0" u="none" strike="noStrike" kern="1200" cap="none" spc="0" normalizeH="0" baseline="0" noProof="0" dirty="0">
                    <a:ln>
                      <a:noFill/>
                    </a:ln>
                    <a:solidFill>
                      <a:srgbClr val="000000"/>
                    </a:solidFill>
                    <a:effectLst/>
                    <a:uLnTx/>
                    <a:uFillTx/>
                    <a:latin typeface="Helvetica" panose="020B0604020202030204" pitchFamily="34" charset="0"/>
                    <a:ea typeface="宋体" panose="02010600030101010101" pitchFamily="2" charset="-122"/>
                    <a:cs typeface="+mn-cs"/>
                  </a:rPr>
                  <a:t>m</a:t>
                </a:r>
                <a:endParaRPr kumimoji="1" lang="en-US" altLang="zh-CN" sz="1600" b="1" i="0" u="none" strike="noStrike" kern="1200" cap="none" spc="0" normalizeH="0" baseline="0" noProof="0" dirty="0">
                  <a:ln>
                    <a:noFill/>
                  </a:ln>
                  <a:solidFill>
                    <a:srgbClr val="333300"/>
                  </a:solidFill>
                  <a:effectLst/>
                  <a:uLnTx/>
                  <a:uFillTx/>
                  <a:latin typeface="Times New Roman" panose="02020603050405020304" pitchFamily="18" charset="0"/>
                  <a:ea typeface="宋体" panose="02010600030101010101" pitchFamily="2" charset="-122"/>
                  <a:cs typeface="+mn-cs"/>
                </a:endParaRPr>
              </a:p>
            </p:txBody>
          </p:sp>
        </p:grpSp>
        <p:sp>
          <p:nvSpPr>
            <p:cNvPr id="110" name="Line 282">
              <a:extLst>
                <a:ext uri="{FF2B5EF4-FFF2-40B4-BE49-F238E27FC236}">
                  <a16:creationId xmlns:a16="http://schemas.microsoft.com/office/drawing/2014/main" id="{DC81C5C7-1FBC-4B45-8367-8E29E544C4AA}"/>
                </a:ext>
              </a:extLst>
            </p:cNvPr>
            <p:cNvSpPr>
              <a:spLocks noChangeShapeType="1"/>
            </p:cNvSpPr>
            <p:nvPr/>
          </p:nvSpPr>
          <p:spPr bwMode="auto">
            <a:xfrm>
              <a:off x="3150" y="6496"/>
              <a:ext cx="273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11" name="Line 283">
              <a:extLst>
                <a:ext uri="{FF2B5EF4-FFF2-40B4-BE49-F238E27FC236}">
                  <a16:creationId xmlns:a16="http://schemas.microsoft.com/office/drawing/2014/main" id="{81EB9B71-D747-4E3C-A62D-F598D26DFD3C}"/>
                </a:ext>
              </a:extLst>
            </p:cNvPr>
            <p:cNvSpPr>
              <a:spLocks noChangeShapeType="1"/>
            </p:cNvSpPr>
            <p:nvPr/>
          </p:nvSpPr>
          <p:spPr bwMode="auto">
            <a:xfrm>
              <a:off x="6930" y="6496"/>
              <a:ext cx="273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1" lang="zh-CN" altLang="en-US" sz="3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3" name="矩形 2"/>
          <p:cNvSpPr/>
          <p:nvPr/>
        </p:nvSpPr>
        <p:spPr>
          <a:xfrm>
            <a:off x="1739140" y="1421100"/>
            <a:ext cx="3273499" cy="83099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mn-cs"/>
              </a:rPr>
              <a:t>根据互相关序列的峰值位置判断时延大小</a:t>
            </a:r>
            <a:endParaRPr kumimoji="0" lang="zh-CN" altLang="en-US" sz="24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5" name="矩形 4"/>
          <p:cNvSpPr/>
          <p:nvPr/>
        </p:nvSpPr>
        <p:spPr>
          <a:xfrm rot="16200000">
            <a:off x="604845" y="3241041"/>
            <a:ext cx="80021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幅度</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676" name="矩形 675"/>
          <p:cNvSpPr/>
          <p:nvPr/>
        </p:nvSpPr>
        <p:spPr>
          <a:xfrm rot="16200000">
            <a:off x="4048443" y="3337281"/>
            <a:ext cx="800219" cy="46166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幅度</a:t>
            </a:r>
            <a:endParaRPr kumimoji="0" lang="zh-CN" altLang="en-US" sz="1800" b="0" i="0" u="none" strike="noStrike" kern="1200" cap="none" spc="0" normalizeH="0" baseline="0" noProof="0" dirty="0">
              <a:ln>
                <a:noFill/>
              </a:ln>
              <a:solidFill>
                <a:srgbClr val="000000"/>
              </a:solidFill>
              <a:effectLst/>
              <a:uLnTx/>
              <a:uFillTx/>
              <a:latin typeface="Arial" charset="0"/>
              <a:ea typeface="宋体" charset="-122"/>
              <a:cs typeface="+mn-cs"/>
            </a:endParaRPr>
          </a:p>
        </p:txBody>
      </p:sp>
      <p:sp>
        <p:nvSpPr>
          <p:cNvPr id="677" name="Text Box 288"/>
          <p:cNvSpPr txBox="1">
            <a:spLocks noChangeArrowheads="1"/>
          </p:cNvSpPr>
          <p:nvPr/>
        </p:nvSpPr>
        <p:spPr bwMode="auto">
          <a:xfrm>
            <a:off x="698500" y="5756211"/>
            <a:ext cx="80645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rgbClr val="333300"/>
                </a:solidFill>
                <a:latin typeface="Times New Roman" panose="02020603050405020304" pitchFamily="18" charset="0"/>
                <a:ea typeface="宋体" panose="02010600030101010101" pitchFamily="2" charset="-122"/>
              </a:defRPr>
            </a:lvl1pPr>
            <a:lvl2pPr marL="742950" indent="-285750" eaLnBrk="0" hangingPunct="0">
              <a:defRPr kumimoji="1" sz="2400">
                <a:solidFill>
                  <a:srgbClr val="333300"/>
                </a:solidFill>
                <a:latin typeface="Times New Roman" panose="02020603050405020304" pitchFamily="18" charset="0"/>
                <a:ea typeface="宋体" panose="02010600030101010101" pitchFamily="2" charset="-122"/>
              </a:defRPr>
            </a:lvl2pPr>
            <a:lvl3pPr marL="1143000" indent="-228600" eaLnBrk="0" hangingPunct="0">
              <a:defRPr kumimoji="1" sz="2400">
                <a:solidFill>
                  <a:srgbClr val="333300"/>
                </a:solidFill>
                <a:latin typeface="Times New Roman" panose="02020603050405020304" pitchFamily="18" charset="0"/>
                <a:ea typeface="宋体" panose="02010600030101010101" pitchFamily="2" charset="-122"/>
              </a:defRPr>
            </a:lvl3pPr>
            <a:lvl4pPr marL="1600200" indent="-228600" eaLnBrk="0" hangingPunct="0">
              <a:defRPr kumimoji="1" sz="2400">
                <a:solidFill>
                  <a:srgbClr val="333300"/>
                </a:solidFill>
                <a:latin typeface="Times New Roman" panose="02020603050405020304" pitchFamily="18" charset="0"/>
                <a:ea typeface="宋体" panose="02010600030101010101" pitchFamily="2" charset="-122"/>
              </a:defRPr>
            </a:lvl4pPr>
            <a:lvl5pPr marL="2057400" indent="-228600" eaLnBrk="0" hangingPunct="0">
              <a:defRPr kumimoji="1" sz="2400">
                <a:solidFill>
                  <a:srgbClr val="33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333300"/>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图</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3.34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延迟序列的互相关函数和自相关函数</a:t>
            </a:r>
            <a:endPar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(a)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互相关函数</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(b) </a:t>
            </a:r>
            <a:r>
              <a:rPr kumimoji="1"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自相关函数</a:t>
            </a:r>
            <a:r>
              <a:rPr kumimoji="1"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             </a:t>
            </a:r>
          </a:p>
        </p:txBody>
      </p:sp>
      <p:sp>
        <p:nvSpPr>
          <p:cNvPr id="678" name="标题 286"/>
          <p:cNvSpPr txBox="1">
            <a:spLocks/>
          </p:cNvSpPr>
          <p:nvPr/>
        </p:nvSpPr>
        <p:spPr>
          <a:xfrm>
            <a:off x="698500" y="914400"/>
            <a:ext cx="7772400" cy="792162"/>
          </a:xfrm>
          <a:prstGeom prst="rect">
            <a:avLst/>
          </a:prstGeom>
        </p:spPr>
        <p:txBody>
          <a:bodyPr/>
          <a:lstStyle>
            <a:lvl1pPr algn="l" rtl="0" eaLnBrk="0" fontAlgn="base" hangingPunct="0">
              <a:spcBef>
                <a:spcPct val="0"/>
              </a:spcBef>
              <a:spcAft>
                <a:spcPct val="0"/>
              </a:spcAft>
              <a:defRPr kumimoji="1" sz="4400" i="1" kern="1200">
                <a:solidFill>
                  <a:schemeClr val="tx2"/>
                </a:solidFill>
                <a:latin typeface="+mj-lt"/>
                <a:ea typeface="+mj-ea"/>
                <a:cs typeface="+mj-cs"/>
              </a:defRPr>
            </a:lvl1pPr>
            <a:lvl2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5pPr>
            <a:lvl6pPr marL="4572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6pPr>
            <a:lvl7pPr marL="9144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kumimoji="1" sz="4400" i="1">
                <a:solidFill>
                  <a:schemeClr val="tx2"/>
                </a:solidFill>
                <a:latin typeface="Times New Roman" panose="02020603050405020304" pitchFamily="18" charset="0"/>
                <a:ea typeface="宋体" panose="02010600030101010101" pitchFamily="2" charset="-122"/>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j-cs"/>
              </a:rPr>
              <a:t>例</a:t>
            </a:r>
            <a:r>
              <a:rPr kumimoji="1" lang="en-US" altLang="zh-CN" sz="2800" b="1" i="0" u="none" strike="noStrike" kern="1200" cap="none" spc="0" normalizeH="0" baseline="0" noProof="0" dirty="0">
                <a:ln>
                  <a:noFill/>
                </a:ln>
                <a:solidFill>
                  <a:srgbClr val="000000"/>
                </a:solidFill>
                <a:effectLst/>
                <a:uLnTx/>
                <a:uFillTx/>
                <a:latin typeface="Times New Roman"/>
                <a:ea typeface="宋体"/>
                <a:cs typeface="+mj-cs"/>
              </a:rPr>
              <a:t>3.14 </a:t>
            </a:r>
            <a:r>
              <a:rPr kumimoji="1" lang="zh-CN" altLang="en-US" sz="2800" b="1" i="0" u="none" strike="noStrike" kern="1200" cap="none" spc="0" normalizeH="0" baseline="0" noProof="0" dirty="0">
                <a:ln>
                  <a:noFill/>
                </a:ln>
                <a:solidFill>
                  <a:srgbClr val="000000"/>
                </a:solidFill>
                <a:effectLst/>
                <a:uLnTx/>
                <a:uFillTx/>
                <a:latin typeface="Times New Roman"/>
                <a:ea typeface="宋体"/>
                <a:cs typeface="+mj-cs"/>
              </a:rPr>
              <a:t>计算两个序列的互相关函数</a:t>
            </a:r>
          </a:p>
        </p:txBody>
      </p:sp>
      <p:sp>
        <p:nvSpPr>
          <p:cNvPr id="389" name="Rectangle 4">
            <a:extLst>
              <a:ext uri="{FF2B5EF4-FFF2-40B4-BE49-F238E27FC236}">
                <a16:creationId xmlns:a16="http://schemas.microsoft.com/office/drawing/2014/main" id="{862FF5A5-5607-4EC1-9839-A073BBBB4508}"/>
              </a:ext>
            </a:extLst>
          </p:cNvPr>
          <p:cNvSpPr>
            <a:spLocks noChangeArrowheads="1"/>
          </p:cNvSpPr>
          <p:nvPr/>
        </p:nvSpPr>
        <p:spPr bwMode="auto">
          <a:xfrm>
            <a:off x="762000" y="228600"/>
            <a:ext cx="476604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3.4.4 </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用</a:t>
            </a:r>
            <a:r>
              <a:rPr kumimoji="1" lang="en-US" altLang="zh-CN" sz="3200" b="1" i="0" u="none" strike="noStrike" kern="1200" cap="none" spc="0" normalizeH="0" baseline="0" noProof="0" dirty="0">
                <a:ln>
                  <a:noFill/>
                </a:ln>
                <a:solidFill>
                  <a:srgbClr val="993300"/>
                </a:solidFill>
                <a:effectLst/>
                <a:uLnTx/>
                <a:uFillTx/>
                <a:latin typeface="Times New Roman"/>
                <a:ea typeface="宋体"/>
                <a:cs typeface="+mn-cs"/>
              </a:rPr>
              <a:t>FFT</a:t>
            </a:r>
            <a:r>
              <a:rPr kumimoji="1" lang="zh-CN" altLang="en-US" sz="3200" b="1" i="0" u="none" strike="noStrike" kern="1200" cap="none" spc="0" normalizeH="0" baseline="0" noProof="0" dirty="0">
                <a:ln>
                  <a:noFill/>
                </a:ln>
                <a:solidFill>
                  <a:srgbClr val="993300"/>
                </a:solidFill>
                <a:effectLst/>
                <a:uLnTx/>
                <a:uFillTx/>
                <a:latin typeface="Times New Roman"/>
                <a:ea typeface="宋体"/>
                <a:cs typeface="+mn-cs"/>
              </a:rPr>
              <a:t>计算相关函数</a:t>
            </a:r>
          </a:p>
        </p:txBody>
      </p:sp>
    </p:spTree>
    <p:extLst>
      <p:ext uri="{BB962C8B-B14F-4D97-AF65-F5344CB8AC3E}">
        <p14:creationId xmlns:p14="http://schemas.microsoft.com/office/powerpoint/2010/main" val="11390430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a:extLst>
              <a:ext uri="{FF2B5EF4-FFF2-40B4-BE49-F238E27FC236}">
                <a16:creationId xmlns:a16="http://schemas.microsoft.com/office/drawing/2014/main" id="{862FF5A5-5607-4EC1-9839-A073BBBB4508}"/>
              </a:ext>
            </a:extLst>
          </p:cNvPr>
          <p:cNvSpPr>
            <a:spLocks noChangeArrowheads="1"/>
          </p:cNvSpPr>
          <p:nvPr/>
        </p:nvSpPr>
        <p:spPr bwMode="auto">
          <a:xfrm>
            <a:off x="762000" y="228600"/>
            <a:ext cx="68259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lvl="0">
              <a:spcBef>
                <a:spcPct val="0"/>
              </a:spcBef>
              <a:buNone/>
              <a:defRPr/>
            </a:pPr>
            <a:r>
              <a:rPr lang="en-US" altLang="zh-CN" b="1" dirty="0">
                <a:solidFill>
                  <a:srgbClr val="993300"/>
                </a:solidFill>
                <a:latin typeface="Times New Roman"/>
                <a:ea typeface="楷体_GB2312" pitchFamily="49" charset="-122"/>
              </a:rPr>
              <a:t>3.4.5 </a:t>
            </a:r>
            <a:r>
              <a:rPr lang="zh-CN" altLang="en-US" b="1" dirty="0">
                <a:solidFill>
                  <a:srgbClr val="993300"/>
                </a:solidFill>
                <a:latin typeface="Times New Roman"/>
                <a:ea typeface="楷体_GB2312" pitchFamily="49" charset="-122"/>
              </a:rPr>
              <a:t>用</a:t>
            </a:r>
            <a:r>
              <a:rPr lang="en-US" altLang="zh-CN" b="1" dirty="0">
                <a:solidFill>
                  <a:srgbClr val="993300"/>
                </a:solidFill>
                <a:latin typeface="Times New Roman"/>
                <a:ea typeface="楷体_GB2312" pitchFamily="49" charset="-122"/>
              </a:rPr>
              <a:t>FFT</a:t>
            </a:r>
            <a:r>
              <a:rPr lang="zh-CN" altLang="en-US" b="1" dirty="0">
                <a:solidFill>
                  <a:srgbClr val="993300"/>
                </a:solidFill>
                <a:latin typeface="Times New Roman"/>
                <a:ea typeface="楷体_GB2312" pitchFamily="49" charset="-122"/>
              </a:rPr>
              <a:t>计算二维离散傅里叶变换</a:t>
            </a:r>
          </a:p>
        </p:txBody>
      </p:sp>
      <p:sp>
        <p:nvSpPr>
          <p:cNvPr id="3" name="矩形 2"/>
          <p:cNvSpPr/>
          <p:nvPr/>
        </p:nvSpPr>
        <p:spPr>
          <a:xfrm>
            <a:off x="609600" y="914400"/>
            <a:ext cx="8072120" cy="1708160"/>
          </a:xfrm>
          <a:prstGeom prst="rect">
            <a:avLst/>
          </a:prstGeom>
        </p:spPr>
        <p:txBody>
          <a:bodyPr wrap="square">
            <a:spAutoFit/>
          </a:bodyPr>
          <a:lstStyle/>
          <a:p>
            <a:pPr algn="just">
              <a:lnSpc>
                <a:spcPct val="125000"/>
              </a:lnSpc>
            </a:pPr>
            <a:r>
              <a:rPr lang="zh-CN" altLang="en-US" sz="2800" b="1" dirty="0"/>
              <a:t>信号处理的对象往往有二维信号，例如图像信号</a:t>
            </a:r>
            <a:endParaRPr lang="en-US" altLang="zh-CN" sz="2800" b="1" dirty="0"/>
          </a:p>
          <a:p>
            <a:pPr algn="just">
              <a:lnSpc>
                <a:spcPct val="125000"/>
              </a:lnSpc>
            </a:pPr>
            <a:r>
              <a:rPr lang="zh-CN" altLang="en-US" sz="2800" b="1" dirty="0"/>
              <a:t>就是二维信号。</a:t>
            </a:r>
            <a:endParaRPr lang="en-US" altLang="zh-CN" sz="2800" b="1" dirty="0"/>
          </a:p>
          <a:p>
            <a:pPr algn="just">
              <a:lnSpc>
                <a:spcPct val="125000"/>
              </a:lnSpc>
            </a:pPr>
            <a:r>
              <a:rPr lang="zh-CN" altLang="en-US" sz="2800" b="1" dirty="0"/>
              <a:t>二维离散傅里叶变换可用于二维信号分析与处理。</a:t>
            </a:r>
          </a:p>
        </p:txBody>
      </p:sp>
      <p:sp>
        <p:nvSpPr>
          <p:cNvPr id="5" name="矩形 4"/>
          <p:cNvSpPr/>
          <p:nvPr/>
        </p:nvSpPr>
        <p:spPr>
          <a:xfrm>
            <a:off x="609600" y="2667000"/>
            <a:ext cx="7579360" cy="523220"/>
          </a:xfrm>
          <a:prstGeom prst="rect">
            <a:avLst/>
          </a:prstGeom>
        </p:spPr>
        <p:txBody>
          <a:bodyPr wrap="square">
            <a:spAutoFit/>
          </a:bodyPr>
          <a:lstStyle/>
          <a:p>
            <a:pPr lvl="0" algn="just"/>
            <a:r>
              <a:rPr lang="zh-CN" altLang="en-US" sz="2800" b="1" dirty="0">
                <a:solidFill>
                  <a:srgbClr val="000000"/>
                </a:solidFill>
              </a:rPr>
              <a:t>二维离散傅里叶变换的定义为</a:t>
            </a:r>
          </a:p>
        </p:txBody>
      </p:sp>
      <p:graphicFrame>
        <p:nvGraphicFramePr>
          <p:cNvPr id="10" name="Object 4"/>
          <p:cNvGraphicFramePr>
            <a:graphicFrameLocks noChangeAspect="1"/>
          </p:cNvGraphicFramePr>
          <p:nvPr>
            <p:extLst>
              <p:ext uri="{D42A27DB-BD31-4B8C-83A1-F6EECF244321}">
                <p14:modId xmlns:p14="http://schemas.microsoft.com/office/powerpoint/2010/main" val="1893528017"/>
              </p:ext>
            </p:extLst>
          </p:nvPr>
        </p:nvGraphicFramePr>
        <p:xfrm>
          <a:off x="990600" y="3176355"/>
          <a:ext cx="5873400" cy="1110600"/>
        </p:xfrm>
        <a:graphic>
          <a:graphicData uri="http://schemas.openxmlformats.org/presentationml/2006/ole">
            <mc:AlternateContent xmlns:mc="http://schemas.openxmlformats.org/markup-compatibility/2006">
              <mc:Choice xmlns:v="urn:schemas-microsoft-com:vml" Requires="v">
                <p:oleObj name="Equation" r:id="rId4" imgW="2349360" imgH="444240" progId="Equation.DSMT4">
                  <p:embed/>
                </p:oleObj>
              </mc:Choice>
              <mc:Fallback>
                <p:oleObj name="Equation" r:id="rId4" imgW="2349360" imgH="444240" progId="Equation.DSMT4">
                  <p:embed/>
                  <p:pic>
                    <p:nvPicPr>
                      <p:cNvPr id="44034" name="Object 4"/>
                      <p:cNvPicPr>
                        <a:picLocks noChangeAspect="1" noChangeArrowheads="1"/>
                      </p:cNvPicPr>
                      <p:nvPr/>
                    </p:nvPicPr>
                    <p:blipFill>
                      <a:blip r:embed="rId5"/>
                      <a:srcRect/>
                      <a:stretch>
                        <a:fillRect/>
                      </a:stretch>
                    </p:blipFill>
                    <p:spPr bwMode="auto">
                      <a:xfrm>
                        <a:off x="990600" y="3176355"/>
                        <a:ext cx="5873400" cy="111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3779116952"/>
              </p:ext>
            </p:extLst>
          </p:nvPr>
        </p:nvGraphicFramePr>
        <p:xfrm>
          <a:off x="2223300" y="4380749"/>
          <a:ext cx="3872700" cy="1079100"/>
        </p:xfrm>
        <a:graphic>
          <a:graphicData uri="http://schemas.openxmlformats.org/presentationml/2006/ole">
            <mc:AlternateContent xmlns:mc="http://schemas.openxmlformats.org/markup-compatibility/2006">
              <mc:Choice xmlns:v="urn:schemas-microsoft-com:vml" Requires="v">
                <p:oleObj name="Equation" r:id="rId6" imgW="1549080" imgH="431640" progId="Equation.DSMT4">
                  <p:embed/>
                </p:oleObj>
              </mc:Choice>
              <mc:Fallback>
                <p:oleObj name="Equation" r:id="rId6" imgW="1549080" imgH="431640" progId="Equation.DSMT4">
                  <p:embed/>
                  <p:pic>
                    <p:nvPicPr>
                      <p:cNvPr id="327685" name="Object 5"/>
                      <p:cNvPicPr>
                        <a:picLocks noChangeAspect="1" noChangeArrowheads="1"/>
                      </p:cNvPicPr>
                      <p:nvPr/>
                    </p:nvPicPr>
                    <p:blipFill>
                      <a:blip r:embed="rId7"/>
                      <a:srcRect/>
                      <a:stretch>
                        <a:fillRect/>
                      </a:stretch>
                    </p:blipFill>
                    <p:spPr bwMode="auto">
                      <a:xfrm>
                        <a:off x="2223300" y="4380749"/>
                        <a:ext cx="3872700" cy="107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p:cNvSpPr/>
          <p:nvPr/>
        </p:nvSpPr>
        <p:spPr>
          <a:xfrm>
            <a:off x="640080" y="5459849"/>
            <a:ext cx="8041640" cy="1169551"/>
          </a:xfrm>
          <a:prstGeom prst="rect">
            <a:avLst/>
          </a:prstGeom>
        </p:spPr>
        <p:txBody>
          <a:bodyPr wrap="square">
            <a:spAutoFit/>
          </a:bodyPr>
          <a:lstStyle/>
          <a:p>
            <a:pPr>
              <a:lnSpc>
                <a:spcPct val="125000"/>
              </a:lnSpc>
            </a:pPr>
            <a:r>
              <a:rPr lang="zh-CN" altLang="en-US" sz="2800" b="1" dirty="0"/>
              <a:t>二维离散傅里叶变换的运算可通过先后作两次一维离散傅里叶变换来实现。</a:t>
            </a:r>
          </a:p>
        </p:txBody>
      </p:sp>
    </p:spTree>
    <p:extLst>
      <p:ext uri="{BB962C8B-B14F-4D97-AF65-F5344CB8AC3E}">
        <p14:creationId xmlns:p14="http://schemas.microsoft.com/office/powerpoint/2010/main" val="941698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5062A5B1-B254-495E-8A0E-AD7E0372914A}"/>
              </a:ext>
            </a:extLst>
          </p:cNvPr>
          <p:cNvSpPr>
            <a:spLocks noGrp="1" noChangeArrowheads="1"/>
          </p:cNvSpPr>
          <p:nvPr>
            <p:ph type="title"/>
          </p:nvPr>
        </p:nvSpPr>
        <p:spPr>
          <a:xfrm>
            <a:off x="914400" y="921544"/>
            <a:ext cx="2665040" cy="1143000"/>
          </a:xfrm>
        </p:spPr>
        <p:txBody>
          <a:bodyPr/>
          <a:lstStyle/>
          <a:p>
            <a:pPr eaLnBrk="1" hangingPunct="1"/>
            <a:r>
              <a:rPr lang="en-US" altLang="zh-CN" sz="3600" b="1" i="0" dirty="0">
                <a:solidFill>
                  <a:srgbClr val="333300"/>
                </a:solidFill>
              </a:rPr>
              <a:t>3.4</a:t>
            </a:r>
            <a:r>
              <a:rPr lang="zh-CN" altLang="en-US" sz="3600" b="1" i="0" dirty="0">
                <a:solidFill>
                  <a:srgbClr val="333300"/>
                </a:solidFill>
              </a:rPr>
              <a:t>节要点</a:t>
            </a:r>
          </a:p>
        </p:txBody>
      </p:sp>
      <p:sp>
        <p:nvSpPr>
          <p:cNvPr id="126979" name="Rectangle 3">
            <a:extLst>
              <a:ext uri="{FF2B5EF4-FFF2-40B4-BE49-F238E27FC236}">
                <a16:creationId xmlns:a16="http://schemas.microsoft.com/office/drawing/2014/main" id="{5988865F-125E-410E-B1D4-A79FC1922900}"/>
              </a:ext>
            </a:extLst>
          </p:cNvPr>
          <p:cNvSpPr>
            <a:spLocks noGrp="1" noChangeArrowheads="1"/>
          </p:cNvSpPr>
          <p:nvPr>
            <p:ph type="body" idx="1"/>
          </p:nvPr>
        </p:nvSpPr>
        <p:spPr>
          <a:xfrm>
            <a:off x="914400" y="2064544"/>
            <a:ext cx="5943600" cy="2278856"/>
          </a:xfrm>
        </p:spPr>
        <p:txBody>
          <a:bodyPr/>
          <a:lstStyle/>
          <a:p>
            <a:pPr eaLnBrk="1" hangingPunct="1"/>
            <a:r>
              <a:rPr lang="zh-CN" altLang="en-US" b="1" dirty="0">
                <a:solidFill>
                  <a:srgbClr val="333300"/>
                </a:solidFill>
                <a:latin typeface="+mj-lt"/>
              </a:rPr>
              <a:t>用</a:t>
            </a:r>
            <a:r>
              <a:rPr lang="en-US" altLang="zh-CN" b="1" dirty="0">
                <a:solidFill>
                  <a:srgbClr val="333300"/>
                </a:solidFill>
                <a:latin typeface="+mj-lt"/>
              </a:rPr>
              <a:t>FFT</a:t>
            </a:r>
            <a:r>
              <a:rPr lang="zh-CN" altLang="en-US" b="1" dirty="0">
                <a:solidFill>
                  <a:srgbClr val="333300"/>
                </a:solidFill>
                <a:latin typeface="+mj-lt"/>
              </a:rPr>
              <a:t>计算</a:t>
            </a:r>
            <a:r>
              <a:rPr lang="en-US" altLang="zh-CN" b="1" dirty="0">
                <a:solidFill>
                  <a:srgbClr val="333300"/>
                </a:solidFill>
                <a:latin typeface="+mj-lt"/>
              </a:rPr>
              <a:t>IDFT</a:t>
            </a:r>
          </a:p>
          <a:p>
            <a:pPr eaLnBrk="1" hangingPunct="1"/>
            <a:r>
              <a:rPr lang="zh-CN" altLang="en-US" b="1" dirty="0">
                <a:solidFill>
                  <a:srgbClr val="333300"/>
                </a:solidFill>
                <a:latin typeface="+mj-lt"/>
              </a:rPr>
              <a:t>实序列的</a:t>
            </a:r>
            <a:r>
              <a:rPr lang="en-US" altLang="zh-CN" b="1" dirty="0">
                <a:solidFill>
                  <a:srgbClr val="333300"/>
                </a:solidFill>
                <a:latin typeface="+mj-lt"/>
              </a:rPr>
              <a:t>FFT</a:t>
            </a:r>
          </a:p>
          <a:p>
            <a:pPr eaLnBrk="1" hangingPunct="1"/>
            <a:r>
              <a:rPr lang="zh-CN" altLang="en-US" b="1" dirty="0">
                <a:solidFill>
                  <a:srgbClr val="333300"/>
                </a:solidFill>
                <a:latin typeface="+mj-lt"/>
              </a:rPr>
              <a:t>线性卷积的</a:t>
            </a:r>
            <a:r>
              <a:rPr lang="en-US" altLang="zh-CN" b="1" dirty="0">
                <a:solidFill>
                  <a:srgbClr val="333300"/>
                </a:solidFill>
                <a:latin typeface="+mj-lt"/>
              </a:rPr>
              <a:t>FFT</a:t>
            </a:r>
            <a:r>
              <a:rPr lang="zh-CN" altLang="en-US" b="1" dirty="0">
                <a:solidFill>
                  <a:srgbClr val="333300"/>
                </a:solidFill>
                <a:latin typeface="+mj-lt"/>
              </a:rPr>
              <a:t>算法</a:t>
            </a:r>
            <a:endParaRPr lang="en-US" altLang="zh-CN" b="1" dirty="0">
              <a:solidFill>
                <a:srgbClr val="333300"/>
              </a:solidFill>
              <a:latin typeface="+mj-lt"/>
            </a:endParaRPr>
          </a:p>
        </p:txBody>
      </p:sp>
      <p:sp>
        <p:nvSpPr>
          <p:cNvPr id="4" name="Rectangle 4">
            <a:extLst>
              <a:ext uri="{FF2B5EF4-FFF2-40B4-BE49-F238E27FC236}">
                <a16:creationId xmlns:a16="http://schemas.microsoft.com/office/drawing/2014/main" id="{A0A7E573-CF45-44B9-A235-3DB56F7F0C96}"/>
              </a:ext>
            </a:extLst>
          </p:cNvPr>
          <p:cNvSpPr>
            <a:spLocks noChangeArrowheads="1"/>
          </p:cNvSpPr>
          <p:nvPr/>
        </p:nvSpPr>
        <p:spPr bwMode="auto">
          <a:xfrm>
            <a:off x="704725" y="191869"/>
            <a:ext cx="63818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993300"/>
                </a:solidFill>
                <a:effectLst/>
                <a:uLnTx/>
                <a:uFillTx/>
                <a:latin typeface="Times New Roman"/>
                <a:ea typeface="楷体_GB2312" pitchFamily="49" charset="-122"/>
                <a:cs typeface="+mn-cs"/>
              </a:rPr>
              <a:t>3.4 </a:t>
            </a:r>
            <a:r>
              <a:rPr kumimoji="1" lang="zh-CN" altLang="en-US" sz="3600" b="1" i="0" u="none" strike="noStrike" kern="1200" cap="none" spc="0" normalizeH="0" baseline="0" noProof="0" dirty="0">
                <a:ln>
                  <a:noFill/>
                </a:ln>
                <a:solidFill>
                  <a:srgbClr val="993300"/>
                </a:solidFill>
                <a:effectLst/>
                <a:uLnTx/>
                <a:uFillTx/>
                <a:latin typeface="Times New Roman"/>
                <a:ea typeface="楷体_GB2312"/>
                <a:cs typeface="+mn-cs"/>
              </a:rPr>
              <a:t>关于</a:t>
            </a:r>
            <a:r>
              <a:rPr kumimoji="1" lang="en-US" altLang="zh-CN" sz="3600" b="1" i="0" u="none" strike="noStrike" kern="1200" cap="none" spc="0" normalizeH="0" baseline="0" noProof="0" dirty="0">
                <a:ln>
                  <a:noFill/>
                </a:ln>
                <a:solidFill>
                  <a:srgbClr val="993300"/>
                </a:solidFill>
                <a:effectLst/>
                <a:uLnTx/>
                <a:uFillTx/>
                <a:latin typeface="Times New Roman"/>
                <a:ea typeface="楷体_GB2312"/>
                <a:cs typeface="+mn-cs"/>
              </a:rPr>
              <a:t>FFT</a:t>
            </a:r>
            <a:r>
              <a:rPr kumimoji="1" lang="zh-CN" altLang="en-US" sz="3600" b="1" i="0" u="none" strike="noStrike" kern="1200" cap="none" spc="0" normalizeH="0" baseline="0" noProof="0" dirty="0">
                <a:ln>
                  <a:noFill/>
                </a:ln>
                <a:solidFill>
                  <a:srgbClr val="993300"/>
                </a:solidFill>
                <a:effectLst/>
                <a:uLnTx/>
                <a:uFillTx/>
                <a:latin typeface="Times New Roman"/>
                <a:ea typeface="楷体_GB2312"/>
                <a:cs typeface="+mn-cs"/>
              </a:rPr>
              <a:t>应用中的几个问题</a:t>
            </a:r>
          </a:p>
        </p:txBody>
      </p:sp>
    </p:spTree>
    <p:extLst>
      <p:ext uri="{BB962C8B-B14F-4D97-AF65-F5344CB8AC3E}">
        <p14:creationId xmlns:p14="http://schemas.microsoft.com/office/powerpoint/2010/main" val="199438370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ph idx="1"/>
          </p:nvPr>
        </p:nvSpPr>
        <p:spPr>
          <a:xfrm>
            <a:off x="685800" y="1295400"/>
            <a:ext cx="7772400" cy="4800600"/>
          </a:xfrm>
        </p:spPr>
        <p:txBody>
          <a:bodyPr/>
          <a:lstStyle/>
          <a:p>
            <a:pPr marL="0" indent="0" algn="just">
              <a:lnSpc>
                <a:spcPct val="125000"/>
              </a:lnSpc>
              <a:spcBef>
                <a:spcPts val="0"/>
              </a:spcBef>
              <a:buFontTx/>
              <a:buNone/>
            </a:pPr>
            <a:r>
              <a:rPr lang="en-US" altLang="zh-CN" sz="2800" b="1" dirty="0">
                <a:latin typeface="+mj-lt"/>
              </a:rPr>
              <a:t>1</a:t>
            </a:r>
            <a:r>
              <a:rPr lang="zh-CN" altLang="en-US" sz="2800" b="1" dirty="0">
                <a:latin typeface="+mj-lt"/>
              </a:rPr>
              <a:t>、从周期序列的</a:t>
            </a:r>
            <a:r>
              <a:rPr lang="en-US" altLang="zh-CN" sz="2800" b="1" dirty="0">
                <a:latin typeface="+mj-lt"/>
              </a:rPr>
              <a:t>DFS</a:t>
            </a:r>
            <a:r>
              <a:rPr lang="zh-CN" altLang="en-US" sz="2800" b="1" dirty="0">
                <a:latin typeface="+mj-lt"/>
              </a:rPr>
              <a:t>入手，导出有限长序列的</a:t>
            </a:r>
            <a:r>
              <a:rPr lang="en-US" altLang="zh-CN" sz="2800" b="1" dirty="0">
                <a:latin typeface="+mj-lt"/>
              </a:rPr>
              <a:t>DFT</a:t>
            </a:r>
            <a:r>
              <a:rPr lang="zh-CN" altLang="en-US" sz="2800" b="1" dirty="0">
                <a:latin typeface="+mj-lt"/>
              </a:rPr>
              <a:t>，</a:t>
            </a:r>
            <a:r>
              <a:rPr lang="en-US" altLang="zh-CN" sz="2800" b="1" dirty="0">
                <a:latin typeface="+mj-lt"/>
              </a:rPr>
              <a:t>DFT</a:t>
            </a:r>
            <a:r>
              <a:rPr lang="zh-CN" altLang="en-US" sz="2800" b="1" dirty="0">
                <a:latin typeface="+mj-lt"/>
              </a:rPr>
              <a:t>隐含着周期性；</a:t>
            </a:r>
            <a:r>
              <a:rPr lang="en-US" altLang="zh-CN" sz="2800" b="1" dirty="0">
                <a:latin typeface="+mj-lt"/>
              </a:rPr>
              <a:t>DFT</a:t>
            </a:r>
            <a:r>
              <a:rPr lang="zh-CN" altLang="en-US" sz="2800" b="1" dirty="0">
                <a:latin typeface="+mj-lt"/>
              </a:rPr>
              <a:t>的许多特性和它的应用密切相关，如对称特性、卷积特性等。</a:t>
            </a:r>
            <a:endParaRPr lang="en-US" altLang="zh-CN" sz="2800" b="1" dirty="0">
              <a:latin typeface="+mj-lt"/>
            </a:endParaRPr>
          </a:p>
          <a:p>
            <a:pPr marL="0" indent="0" algn="just">
              <a:lnSpc>
                <a:spcPct val="125000"/>
              </a:lnSpc>
              <a:spcBef>
                <a:spcPts val="1200"/>
              </a:spcBef>
              <a:buFontTx/>
              <a:buNone/>
            </a:pPr>
            <a:r>
              <a:rPr lang="en-US" altLang="zh-CN" sz="2800" b="1" dirty="0">
                <a:latin typeface="+mj-lt"/>
              </a:rPr>
              <a:t>2</a:t>
            </a:r>
            <a:r>
              <a:rPr lang="zh-CN" altLang="en-US" sz="2800" b="1" dirty="0">
                <a:latin typeface="+mj-lt"/>
              </a:rPr>
              <a:t>、</a:t>
            </a:r>
            <a:r>
              <a:rPr lang="en-US" altLang="zh-CN" sz="2800" b="1" dirty="0">
                <a:latin typeface="+mj-lt"/>
              </a:rPr>
              <a:t>FFT</a:t>
            </a:r>
            <a:r>
              <a:rPr lang="zh-CN" altLang="en-US" sz="2800" b="1" dirty="0">
                <a:latin typeface="+mj-lt"/>
              </a:rPr>
              <a:t>是</a:t>
            </a:r>
            <a:r>
              <a:rPr lang="en-US" altLang="zh-CN" sz="2800" b="1" dirty="0">
                <a:latin typeface="+mj-lt"/>
              </a:rPr>
              <a:t>DFT</a:t>
            </a:r>
            <a:r>
              <a:rPr lang="zh-CN" altLang="en-US" sz="2800" b="1" dirty="0">
                <a:latin typeface="+mj-lt"/>
              </a:rPr>
              <a:t>的快速算法，基二</a:t>
            </a:r>
            <a:r>
              <a:rPr lang="en-US" altLang="zh-CN" sz="2800" b="1" dirty="0">
                <a:latin typeface="+mj-lt"/>
              </a:rPr>
              <a:t>FFT</a:t>
            </a:r>
            <a:r>
              <a:rPr lang="zh-CN" altLang="en-US" sz="2800" b="1" dirty="0">
                <a:latin typeface="+mj-lt"/>
              </a:rPr>
              <a:t>是应用最普遍的一种算法，在序列长度不是</a:t>
            </a:r>
            <a:r>
              <a:rPr lang="en-US" altLang="zh-CN" sz="2800" b="1" dirty="0">
                <a:latin typeface="+mj-lt"/>
              </a:rPr>
              <a:t>2</a:t>
            </a:r>
            <a:r>
              <a:rPr lang="zh-CN" altLang="en-US" sz="2800" b="1" dirty="0">
                <a:latin typeface="+mj-lt"/>
              </a:rPr>
              <a:t>的幂的情形下，可以使用复合数的</a:t>
            </a:r>
            <a:r>
              <a:rPr lang="en-US" altLang="zh-CN" sz="2800" b="1" dirty="0">
                <a:latin typeface="+mj-lt"/>
              </a:rPr>
              <a:t>FFT</a:t>
            </a:r>
            <a:r>
              <a:rPr lang="zh-CN" altLang="en-US" sz="2800" b="1" dirty="0">
                <a:latin typeface="+mj-lt"/>
              </a:rPr>
              <a:t>算法；</a:t>
            </a:r>
            <a:endParaRPr lang="en-US" altLang="zh-CN" sz="2800" b="1" dirty="0">
              <a:latin typeface="+mj-lt"/>
            </a:endParaRPr>
          </a:p>
          <a:p>
            <a:pPr marL="0" indent="0" algn="just">
              <a:lnSpc>
                <a:spcPct val="125000"/>
              </a:lnSpc>
              <a:spcBef>
                <a:spcPts val="1200"/>
              </a:spcBef>
              <a:buFontTx/>
              <a:buNone/>
            </a:pPr>
            <a:r>
              <a:rPr lang="en-US" altLang="zh-CN" sz="2800" b="1" dirty="0">
                <a:latin typeface="+mj-lt"/>
              </a:rPr>
              <a:t>3</a:t>
            </a:r>
            <a:r>
              <a:rPr lang="zh-CN" altLang="en-US" sz="2800" b="1" dirty="0">
                <a:latin typeface="+mj-lt"/>
              </a:rPr>
              <a:t>、</a:t>
            </a:r>
            <a:r>
              <a:rPr lang="en-US" altLang="zh-CN" sz="2800" b="1" dirty="0">
                <a:latin typeface="+mj-lt"/>
              </a:rPr>
              <a:t>FFT</a:t>
            </a:r>
            <a:r>
              <a:rPr lang="zh-CN" altLang="en-US" sz="2800" b="1" dirty="0">
                <a:latin typeface="+mj-lt"/>
              </a:rPr>
              <a:t>算法不仅可以用作谱分析，还可以用于线性卷积、相关函数及</a:t>
            </a:r>
            <a:r>
              <a:rPr lang="en-US" altLang="zh-CN" sz="2800" b="1" dirty="0">
                <a:latin typeface="+mj-lt"/>
              </a:rPr>
              <a:t>Chirp-z</a:t>
            </a:r>
            <a:r>
              <a:rPr lang="zh-CN" altLang="en-US" sz="2800" b="1" dirty="0">
                <a:latin typeface="+mj-lt"/>
              </a:rPr>
              <a:t>变换等的计算。</a:t>
            </a:r>
          </a:p>
        </p:txBody>
      </p:sp>
      <p:sp>
        <p:nvSpPr>
          <p:cNvPr id="6" name="Rectangle 4">
            <a:extLst>
              <a:ext uri="{FF2B5EF4-FFF2-40B4-BE49-F238E27FC236}">
                <a16:creationId xmlns:a16="http://schemas.microsoft.com/office/drawing/2014/main" id="{A0A7E573-CF45-44B9-A235-3DB56F7F0C96}"/>
              </a:ext>
            </a:extLst>
          </p:cNvPr>
          <p:cNvSpPr>
            <a:spLocks noChangeArrowheads="1"/>
          </p:cNvSpPr>
          <p:nvPr/>
        </p:nvSpPr>
        <p:spPr bwMode="auto">
          <a:xfrm>
            <a:off x="762000" y="191869"/>
            <a:ext cx="284565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3200">
                <a:solidFill>
                  <a:schemeClr val="tx1"/>
                </a:solidFill>
                <a:latin typeface="Tahoma" panose="020B0604030504040204" pitchFamily="34" charset="0"/>
                <a:ea typeface="宋体" panose="02010600030101010101" pitchFamily="2" charset="-122"/>
              </a:defRPr>
            </a:lvl1pPr>
            <a:lvl2pPr marL="742950" indent="-285750">
              <a:spcBef>
                <a:spcPct val="20000"/>
              </a:spcBef>
              <a:buSzPct val="75000"/>
              <a:buBlip>
                <a:blip r:embed="rId3"/>
              </a:buBlip>
              <a:defRPr kumimoji="1" sz="2800">
                <a:solidFill>
                  <a:schemeClr val="tx1"/>
                </a:solidFill>
                <a:latin typeface="Tahoma" panose="020B0604030504040204" pitchFamily="34" charset="0"/>
                <a:ea typeface="宋体" panose="02010600030101010101" pitchFamily="2" charset="-122"/>
              </a:defRPr>
            </a:lvl2pPr>
            <a:lvl3pPr marL="1143000" indent="-228600">
              <a:spcBef>
                <a:spcPct val="20000"/>
              </a:spcBef>
              <a:buChar char="•"/>
              <a:defRPr kumimoji="1" sz="2400">
                <a:solidFill>
                  <a:schemeClr val="tx1"/>
                </a:solidFill>
                <a:latin typeface="Tahoma" panose="020B0604030504040204" pitchFamily="34" charset="0"/>
                <a:ea typeface="宋体" panose="02010600030101010101" pitchFamily="2" charset="-122"/>
              </a:defRPr>
            </a:lvl3pPr>
            <a:lvl4pPr marL="1600200" indent="-228600">
              <a:spcBef>
                <a:spcPct val="20000"/>
              </a:spcBef>
              <a:buChar char="–"/>
              <a:defRPr kumimoji="1" sz="2000">
                <a:solidFill>
                  <a:schemeClr val="tx1"/>
                </a:solidFill>
                <a:latin typeface="Tahoma" panose="020B0604030504040204" pitchFamily="34" charset="0"/>
                <a:ea typeface="宋体" panose="02010600030101010101" pitchFamily="2" charset="-122"/>
              </a:defRPr>
            </a:lvl4pPr>
            <a:lvl5pPr marL="2057400" indent="-228600">
              <a:spcBef>
                <a:spcPct val="20000"/>
              </a:spcBef>
              <a:buClr>
                <a:schemeClr val="tx2"/>
              </a:buClr>
              <a:buChar char="–"/>
              <a:defRPr kumimoji="1"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Char char="–"/>
              <a:defRPr kumimoji="1" sz="2000">
                <a:solidFill>
                  <a:schemeClr val="tx1"/>
                </a:solidFill>
                <a:latin typeface="Tahoma" panose="020B060403050404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1" lang="en-US" altLang="zh-CN" sz="3600" b="1" i="0" u="none" strike="noStrike" kern="1200" cap="none" spc="0" normalizeH="0" baseline="0" noProof="0" dirty="0">
                <a:ln>
                  <a:noFill/>
                </a:ln>
                <a:solidFill>
                  <a:srgbClr val="993300"/>
                </a:solidFill>
                <a:effectLst/>
                <a:uLnTx/>
                <a:uFillTx/>
                <a:latin typeface="Times New Roman"/>
                <a:ea typeface="楷体_GB2312"/>
                <a:cs typeface="+mn-cs"/>
              </a:rPr>
              <a:t>3.5  </a:t>
            </a:r>
            <a:r>
              <a:rPr kumimoji="1" lang="zh-CN" altLang="en-US" sz="3600" b="1" i="0" u="none" strike="noStrike" kern="1200" cap="none" spc="0" normalizeH="0" baseline="0" noProof="0" dirty="0">
                <a:ln>
                  <a:noFill/>
                </a:ln>
                <a:solidFill>
                  <a:srgbClr val="993300"/>
                </a:solidFill>
                <a:effectLst/>
                <a:uLnTx/>
                <a:uFillTx/>
                <a:latin typeface="Times New Roman"/>
                <a:ea typeface="楷体_GB2312"/>
                <a:cs typeface="+mn-cs"/>
              </a:rPr>
              <a:t>本章小结</a:t>
            </a:r>
          </a:p>
        </p:txBody>
      </p:sp>
    </p:spTree>
    <p:extLst>
      <p:ext uri="{BB962C8B-B14F-4D97-AF65-F5344CB8AC3E}">
        <p14:creationId xmlns:p14="http://schemas.microsoft.com/office/powerpoint/2010/main" val="17963645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0" y="177400"/>
            <a:ext cx="1420582" cy="5847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作业题</a:t>
            </a: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endParaRPr>
          </a:p>
        </p:txBody>
      </p:sp>
      <p:graphicFrame>
        <p:nvGraphicFramePr>
          <p:cNvPr id="12" name="对象 8">
            <a:extLst>
              <a:ext uri="{FF2B5EF4-FFF2-40B4-BE49-F238E27FC236}">
                <a16:creationId xmlns:a16="http://schemas.microsoft.com/office/drawing/2014/main" id="{3D70177A-ACEA-45D7-829F-02784533E263}"/>
              </a:ext>
            </a:extLst>
          </p:cNvPr>
          <p:cNvGraphicFramePr>
            <a:graphicFrameLocks noChangeAspect="1"/>
          </p:cNvGraphicFramePr>
          <p:nvPr>
            <p:extLst>
              <p:ext uri="{D42A27DB-BD31-4B8C-83A1-F6EECF244321}">
                <p14:modId xmlns:p14="http://schemas.microsoft.com/office/powerpoint/2010/main" val="2380790650"/>
              </p:ext>
            </p:extLst>
          </p:nvPr>
        </p:nvGraphicFramePr>
        <p:xfrm>
          <a:off x="648387" y="1575449"/>
          <a:ext cx="1968500" cy="508000"/>
        </p:xfrm>
        <a:graphic>
          <a:graphicData uri="http://schemas.openxmlformats.org/presentationml/2006/ole">
            <mc:AlternateContent xmlns:mc="http://schemas.openxmlformats.org/markup-compatibility/2006">
              <mc:Choice xmlns:v="urn:schemas-microsoft-com:vml" Requires="v">
                <p:oleObj name="Equation" r:id="rId3" imgW="787320" imgH="203040" progId="Equation.DSMT4">
                  <p:embed/>
                </p:oleObj>
              </mc:Choice>
              <mc:Fallback>
                <p:oleObj name="Equation" r:id="rId3" imgW="787320" imgH="203040" progId="Equation.DSMT4">
                  <p:embed/>
                  <p:pic>
                    <p:nvPicPr>
                      <p:cNvPr id="7" name="对象 8">
                        <a:extLst>
                          <a:ext uri="{FF2B5EF4-FFF2-40B4-BE49-F238E27FC236}">
                            <a16:creationId xmlns:a16="http://schemas.microsoft.com/office/drawing/2014/main" id="{3D70177A-ACEA-45D7-829F-02784533E263}"/>
                          </a:ext>
                        </a:extLst>
                      </p:cNvPr>
                      <p:cNvPicPr>
                        <a:picLocks noChangeAspect="1" noChangeArrowheads="1"/>
                      </p:cNvPicPr>
                      <p:nvPr/>
                    </p:nvPicPr>
                    <p:blipFill>
                      <a:blip r:embed="rId4"/>
                      <a:srcRect/>
                      <a:stretch>
                        <a:fillRect/>
                      </a:stretch>
                    </p:blipFill>
                    <p:spPr bwMode="auto">
                      <a:xfrm>
                        <a:off x="648387" y="1575449"/>
                        <a:ext cx="196850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文本框 1">
            <a:extLst>
              <a:ext uri="{FF2B5EF4-FFF2-40B4-BE49-F238E27FC236}">
                <a16:creationId xmlns:a16="http://schemas.microsoft.com/office/drawing/2014/main" id="{D0E11953-95B4-4233-B759-58FE2FCB59FB}"/>
              </a:ext>
            </a:extLst>
          </p:cNvPr>
          <p:cNvSpPr txBox="1">
            <a:spLocks noChangeArrowheads="1"/>
          </p:cNvSpPr>
          <p:nvPr/>
        </p:nvSpPr>
        <p:spPr bwMode="auto">
          <a:xfrm>
            <a:off x="1878" y="1017011"/>
            <a:ext cx="77544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r>
              <a:rPr lang="en-US" altLang="zh-CN" sz="2800" b="1" dirty="0">
                <a:solidFill>
                  <a:srgbClr val="0000CC"/>
                </a:solidFill>
                <a:latin typeface="Times New Roman" panose="02020603050405020304" pitchFamily="18" charset="0"/>
                <a:cs typeface="Times New Roman" panose="02020603050405020304" pitchFamily="18" charset="0"/>
              </a:rPr>
              <a:t>3.6</a:t>
            </a:r>
            <a:endParaRPr lang="zh-CN" altLang="en-US" sz="2800" b="1" dirty="0">
              <a:solidFill>
                <a:srgbClr val="0000CC"/>
              </a:solidFill>
              <a:latin typeface="Times New Roman" panose="02020603050405020304" pitchFamily="18" charset="0"/>
              <a:cs typeface="Times New Roman" panose="02020603050405020304" pitchFamily="18" charset="0"/>
            </a:endParaRPr>
          </a:p>
        </p:txBody>
      </p:sp>
      <p:sp>
        <p:nvSpPr>
          <p:cNvPr id="14" name="Rectangle 6">
            <a:extLst>
              <a:ext uri="{FF2B5EF4-FFF2-40B4-BE49-F238E27FC236}">
                <a16:creationId xmlns:a16="http://schemas.microsoft.com/office/drawing/2014/main" id="{F289488C-C6FC-454A-BED2-C2873F2B7028}"/>
              </a:ext>
            </a:extLst>
          </p:cNvPr>
          <p:cNvSpPr>
            <a:spLocks noChangeArrowheads="1"/>
          </p:cNvSpPr>
          <p:nvPr/>
        </p:nvSpPr>
        <p:spPr bwMode="auto">
          <a:xfrm>
            <a:off x="623265" y="1016669"/>
            <a:ext cx="76216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har char="•"/>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har char="–"/>
              <a:defRPr sz="2000" b="1">
                <a:solidFill>
                  <a:schemeClr val="tx1"/>
                </a:solidFill>
                <a:latin typeface="黑体" panose="02010609060101010101" pitchFamily="49" charset="-122"/>
                <a:ea typeface="黑体" panose="02010609060101010101" pitchFamily="49" charset="-122"/>
              </a:defRPr>
            </a:lvl4pPr>
            <a:lvl5pPr marL="2057400" indent="-228600">
              <a:spcBef>
                <a:spcPct val="20000"/>
              </a:spcBef>
              <a:buChar char="»"/>
              <a:defRPr sz="2000" b="1">
                <a:solidFill>
                  <a:schemeClr val="tx1"/>
                </a:solidFill>
                <a:latin typeface="黑体" panose="02010609060101010101" pitchFamily="49" charset="-122"/>
                <a:ea typeface="黑体" panose="02010609060101010101" pitchFamily="49" charset="-122"/>
              </a:defRPr>
            </a:lvl5pPr>
            <a:lvl6pPr marL="25146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6pPr>
            <a:lvl7pPr marL="29718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7pPr>
            <a:lvl8pPr marL="34290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8pPr>
            <a:lvl9pPr marL="3886200" indent="-228600" eaLnBrk="0" fontAlgn="base" hangingPunct="0">
              <a:spcBef>
                <a:spcPct val="20000"/>
              </a:spcBef>
              <a:spcAft>
                <a:spcPct val="0"/>
              </a:spcAft>
              <a:buChar char="»"/>
              <a:defRPr sz="2000" b="1">
                <a:solidFill>
                  <a:schemeClr val="tx1"/>
                </a:solidFill>
                <a:latin typeface="黑体" panose="02010609060101010101" pitchFamily="49" charset="-122"/>
                <a:ea typeface="黑体" panose="02010609060101010101" pitchFamily="49" charset="-122"/>
              </a:defRPr>
            </a:lvl9pPr>
          </a:lstStyle>
          <a:p>
            <a:pPr eaLnBrk="1" hangingPunct="1">
              <a:spcBef>
                <a:spcPct val="0"/>
              </a:spcBef>
              <a:buFontTx/>
              <a:buNone/>
            </a:pPr>
            <a:r>
              <a:rPr kumimoji="1" lang="zh-CN" altLang="en-US" sz="2800" dirty="0">
                <a:latin typeface="Times New Roman" panose="02020603050405020304" pitchFamily="18" charset="0"/>
                <a:ea typeface="宋体" panose="02010600030101010101" pitchFamily="2" charset="-122"/>
              </a:rPr>
              <a:t>计算下列有限长序列</a:t>
            </a:r>
            <a:r>
              <a:rPr kumimoji="1" lang="en-US" altLang="zh-CN" sz="2800" i="1" dirty="0">
                <a:latin typeface="Times New Roman" panose="02020603050405020304" pitchFamily="18" charset="0"/>
                <a:cs typeface="Times New Roman" panose="02020603050405020304" pitchFamily="18" charset="0"/>
              </a:rPr>
              <a:t>x</a:t>
            </a:r>
            <a:r>
              <a:rPr kumimoji="1" lang="en-US" altLang="zh-CN" sz="2800" dirty="0">
                <a:latin typeface="Times New Roman" panose="02020603050405020304" pitchFamily="18" charset="0"/>
                <a:cs typeface="Times New Roman" panose="02020603050405020304" pitchFamily="18" charset="0"/>
              </a:rPr>
              <a:t>(</a:t>
            </a:r>
            <a:r>
              <a:rPr kumimoji="1" lang="en-US" altLang="zh-CN" sz="2800" i="1" dirty="0">
                <a:latin typeface="Times New Roman" panose="02020603050405020304" pitchFamily="18" charset="0"/>
                <a:cs typeface="Times New Roman" panose="02020603050405020304" pitchFamily="18" charset="0"/>
              </a:rPr>
              <a:t>n</a:t>
            </a:r>
            <a:r>
              <a:rPr kumimoji="1" lang="en-US" altLang="zh-CN" sz="2800" dirty="0">
                <a:latin typeface="Times New Roman" panose="02020603050405020304" pitchFamily="18" charset="0"/>
                <a:cs typeface="Times New Roman" panose="02020603050405020304" pitchFamily="18" charset="0"/>
              </a:rPr>
              <a:t>)</a:t>
            </a:r>
            <a:r>
              <a:rPr kumimoji="1" lang="zh-CN" altLang="en-US" sz="2800" dirty="0">
                <a:latin typeface="Times New Roman" panose="02020603050405020304" pitchFamily="18" charset="0"/>
                <a:ea typeface="宋体" panose="02010600030101010101" pitchFamily="2" charset="-122"/>
              </a:rPr>
              <a:t>的</a:t>
            </a:r>
            <a:r>
              <a:rPr kumimoji="1" lang="en-US" altLang="zh-CN" sz="2800" dirty="0">
                <a:latin typeface="Times New Roman" panose="02020603050405020304" pitchFamily="18" charset="0"/>
                <a:ea typeface="宋体" panose="02010600030101010101" pitchFamily="2" charset="-122"/>
              </a:rPr>
              <a:t>DFT</a:t>
            </a:r>
            <a:r>
              <a:rPr kumimoji="1" lang="zh-CN" altLang="en-US" sz="2800" dirty="0">
                <a:latin typeface="Times New Roman" panose="02020603050405020304" pitchFamily="18" charset="0"/>
                <a:ea typeface="宋体" panose="02010600030101010101" pitchFamily="2" charset="-122"/>
              </a:rPr>
              <a:t>，假设长度为</a:t>
            </a:r>
            <a:r>
              <a:rPr kumimoji="1" lang="en-US" altLang="zh-CN" sz="2800" i="1" dirty="0">
                <a:latin typeface="Times New Roman" panose="02020603050405020304" pitchFamily="18" charset="0"/>
                <a:ea typeface="宋体" panose="02010600030101010101" pitchFamily="2" charset="-122"/>
              </a:rPr>
              <a:t>N</a:t>
            </a:r>
            <a:r>
              <a:rPr kumimoji="1" lang="zh-CN" altLang="en-US" sz="2800" dirty="0">
                <a:latin typeface="Times New Roman" panose="02020603050405020304" pitchFamily="18" charset="0"/>
                <a:ea typeface="宋体" panose="02010600030101010101" pitchFamily="2" charset="-122"/>
              </a:rPr>
              <a:t>。</a:t>
            </a:r>
            <a:endParaRPr kumimoji="1" lang="en-US" altLang="zh-CN" sz="2800" dirty="0">
              <a:latin typeface="Times New Roman" panose="02020603050405020304" pitchFamily="18" charset="0"/>
              <a:ea typeface="宋体" panose="02010600030101010101" pitchFamily="2" charset="-122"/>
            </a:endParaRPr>
          </a:p>
        </p:txBody>
      </p:sp>
      <p:sp>
        <p:nvSpPr>
          <p:cNvPr id="15" name="矩形 14"/>
          <p:cNvSpPr/>
          <p:nvPr/>
        </p:nvSpPr>
        <p:spPr>
          <a:xfrm>
            <a:off x="11832" y="1550069"/>
            <a:ext cx="604653" cy="523220"/>
          </a:xfrm>
          <a:prstGeom prst="rect">
            <a:avLst/>
          </a:prstGeom>
        </p:spPr>
        <p:txBody>
          <a:bodyPr wrap="none">
            <a:spAutoFit/>
          </a:bodyPr>
          <a:lstStyle/>
          <a:p>
            <a:pPr lvl="0"/>
            <a:r>
              <a:rPr lang="en-US" altLang="zh-CN" sz="2800" b="1" dirty="0">
                <a:solidFill>
                  <a:srgbClr val="0000CC"/>
                </a:solidFill>
                <a:latin typeface="Times New Roman" panose="02020603050405020304" pitchFamily="18" charset="0"/>
                <a:cs typeface="Times New Roman" panose="02020603050405020304" pitchFamily="18" charset="0"/>
              </a:rPr>
              <a:t>(1)</a:t>
            </a:r>
            <a:endParaRPr lang="zh-CN" altLang="en-US" sz="2800" b="1" dirty="0">
              <a:solidFill>
                <a:srgbClr val="0000CC"/>
              </a:solidFill>
              <a:latin typeface="Times New Roman" panose="02020603050405020304" pitchFamily="18" charset="0"/>
              <a:cs typeface="Times New Roman" panose="02020603050405020304" pitchFamily="18" charset="0"/>
            </a:endParaRPr>
          </a:p>
        </p:txBody>
      </p:sp>
      <p:sp>
        <p:nvSpPr>
          <p:cNvPr id="18" name="标题 1"/>
          <p:cNvSpPr txBox="1">
            <a:spLocks/>
          </p:cNvSpPr>
          <p:nvPr/>
        </p:nvSpPr>
        <p:spPr>
          <a:xfrm>
            <a:off x="703690" y="2286000"/>
            <a:ext cx="8211710" cy="3301426"/>
          </a:xfrm>
          <a:prstGeom prst="rect">
            <a:avLst/>
          </a:prstGeom>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a:lstStyle>
          <a:p>
            <a:pPr>
              <a:lnSpc>
                <a:spcPct val="125000"/>
              </a:lnSpc>
            </a:pP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设有两个序列</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:{1,2,3,4,5,0,0}</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 {1,1,1,1,0,0,0},</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试求：</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5000"/>
              </a:lnSpc>
            </a:pP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它们的周期卷积</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周期长度</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a:t>
            </a:r>
            <a:b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b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它们的循环卷积</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序列长度</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=7)</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，试问这个卷积结果与周期卷积有何不同？</a:t>
            </a:r>
            <a:b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b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它们的线性卷积，如采用</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DFT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进行计算，问</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DFT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的最少长度是多少？</a:t>
            </a:r>
          </a:p>
        </p:txBody>
      </p:sp>
      <p:sp>
        <p:nvSpPr>
          <p:cNvPr id="19" name="矩形 18"/>
          <p:cNvSpPr/>
          <p:nvPr/>
        </p:nvSpPr>
        <p:spPr>
          <a:xfrm>
            <a:off x="-8965" y="2346682"/>
            <a:ext cx="902811" cy="523220"/>
          </a:xfrm>
          <a:prstGeom prst="rect">
            <a:avLst/>
          </a:prstGeom>
        </p:spPr>
        <p:txBody>
          <a:bodyPr wrap="none">
            <a:spAutoFit/>
          </a:bodyPr>
          <a:lstStyle/>
          <a:p>
            <a:r>
              <a:rPr lang="en-US" altLang="zh-CN" sz="2800" b="1" dirty="0">
                <a:solidFill>
                  <a:srgbClr val="0000CC"/>
                </a:solidFill>
                <a:latin typeface="Times New Roman" panose="02020603050405020304" pitchFamily="18" charset="0"/>
                <a:ea typeface="宋体" panose="02010600030101010101" pitchFamily="2" charset="-122"/>
                <a:cs typeface="Times New Roman" panose="02020603050405020304" pitchFamily="18" charset="0"/>
              </a:rPr>
              <a:t>3.19</a:t>
            </a:r>
            <a:r>
              <a:rPr lang="en-US" altLang="zh-CN" sz="2800" b="1"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 </a:t>
            </a:r>
            <a:endParaRPr lang="zh-CN" altLang="en-US" sz="1600" dirty="0"/>
          </a:p>
        </p:txBody>
      </p:sp>
      <p:graphicFrame>
        <p:nvGraphicFramePr>
          <p:cNvPr id="20" name="Object 4">
            <a:extLst>
              <a:ext uri="{FF2B5EF4-FFF2-40B4-BE49-F238E27FC236}">
                <a16:creationId xmlns:a16="http://schemas.microsoft.com/office/drawing/2014/main" id="{AF319246-6525-4458-9FF8-F96B6316B353}"/>
              </a:ext>
            </a:extLst>
          </p:cNvPr>
          <p:cNvGraphicFramePr>
            <a:graphicFrameLocks noChangeAspect="1"/>
          </p:cNvGraphicFramePr>
          <p:nvPr>
            <p:extLst>
              <p:ext uri="{D42A27DB-BD31-4B8C-83A1-F6EECF244321}">
                <p14:modId xmlns:p14="http://schemas.microsoft.com/office/powerpoint/2010/main" val="2933651720"/>
              </p:ext>
            </p:extLst>
          </p:nvPr>
        </p:nvGraphicFramePr>
        <p:xfrm>
          <a:off x="2566087" y="5835838"/>
          <a:ext cx="4125912" cy="508000"/>
        </p:xfrm>
        <a:graphic>
          <a:graphicData uri="http://schemas.openxmlformats.org/presentationml/2006/ole">
            <mc:AlternateContent xmlns:mc="http://schemas.openxmlformats.org/markup-compatibility/2006">
              <mc:Choice xmlns:v="urn:schemas-microsoft-com:vml" Requires="v">
                <p:oleObj name="Equation" r:id="rId5" imgW="1650960" imgH="203040" progId="Equation.DSMT4">
                  <p:embed/>
                </p:oleObj>
              </mc:Choice>
              <mc:Fallback>
                <p:oleObj name="Equation" r:id="rId5" imgW="1650960" imgH="203040" progId="Equation.DSMT4">
                  <p:embed/>
                  <p:pic>
                    <p:nvPicPr>
                      <p:cNvPr id="4" name="Object 4">
                        <a:extLst>
                          <a:ext uri="{FF2B5EF4-FFF2-40B4-BE49-F238E27FC236}">
                            <a16:creationId xmlns:a16="http://schemas.microsoft.com/office/drawing/2014/main" id="{AF319246-6525-4458-9FF8-F96B6316B353}"/>
                          </a:ext>
                        </a:extLst>
                      </p:cNvPr>
                      <p:cNvPicPr>
                        <a:picLocks noChangeAspect="1" noChangeArrowheads="1"/>
                      </p:cNvPicPr>
                      <p:nvPr/>
                    </p:nvPicPr>
                    <p:blipFill>
                      <a:blip r:embed="rId6"/>
                      <a:srcRect/>
                      <a:stretch>
                        <a:fillRect/>
                      </a:stretch>
                    </p:blipFill>
                    <p:spPr bwMode="auto">
                      <a:xfrm>
                        <a:off x="2566087" y="5835838"/>
                        <a:ext cx="4125912" cy="508000"/>
                      </a:xfrm>
                      <a:prstGeom prst="rect">
                        <a:avLst/>
                      </a:prstGeom>
                      <a:noFill/>
                      <a:ln>
                        <a:noFill/>
                      </a:ln>
                      <a:effectLst/>
                    </p:spPr>
                  </p:pic>
                </p:oleObj>
              </mc:Fallback>
            </mc:AlternateContent>
          </a:graphicData>
        </a:graphic>
      </p:graphicFrame>
      <p:sp>
        <p:nvSpPr>
          <p:cNvPr id="21" name="矩形 20"/>
          <p:cNvSpPr/>
          <p:nvPr/>
        </p:nvSpPr>
        <p:spPr>
          <a:xfrm>
            <a:off x="1348705" y="5784157"/>
            <a:ext cx="8252495" cy="523220"/>
          </a:xfrm>
          <a:prstGeom prst="rect">
            <a:avLst/>
          </a:prstGeom>
        </p:spPr>
        <p:txBody>
          <a:bodyPr wrap="square">
            <a:spAutoFit/>
          </a:bodyPr>
          <a:lstStyle/>
          <a:p>
            <a:r>
              <a:rPr kumimoji="1" lang="zh-CN" altLang="en-US" sz="2800" b="1" dirty="0">
                <a:latin typeface="Times New Roman"/>
                <a:ea typeface="宋体"/>
                <a:cs typeface="+mj-cs"/>
              </a:rPr>
              <a:t>求序列                                                的</a:t>
            </a:r>
            <a:r>
              <a:rPr kumimoji="1" lang="en-US" altLang="zh-CN" sz="2800" b="1" dirty="0">
                <a:latin typeface="Times New Roman"/>
                <a:ea typeface="宋体"/>
                <a:cs typeface="+mj-cs"/>
              </a:rPr>
              <a:t>4</a:t>
            </a:r>
            <a:r>
              <a:rPr kumimoji="1" lang="zh-CN" altLang="en-US" sz="2800" b="1" dirty="0">
                <a:latin typeface="Times New Roman"/>
                <a:ea typeface="宋体"/>
                <a:cs typeface="+mj-cs"/>
              </a:rPr>
              <a:t>点</a:t>
            </a:r>
            <a:r>
              <a:rPr kumimoji="1" lang="en-US" altLang="zh-CN" sz="2800" b="1" dirty="0">
                <a:latin typeface="Times New Roman"/>
                <a:ea typeface="宋体"/>
                <a:cs typeface="+mj-cs"/>
              </a:rPr>
              <a:t>DFT</a:t>
            </a:r>
            <a:r>
              <a:rPr kumimoji="1" lang="zh-CN" altLang="en-US" sz="2800" b="1" dirty="0">
                <a:latin typeface="Times New Roman"/>
                <a:ea typeface="宋体"/>
                <a:cs typeface="+mj-cs"/>
              </a:rPr>
              <a:t>。</a:t>
            </a:r>
            <a:endParaRPr lang="zh-CN" altLang="en-US" b="1" dirty="0"/>
          </a:p>
        </p:txBody>
      </p:sp>
      <p:sp>
        <p:nvSpPr>
          <p:cNvPr id="22" name="矩形 21"/>
          <p:cNvSpPr/>
          <p:nvPr/>
        </p:nvSpPr>
        <p:spPr>
          <a:xfrm>
            <a:off x="-74630" y="5791200"/>
            <a:ext cx="144623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补充题</a:t>
            </a:r>
            <a:r>
              <a:rPr kumimoji="0" lang="en-US" altLang="zh-CN" sz="2800" b="1"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endParaRPr kumimoji="0" lang="zh-CN" altLang="en-US" sz="2800" b="0" i="0" u="none" strike="noStrike" kern="120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37251609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120" y="177400"/>
            <a:ext cx="1523174" cy="5847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200" b="1" i="0" u="none" strike="noStrike" kern="1200" cap="none" spc="0" normalizeH="0" baseline="0" noProof="0" dirty="0">
                <a:ln>
                  <a:noFill/>
                </a:ln>
                <a:solidFill>
                  <a:srgbClr val="C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作业题 </a:t>
            </a:r>
            <a:endParaRPr kumimoji="0" lang="zh-CN" altLang="en-US" sz="3200" b="0" i="0" u="none" strike="noStrike" kern="1200" cap="none" spc="0" normalizeH="0" baseline="0" noProof="0" dirty="0">
              <a:ln>
                <a:noFill/>
              </a:ln>
              <a:solidFill>
                <a:srgbClr val="C00000"/>
              </a:solidFill>
              <a:effectLst/>
              <a:uLnTx/>
              <a:uFillTx/>
              <a:latin typeface="Times New Roman" panose="02020603050405020304" pitchFamily="18" charset="0"/>
              <a:ea typeface="宋体" charset="-122"/>
              <a:cs typeface="Times New Roman" panose="02020603050405020304" pitchFamily="18" charset="0"/>
            </a:endParaRPr>
          </a:p>
        </p:txBody>
      </p:sp>
      <p:sp>
        <p:nvSpPr>
          <p:cNvPr id="4" name="矩形 3">
            <a:extLst>
              <a:ext uri="{FF2B5EF4-FFF2-40B4-BE49-F238E27FC236}">
                <a16:creationId xmlns:a16="http://schemas.microsoft.com/office/drawing/2014/main" id="{6C0A2FA4-7855-487D-BF4B-650348FF7B65}"/>
              </a:ext>
            </a:extLst>
          </p:cNvPr>
          <p:cNvSpPr/>
          <p:nvPr/>
        </p:nvSpPr>
        <p:spPr>
          <a:xfrm>
            <a:off x="183775" y="3209068"/>
            <a:ext cx="144623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补充题</a:t>
            </a:r>
            <a:r>
              <a:rPr kumimoji="0" lang="en-US" altLang="zh-CN"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5" name="矩形 4">
            <a:extLst>
              <a:ext uri="{FF2B5EF4-FFF2-40B4-BE49-F238E27FC236}">
                <a16:creationId xmlns:a16="http://schemas.microsoft.com/office/drawing/2014/main" id="{973710AD-D6E1-4BA9-99C8-2CA1C54028B4}"/>
              </a:ext>
            </a:extLst>
          </p:cNvPr>
          <p:cNvSpPr/>
          <p:nvPr/>
        </p:nvSpPr>
        <p:spPr>
          <a:xfrm>
            <a:off x="183774" y="4357914"/>
            <a:ext cx="1446230"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补充题</a:t>
            </a:r>
            <a:r>
              <a:rPr kumimoji="0" lang="en-US" altLang="zh-CN" sz="28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endParaRPr kumimoji="0" lang="zh-CN" altLang="en-US" sz="2800" b="0"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mn-cs"/>
            </a:endParaRPr>
          </a:p>
        </p:txBody>
      </p:sp>
      <p:sp>
        <p:nvSpPr>
          <p:cNvPr id="7" name="矩形 6"/>
          <p:cNvSpPr/>
          <p:nvPr/>
        </p:nvSpPr>
        <p:spPr>
          <a:xfrm>
            <a:off x="1707774" y="4343400"/>
            <a:ext cx="6055890" cy="523220"/>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画出基二按频率抽取的</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点</a:t>
            </a:r>
            <a:r>
              <a:rPr kumimoji="0" lang="en-US" altLang="zh-CN"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FFT</a:t>
            </a:r>
            <a:r>
              <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流图。</a:t>
            </a:r>
          </a:p>
        </p:txBody>
      </p:sp>
      <p:sp>
        <p:nvSpPr>
          <p:cNvPr id="8" name="矩形 7"/>
          <p:cNvSpPr/>
          <p:nvPr/>
        </p:nvSpPr>
        <p:spPr>
          <a:xfrm>
            <a:off x="1743632" y="3209068"/>
            <a:ext cx="6893379" cy="523220"/>
          </a:xfrm>
          <a:prstGeom prst="rect">
            <a:avLst/>
          </a:prstGeom>
        </p:spPr>
        <p:txBody>
          <a:bodyPr wrap="square">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画出</a:t>
            </a:r>
            <a:r>
              <a:rPr kumimoji="1"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N</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=8</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基二按时间抽取</a:t>
            </a:r>
            <a:r>
              <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FFT</a:t>
            </a:r>
            <a:r>
              <a:rPr kumimoji="1"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rPr>
              <a:t>运算流图。</a:t>
            </a:r>
            <a:endParaRPr kumimoji="1"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0" name="矩形 9">
            <a:extLst>
              <a:ext uri="{FF2B5EF4-FFF2-40B4-BE49-F238E27FC236}">
                <a16:creationId xmlns:a16="http://schemas.microsoft.com/office/drawing/2014/main" id="{82C16C64-F0A0-4FBB-9333-83D5E4FCECE0}"/>
              </a:ext>
            </a:extLst>
          </p:cNvPr>
          <p:cNvSpPr/>
          <p:nvPr/>
        </p:nvSpPr>
        <p:spPr>
          <a:xfrm>
            <a:off x="206186" y="917330"/>
            <a:ext cx="813043" cy="52322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rPr>
              <a:t>3.20</a:t>
            </a:r>
            <a:endParaRPr kumimoji="0" lang="zh-CN" altLang="en-US" sz="2800" b="1" i="0" u="none" strike="noStrike" kern="1200" cap="none" spc="0" normalizeH="0" baseline="0" noProof="0" dirty="0">
              <a:ln>
                <a:noFill/>
              </a:ln>
              <a:solidFill>
                <a:srgbClr val="0000CC"/>
              </a:solidFill>
              <a:effectLst/>
              <a:uLnTx/>
              <a:uFillTx/>
              <a:latin typeface="Times New Roman" panose="02020603050405020304" pitchFamily="18" charset="0"/>
              <a:ea typeface="宋体" charset="-122"/>
              <a:cs typeface="Times New Roman" panose="02020603050405020304" pitchFamily="18" charset="0"/>
            </a:endParaRPr>
          </a:p>
        </p:txBody>
      </p:sp>
      <p:sp>
        <p:nvSpPr>
          <p:cNvPr id="12" name="矩形 11"/>
          <p:cNvSpPr/>
          <p:nvPr/>
        </p:nvSpPr>
        <p:spPr>
          <a:xfrm>
            <a:off x="1019229" y="918766"/>
            <a:ext cx="7743771" cy="1815882"/>
          </a:xfrm>
          <a:prstGeom prst="rect">
            <a:avLst/>
          </a:prstGeom>
        </p:spPr>
        <p:txBody>
          <a:bodyPr wrap="square">
            <a:spAutoFit/>
          </a:bodyPr>
          <a:lstStyle/>
          <a:p>
            <a:pPr algn="just"/>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如果一台通用计算机的速度为：平均每次复乘需</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100 ns,</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每次复加需</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20 ns</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。今用来计算</a:t>
            </a:r>
            <a:r>
              <a:rPr lang="en-US" altLang="zh-CN" sz="2800" b="1" i="1" dirty="0">
                <a:latin typeface="Times New Roman" panose="02020603050405020304" pitchFamily="18" charset="0"/>
                <a:ea typeface="宋体" panose="02010600030101010101" pitchFamily="2" charset="-122"/>
                <a:cs typeface="Times New Roman" panose="02020603050405020304" pitchFamily="18" charset="0"/>
              </a:rPr>
              <a:t>N</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=1024</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DFT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，问直接运算需要多少时间，用</a:t>
            </a:r>
            <a:r>
              <a:rPr lang="en-US" altLang="zh-CN" sz="2800" b="1" dirty="0">
                <a:latin typeface="Times New Roman" panose="02020603050405020304" pitchFamily="18" charset="0"/>
                <a:ea typeface="宋体" panose="02010600030101010101" pitchFamily="2" charset="-122"/>
                <a:cs typeface="Times New Roman" panose="02020603050405020304" pitchFamily="18" charset="0"/>
              </a:rPr>
              <a:t>FFT</a:t>
            </a:r>
            <a:r>
              <a:rPr lang="zh-CN" altLang="en-US" sz="2800" b="1" dirty="0">
                <a:latin typeface="Times New Roman" panose="02020603050405020304" pitchFamily="18" charset="0"/>
                <a:ea typeface="宋体" panose="02010600030101010101" pitchFamily="2" charset="-122"/>
                <a:cs typeface="Times New Roman" panose="02020603050405020304" pitchFamily="18" charset="0"/>
              </a:rPr>
              <a:t>运算需要多少时间？</a:t>
            </a:r>
          </a:p>
        </p:txBody>
      </p:sp>
    </p:spTree>
    <p:extLst>
      <p:ext uri="{BB962C8B-B14F-4D97-AF65-F5344CB8AC3E}">
        <p14:creationId xmlns:p14="http://schemas.microsoft.com/office/powerpoint/2010/main" val="2970116878"/>
      </p:ext>
    </p:extLst>
  </p:cSld>
  <p:clrMapOvr>
    <a:masterClrMapping/>
  </p:clrMapOvr>
</p:sld>
</file>

<file path=ppt/theme/theme1.xml><?xml version="1.0" encoding="utf-8"?>
<a:theme xmlns:a="http://schemas.openxmlformats.org/drawingml/2006/main" name="1_Global">
  <a:themeElements>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fontScheme name="Global">
      <a:majorFont>
        <a:latin typeface="Times New Roman"/>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1"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lobal">
  <a:themeElements>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fontScheme name="Global">
      <a:majorFont>
        <a:latin typeface="Times New Roman"/>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altLang="zh-CN" sz="3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8683</TotalTime>
  <Words>3825</Words>
  <Application>Microsoft Office PowerPoint</Application>
  <PresentationFormat>全屏显示(4:3)</PresentationFormat>
  <Paragraphs>550</Paragraphs>
  <Slides>66</Slides>
  <Notes>3</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3</vt:i4>
      </vt:variant>
      <vt:variant>
        <vt:lpstr>幻灯片标题</vt:lpstr>
      </vt:variant>
      <vt:variant>
        <vt:i4>66</vt:i4>
      </vt:variant>
    </vt:vector>
  </HeadingPairs>
  <TitlesOfParts>
    <vt:vector size="81" baseType="lpstr">
      <vt:lpstr>等线</vt:lpstr>
      <vt:lpstr>等线 Light</vt:lpstr>
      <vt:lpstr>宋体</vt:lpstr>
      <vt:lpstr>Arial</vt:lpstr>
      <vt:lpstr>Cambria Math</vt:lpstr>
      <vt:lpstr>Helvetica</vt:lpstr>
      <vt:lpstr>Tahoma</vt:lpstr>
      <vt:lpstr>Times New Roman</vt:lpstr>
      <vt:lpstr>Wingdings</vt:lpstr>
      <vt:lpstr>1_Global</vt:lpstr>
      <vt:lpstr>Global</vt:lpstr>
      <vt:lpstr>自定义设计方案</vt:lpstr>
      <vt:lpstr>Equation</vt:lpstr>
      <vt:lpstr>MathType 7.0 Equation</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FFT的基本思想</vt:lpstr>
      <vt:lpstr>PowerPoint 演示文稿</vt:lpstr>
      <vt:lpstr>算法推导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时间抽取法FFT的运算特点：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3.3节要点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 重叠相加法</vt:lpstr>
      <vt:lpstr>PowerPoint 演示文稿</vt:lpstr>
      <vt:lpstr>PowerPoint 演示文稿</vt:lpstr>
      <vt:lpstr>2. 重叠保留法</vt:lpstr>
      <vt:lpstr>2. 重叠保留法</vt:lpstr>
      <vt:lpstr>PowerPoint 演示文稿</vt:lpstr>
      <vt:lpstr>PowerPoint 演示文稿</vt:lpstr>
      <vt:lpstr>PowerPoint 演示文稿</vt:lpstr>
      <vt:lpstr>PowerPoint 演示文稿</vt:lpstr>
      <vt:lpstr>3.4节要点</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克琴 周</cp:lastModifiedBy>
  <cp:revision>689</cp:revision>
  <cp:lastPrinted>2024-10-24T06:23:47Z</cp:lastPrinted>
  <dcterms:created xsi:type="dcterms:W3CDTF">1601-01-01T00:00:00Z</dcterms:created>
  <dcterms:modified xsi:type="dcterms:W3CDTF">2025-04-13T17:15:04Z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